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34"/>
  </p:notesMasterIdLst>
  <p:handoutMasterIdLst>
    <p:handoutMasterId r:id="rId35"/>
  </p:handoutMasterIdLst>
  <p:sldIdLst>
    <p:sldId id="257" r:id="rId5"/>
    <p:sldId id="264" r:id="rId6"/>
    <p:sldId id="266" r:id="rId7"/>
    <p:sldId id="268" r:id="rId8"/>
    <p:sldId id="443" r:id="rId9"/>
    <p:sldId id="444" r:id="rId10"/>
    <p:sldId id="445" r:id="rId11"/>
    <p:sldId id="446" r:id="rId12"/>
    <p:sldId id="447" r:id="rId13"/>
    <p:sldId id="448" r:id="rId14"/>
    <p:sldId id="449" r:id="rId15"/>
    <p:sldId id="450" r:id="rId16"/>
    <p:sldId id="451" r:id="rId17"/>
    <p:sldId id="452" r:id="rId18"/>
    <p:sldId id="304" r:id="rId19"/>
    <p:sldId id="453" r:id="rId20"/>
    <p:sldId id="454" r:id="rId21"/>
    <p:sldId id="455" r:id="rId22"/>
    <p:sldId id="456" r:id="rId23"/>
    <p:sldId id="457" r:id="rId24"/>
    <p:sldId id="458" r:id="rId25"/>
    <p:sldId id="267" r:id="rId26"/>
    <p:sldId id="459" r:id="rId27"/>
    <p:sldId id="460" r:id="rId28"/>
    <p:sldId id="461" r:id="rId29"/>
    <p:sldId id="462" r:id="rId30"/>
    <p:sldId id="463" r:id="rId31"/>
    <p:sldId id="382" r:id="rId32"/>
    <p:sldId id="464" r:id="rId33"/>
  </p:sldIdLst>
  <p:sldSz cx="12192000" cy="6858000"/>
  <p:notesSz cx="6858000" cy="9144000"/>
  <p:embeddedFontLst>
    <p:embeddedFont>
      <p:font typeface="Aharoni" panose="02010803020104030203" pitchFamily="2" charset="-79"/>
      <p:bold r:id="rId36"/>
    </p:embeddedFont>
    <p:embeddedFont>
      <p:font typeface="Arial Nova Cond" panose="020B0506020202020204" pitchFamily="34" charset="0"/>
      <p:regular r:id="rId37"/>
      <p:bold r:id="rId38"/>
      <p:italic r:id="rId39"/>
      <p:boldItalic r:id="rId40"/>
    </p:embeddedFont>
    <p:embeddedFont>
      <p:font typeface="Lato Light" panose="020F0302020204030204" pitchFamily="34" charset="0"/>
      <p:regular r:id="rId41"/>
      <p:italic r:id="rId42"/>
    </p:embeddedFont>
    <p:embeddedFont>
      <p:font typeface="Segoe UI" panose="020B0502040204020203" pitchFamily="34" charset="0"/>
      <p:regular r:id="rId43"/>
      <p:bold r:id="rId44"/>
      <p:italic r:id="rId45"/>
      <p:boldItalic r:id="rId46"/>
    </p:embeddedFont>
    <p:embeddedFont>
      <p:font typeface="Speak Pro" panose="020B0504020101020102" pitchFamily="34" charset="0"/>
      <p:regular r:id="rId47"/>
      <p:bold r:id="rId48"/>
      <p:italic r:id="rId49"/>
      <p:boldItalic r:id="rId50"/>
    </p:embeddedFont>
    <p:embeddedFont>
      <p:font typeface="Work Sans" pitchFamily="2" charset="77"/>
      <p:regular r:id="rId51"/>
      <p:bold r:id="rId52"/>
      <p:italic r:id="rId53"/>
      <p:boldItalic r:id="rId54"/>
    </p:embeddedFont>
    <p:embeddedFont>
      <p:font typeface="Work Sans Bold" pitchFamily="2" charset="77"/>
      <p:bold r:id="rId55"/>
    </p:embeddedFont>
    <p:embeddedFont>
      <p:font typeface="Work Sans Light" panose="020F0302020204030204" pitchFamily="34" charset="0"/>
      <p:regular r:id="rId56"/>
      <p:italic r:id="rId5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5858" userDrawn="1">
          <p15:clr>
            <a:srgbClr val="A4A3A4"/>
          </p15:clr>
        </p15:guide>
        <p15:guide id="2" orient="horz" pos="3838" userDrawn="1">
          <p15:clr>
            <a:srgbClr val="A4A3A4"/>
          </p15:clr>
        </p15:guide>
        <p15:guide id="3" pos="7355"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ED7E7F0-3B09-8D2D-06BD-6772E466BC63}" name="Sajeda Gani" initials="SG" userId="S::sajeda.gani@cdcbus.com.au::1ffd3e4a-90b0-44a4-a383-985677c9f71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A1BBF1"/>
    <a:srgbClr val="009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909" autoAdjust="0"/>
    <p:restoredTop sz="68313" autoAdjust="0"/>
  </p:normalViewPr>
  <p:slideViewPr>
    <p:cSldViewPr snapToGrid="0">
      <p:cViewPr varScale="1">
        <p:scale>
          <a:sx n="74" d="100"/>
          <a:sy n="74" d="100"/>
        </p:scale>
        <p:origin x="200" y="304"/>
      </p:cViewPr>
      <p:guideLst>
        <p:guide pos="5858"/>
        <p:guide orient="horz" pos="3838"/>
        <p:guide pos="7355"/>
      </p:guideLst>
    </p:cSldViewPr>
  </p:slideViewPr>
  <p:outlineViewPr>
    <p:cViewPr>
      <p:scale>
        <a:sx n="33" d="100"/>
        <a:sy n="33" d="100"/>
      </p:scale>
      <p:origin x="0" y="-101496"/>
    </p:cViewPr>
  </p:outlineViewPr>
  <p:notesTextViewPr>
    <p:cViewPr>
      <p:scale>
        <a:sx n="1" d="1"/>
        <a:sy n="1" d="1"/>
      </p:scale>
      <p:origin x="0" y="0"/>
    </p:cViewPr>
  </p:notesTextViewPr>
  <p:sorterViewPr>
    <p:cViewPr>
      <p:scale>
        <a:sx n="100" d="100"/>
        <a:sy n="100" d="100"/>
      </p:scale>
      <p:origin x="0" y="-293"/>
    </p:cViewPr>
  </p:sorterViewPr>
  <p:notesViewPr>
    <p:cSldViewPr snapToGrid="0">
      <p:cViewPr varScale="1">
        <p:scale>
          <a:sx n="89" d="100"/>
          <a:sy n="89" d="100"/>
        </p:scale>
        <p:origin x="3139"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4.fntdata"/><Relationship Id="rId21" Type="http://schemas.openxmlformats.org/officeDocument/2006/relationships/slide" Target="slides/slide17.xml"/><Relationship Id="rId34" Type="http://schemas.openxmlformats.org/officeDocument/2006/relationships/notesMaster" Target="notesMasters/notesMaster1.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font" Target="fonts/font15.fntdata"/><Relationship Id="rId55" Type="http://schemas.openxmlformats.org/officeDocument/2006/relationships/font" Target="fonts/font20.fntdata"/><Relationship Id="rId63"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3" Type="http://schemas.openxmlformats.org/officeDocument/2006/relationships/font" Target="fonts/font18.fntdata"/><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43" Type="http://schemas.openxmlformats.org/officeDocument/2006/relationships/font" Target="fonts/font8.fntdata"/><Relationship Id="rId48" Type="http://schemas.openxmlformats.org/officeDocument/2006/relationships/font" Target="fonts/font13.fntdata"/><Relationship Id="rId56" Type="http://schemas.openxmlformats.org/officeDocument/2006/relationships/font" Target="fonts/font21.fntdata"/><Relationship Id="rId8" Type="http://schemas.openxmlformats.org/officeDocument/2006/relationships/slide" Target="slides/slide4.xml"/><Relationship Id="rId51" Type="http://schemas.openxmlformats.org/officeDocument/2006/relationships/font" Target="fonts/font16.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3.fntdata"/><Relationship Id="rId46" Type="http://schemas.openxmlformats.org/officeDocument/2006/relationships/font" Target="fonts/font11.fntdata"/><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font" Target="fonts/font6.fntdata"/><Relationship Id="rId54" Type="http://schemas.openxmlformats.org/officeDocument/2006/relationships/font" Target="fonts/font19.fntdata"/><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1.fntdata"/><Relationship Id="rId49" Type="http://schemas.openxmlformats.org/officeDocument/2006/relationships/font" Target="fonts/font14.fntdata"/><Relationship Id="rId57" Type="http://schemas.openxmlformats.org/officeDocument/2006/relationships/font" Target="fonts/font22.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9.fntdata"/><Relationship Id="rId52" Type="http://schemas.openxmlformats.org/officeDocument/2006/relationships/font" Target="fonts/font17.fntdata"/><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e-Eve Loiselle" userId="ff396d29-741a-41b5-bb54-b49143688fce" providerId="ADAL" clId="{448818B1-B542-E649-A125-149B0A21ADE2}"/>
    <pc:docChg chg="modSld">
      <pc:chgData name="Marie-Eve Loiselle" userId="ff396d29-741a-41b5-bb54-b49143688fce" providerId="ADAL" clId="{448818B1-B542-E649-A125-149B0A21ADE2}" dt="2025-05-27T01:15:42.351" v="21" actId="20577"/>
      <pc:docMkLst>
        <pc:docMk/>
      </pc:docMkLst>
      <pc:sldChg chg="modNotesTx">
        <pc:chgData name="Marie-Eve Loiselle" userId="ff396d29-741a-41b5-bb54-b49143688fce" providerId="ADAL" clId="{448818B1-B542-E649-A125-149B0A21ADE2}" dt="2025-05-27T01:15:18.678" v="15" actId="20577"/>
        <pc:sldMkLst>
          <pc:docMk/>
          <pc:sldMk cId="3414059937" sldId="267"/>
        </pc:sldMkLst>
      </pc:sldChg>
      <pc:sldChg chg="modNotesTx">
        <pc:chgData name="Marie-Eve Loiselle" userId="ff396d29-741a-41b5-bb54-b49143688fce" providerId="ADAL" clId="{448818B1-B542-E649-A125-149B0A21ADE2}" dt="2025-05-27T01:14:45.330" v="6" actId="20577"/>
        <pc:sldMkLst>
          <pc:docMk/>
          <pc:sldMk cId="1292278015" sldId="304"/>
        </pc:sldMkLst>
      </pc:sldChg>
      <pc:sldChg chg="modNotesTx">
        <pc:chgData name="Marie-Eve Loiselle" userId="ff396d29-741a-41b5-bb54-b49143688fce" providerId="ADAL" clId="{448818B1-B542-E649-A125-149B0A21ADE2}" dt="2025-05-27T01:15:38.745" v="20" actId="20577"/>
        <pc:sldMkLst>
          <pc:docMk/>
          <pc:sldMk cId="2223118936" sldId="382"/>
        </pc:sldMkLst>
      </pc:sldChg>
      <pc:sldChg chg="modNotesTx">
        <pc:chgData name="Marie-Eve Loiselle" userId="ff396d29-741a-41b5-bb54-b49143688fce" providerId="ADAL" clId="{448818B1-B542-E649-A125-149B0A21ADE2}" dt="2025-05-27T01:14:21.567" v="0" actId="20577"/>
        <pc:sldMkLst>
          <pc:docMk/>
          <pc:sldMk cId="1577086480" sldId="446"/>
        </pc:sldMkLst>
      </pc:sldChg>
      <pc:sldChg chg="modNotesTx">
        <pc:chgData name="Marie-Eve Loiselle" userId="ff396d29-741a-41b5-bb54-b49143688fce" providerId="ADAL" clId="{448818B1-B542-E649-A125-149B0A21ADE2}" dt="2025-05-27T01:14:24.670" v="1" actId="20577"/>
        <pc:sldMkLst>
          <pc:docMk/>
          <pc:sldMk cId="3523170277" sldId="447"/>
        </pc:sldMkLst>
      </pc:sldChg>
      <pc:sldChg chg="modNotesTx">
        <pc:chgData name="Marie-Eve Loiselle" userId="ff396d29-741a-41b5-bb54-b49143688fce" providerId="ADAL" clId="{448818B1-B542-E649-A125-149B0A21ADE2}" dt="2025-05-27T01:14:28.629" v="2" actId="20577"/>
        <pc:sldMkLst>
          <pc:docMk/>
          <pc:sldMk cId="1955823361" sldId="448"/>
        </pc:sldMkLst>
      </pc:sldChg>
      <pc:sldChg chg="modNotesTx">
        <pc:chgData name="Marie-Eve Loiselle" userId="ff396d29-741a-41b5-bb54-b49143688fce" providerId="ADAL" clId="{448818B1-B542-E649-A125-149B0A21ADE2}" dt="2025-05-27T01:14:32.012" v="3" actId="20577"/>
        <pc:sldMkLst>
          <pc:docMk/>
          <pc:sldMk cId="1673068848" sldId="449"/>
        </pc:sldMkLst>
      </pc:sldChg>
      <pc:sldChg chg="modNotesTx">
        <pc:chgData name="Marie-Eve Loiselle" userId="ff396d29-741a-41b5-bb54-b49143688fce" providerId="ADAL" clId="{448818B1-B542-E649-A125-149B0A21ADE2}" dt="2025-05-27T01:14:35.266" v="4" actId="20577"/>
        <pc:sldMkLst>
          <pc:docMk/>
          <pc:sldMk cId="2453193698" sldId="450"/>
        </pc:sldMkLst>
      </pc:sldChg>
      <pc:sldChg chg="modNotesTx">
        <pc:chgData name="Marie-Eve Loiselle" userId="ff396d29-741a-41b5-bb54-b49143688fce" providerId="ADAL" clId="{448818B1-B542-E649-A125-149B0A21ADE2}" dt="2025-05-27T01:14:38.835" v="5" actId="20577"/>
        <pc:sldMkLst>
          <pc:docMk/>
          <pc:sldMk cId="3480503405" sldId="451"/>
        </pc:sldMkLst>
      </pc:sldChg>
      <pc:sldChg chg="modNotesTx">
        <pc:chgData name="Marie-Eve Loiselle" userId="ff396d29-741a-41b5-bb54-b49143688fce" providerId="ADAL" clId="{448818B1-B542-E649-A125-149B0A21ADE2}" dt="2025-05-27T01:14:49.204" v="7" actId="20577"/>
        <pc:sldMkLst>
          <pc:docMk/>
          <pc:sldMk cId="3250811021" sldId="453"/>
        </pc:sldMkLst>
      </pc:sldChg>
      <pc:sldChg chg="modNotesTx">
        <pc:chgData name="Marie-Eve Loiselle" userId="ff396d29-741a-41b5-bb54-b49143688fce" providerId="ADAL" clId="{448818B1-B542-E649-A125-149B0A21ADE2}" dt="2025-05-27T01:14:53.825" v="8" actId="20577"/>
        <pc:sldMkLst>
          <pc:docMk/>
          <pc:sldMk cId="3968447229" sldId="454"/>
        </pc:sldMkLst>
      </pc:sldChg>
      <pc:sldChg chg="modNotesTx">
        <pc:chgData name="Marie-Eve Loiselle" userId="ff396d29-741a-41b5-bb54-b49143688fce" providerId="ADAL" clId="{448818B1-B542-E649-A125-149B0A21ADE2}" dt="2025-05-27T01:14:57.523" v="9" actId="20577"/>
        <pc:sldMkLst>
          <pc:docMk/>
          <pc:sldMk cId="1425748439" sldId="455"/>
        </pc:sldMkLst>
      </pc:sldChg>
      <pc:sldChg chg="modNotesTx">
        <pc:chgData name="Marie-Eve Loiselle" userId="ff396d29-741a-41b5-bb54-b49143688fce" providerId="ADAL" clId="{448818B1-B542-E649-A125-149B0A21ADE2}" dt="2025-05-27T01:15:01.372" v="10" actId="20577"/>
        <pc:sldMkLst>
          <pc:docMk/>
          <pc:sldMk cId="958477386" sldId="456"/>
        </pc:sldMkLst>
      </pc:sldChg>
      <pc:sldChg chg="modNotesTx">
        <pc:chgData name="Marie-Eve Loiselle" userId="ff396d29-741a-41b5-bb54-b49143688fce" providerId="ADAL" clId="{448818B1-B542-E649-A125-149B0A21ADE2}" dt="2025-05-27T01:15:09.379" v="12" actId="12"/>
        <pc:sldMkLst>
          <pc:docMk/>
          <pc:sldMk cId="3093315686" sldId="457"/>
        </pc:sldMkLst>
      </pc:sldChg>
      <pc:sldChg chg="modNotesTx">
        <pc:chgData name="Marie-Eve Loiselle" userId="ff396d29-741a-41b5-bb54-b49143688fce" providerId="ADAL" clId="{448818B1-B542-E649-A125-149B0A21ADE2}" dt="2025-05-27T01:15:14.922" v="14" actId="12"/>
        <pc:sldMkLst>
          <pc:docMk/>
          <pc:sldMk cId="555066339" sldId="458"/>
        </pc:sldMkLst>
      </pc:sldChg>
      <pc:sldChg chg="modNotesTx">
        <pc:chgData name="Marie-Eve Loiselle" userId="ff396d29-741a-41b5-bb54-b49143688fce" providerId="ADAL" clId="{448818B1-B542-E649-A125-149B0A21ADE2}" dt="2025-05-27T01:15:23.237" v="16" actId="20577"/>
        <pc:sldMkLst>
          <pc:docMk/>
          <pc:sldMk cId="3444596578" sldId="459"/>
        </pc:sldMkLst>
      </pc:sldChg>
      <pc:sldChg chg="modNotesTx">
        <pc:chgData name="Marie-Eve Loiselle" userId="ff396d29-741a-41b5-bb54-b49143688fce" providerId="ADAL" clId="{448818B1-B542-E649-A125-149B0A21ADE2}" dt="2025-05-27T01:15:27.359" v="17" actId="20577"/>
        <pc:sldMkLst>
          <pc:docMk/>
          <pc:sldMk cId="3999365385" sldId="460"/>
        </pc:sldMkLst>
      </pc:sldChg>
      <pc:sldChg chg="modNotesTx">
        <pc:chgData name="Marie-Eve Loiselle" userId="ff396d29-741a-41b5-bb54-b49143688fce" providerId="ADAL" clId="{448818B1-B542-E649-A125-149B0A21ADE2}" dt="2025-05-27T01:15:32.254" v="18" actId="20577"/>
        <pc:sldMkLst>
          <pc:docMk/>
          <pc:sldMk cId="3728792524" sldId="462"/>
        </pc:sldMkLst>
      </pc:sldChg>
      <pc:sldChg chg="modNotesTx">
        <pc:chgData name="Marie-Eve Loiselle" userId="ff396d29-741a-41b5-bb54-b49143688fce" providerId="ADAL" clId="{448818B1-B542-E649-A125-149B0A21ADE2}" dt="2025-05-27T01:15:34.637" v="19" actId="20577"/>
        <pc:sldMkLst>
          <pc:docMk/>
          <pc:sldMk cId="2243926541" sldId="463"/>
        </pc:sldMkLst>
      </pc:sldChg>
      <pc:sldChg chg="modNotesTx">
        <pc:chgData name="Marie-Eve Loiselle" userId="ff396d29-741a-41b5-bb54-b49143688fce" providerId="ADAL" clId="{448818B1-B542-E649-A125-149B0A21ADE2}" dt="2025-05-27T01:15:42.351" v="21" actId="20577"/>
        <pc:sldMkLst>
          <pc:docMk/>
          <pc:sldMk cId="3720555434" sldId="46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2295B0B-6BD9-4CD2-94EA-DC7DBB947C0B}" type="doc">
      <dgm:prSet loTypeId="urn:microsoft.com/office/officeart/2005/8/layout/default" loCatId="list" qsTypeId="urn:microsoft.com/office/officeart/2005/8/quickstyle/simple2" qsCatId="simple" csTypeId="urn:microsoft.com/office/officeart/2005/8/colors/accent3_2" csCatId="accent3" phldr="1"/>
      <dgm:spPr/>
      <dgm:t>
        <a:bodyPr/>
        <a:lstStyle/>
        <a:p>
          <a:endParaRPr lang="en-US"/>
        </a:p>
      </dgm:t>
    </dgm:pt>
    <dgm:pt modelId="{8AFA97B5-C59B-4062-A113-E90CB806040F}">
      <dgm:prSet/>
      <dgm:spPr/>
      <dgm:t>
        <a:bodyPr/>
        <a:lstStyle/>
        <a:p>
          <a:r>
            <a:rPr lang="en-GB" dirty="0" err="1"/>
            <a:t>Cvn</a:t>
          </a:r>
          <a:r>
            <a:rPr lang="en-GB" dirty="0"/>
            <a:t> v Racial Dicrimination (1965) - Committee on the Elimination of Racial Discrimination (ICERD)</a:t>
          </a:r>
          <a:endParaRPr lang="en-US" dirty="0"/>
        </a:p>
      </dgm:t>
    </dgm:pt>
    <dgm:pt modelId="{8F1D34CD-D78F-4DBF-ADAB-DDEEA3161D2E}" type="parTrans" cxnId="{F7F405EF-F381-42A3-B1F9-BB78F7D36A77}">
      <dgm:prSet/>
      <dgm:spPr/>
      <dgm:t>
        <a:bodyPr/>
        <a:lstStyle/>
        <a:p>
          <a:endParaRPr lang="en-US"/>
        </a:p>
      </dgm:t>
    </dgm:pt>
    <dgm:pt modelId="{5C0E82A0-807B-4EE1-BCDE-197D0DCC61A6}" type="sibTrans" cxnId="{F7F405EF-F381-42A3-B1F9-BB78F7D36A77}">
      <dgm:prSet/>
      <dgm:spPr/>
      <dgm:t>
        <a:bodyPr/>
        <a:lstStyle/>
        <a:p>
          <a:endParaRPr lang="en-US"/>
        </a:p>
      </dgm:t>
    </dgm:pt>
    <dgm:pt modelId="{9154F7C8-596C-4D72-9B28-B0ABBDD4147A}">
      <dgm:prSet/>
      <dgm:spPr/>
      <dgm:t>
        <a:bodyPr/>
        <a:lstStyle/>
        <a:p>
          <a:r>
            <a:rPr lang="en-GB"/>
            <a:t>ICESCR (1966) – </a:t>
          </a:r>
          <a:r>
            <a:rPr lang="en-US"/>
            <a:t>Committee on Economic, Social and Cultural Rights</a:t>
          </a:r>
          <a:r>
            <a:rPr lang="en-GB"/>
            <a:t> (CESCR)</a:t>
          </a:r>
          <a:endParaRPr lang="en-US"/>
        </a:p>
      </dgm:t>
    </dgm:pt>
    <dgm:pt modelId="{DE9BF43D-8118-4ED2-A1AE-4BD638A332C8}" type="parTrans" cxnId="{5716F3B0-5889-496C-9FAE-C7DFDFB68772}">
      <dgm:prSet/>
      <dgm:spPr/>
      <dgm:t>
        <a:bodyPr/>
        <a:lstStyle/>
        <a:p>
          <a:endParaRPr lang="en-US"/>
        </a:p>
      </dgm:t>
    </dgm:pt>
    <dgm:pt modelId="{01024892-5A9E-4D18-8C73-0F5F0AC083D0}" type="sibTrans" cxnId="{5716F3B0-5889-496C-9FAE-C7DFDFB68772}">
      <dgm:prSet/>
      <dgm:spPr/>
      <dgm:t>
        <a:bodyPr/>
        <a:lstStyle/>
        <a:p>
          <a:endParaRPr lang="en-US"/>
        </a:p>
      </dgm:t>
    </dgm:pt>
    <dgm:pt modelId="{D94870F9-ED64-4327-98DE-4439AA0D7D27}">
      <dgm:prSet/>
      <dgm:spPr/>
      <dgm:t>
        <a:bodyPr/>
        <a:lstStyle/>
        <a:p>
          <a:r>
            <a:rPr lang="en-GB"/>
            <a:t>ICCPR (1966) –  Human Rights Committee</a:t>
          </a:r>
          <a:endParaRPr lang="en-US"/>
        </a:p>
      </dgm:t>
    </dgm:pt>
    <dgm:pt modelId="{53DB27E5-8062-4CE6-9B82-82D6A14D536B}" type="parTrans" cxnId="{0D4D922B-6F77-4E6E-98F7-B3F8DED0E51B}">
      <dgm:prSet/>
      <dgm:spPr/>
      <dgm:t>
        <a:bodyPr/>
        <a:lstStyle/>
        <a:p>
          <a:endParaRPr lang="en-US"/>
        </a:p>
      </dgm:t>
    </dgm:pt>
    <dgm:pt modelId="{8CBC02C0-6945-4212-A996-F335C7722A52}" type="sibTrans" cxnId="{0D4D922B-6F77-4E6E-98F7-B3F8DED0E51B}">
      <dgm:prSet/>
      <dgm:spPr/>
      <dgm:t>
        <a:bodyPr/>
        <a:lstStyle/>
        <a:p>
          <a:endParaRPr lang="en-US"/>
        </a:p>
      </dgm:t>
    </dgm:pt>
    <dgm:pt modelId="{5FEF877C-6A8D-484F-B08A-C3F327151C90}">
      <dgm:prSet/>
      <dgm:spPr/>
      <dgm:t>
        <a:bodyPr/>
        <a:lstStyle/>
        <a:p>
          <a:r>
            <a:rPr lang="en-GB"/>
            <a:t>Cvn v Discrimination v Women (1979) –</a:t>
          </a:r>
          <a:r>
            <a:rPr lang="en-US"/>
            <a:t>Committee on the Elimination of Discrimination against Women </a:t>
          </a:r>
          <a:r>
            <a:rPr lang="en-GB"/>
            <a:t>(CEDAW)</a:t>
          </a:r>
          <a:endParaRPr lang="en-US"/>
        </a:p>
      </dgm:t>
    </dgm:pt>
    <dgm:pt modelId="{AE7FEC56-EBE4-4ED5-9FEF-C1C0623B28E4}" type="parTrans" cxnId="{549EAA6A-4BF1-4D9D-B4BB-6D5365A6CCAD}">
      <dgm:prSet/>
      <dgm:spPr/>
      <dgm:t>
        <a:bodyPr/>
        <a:lstStyle/>
        <a:p>
          <a:endParaRPr lang="en-US"/>
        </a:p>
      </dgm:t>
    </dgm:pt>
    <dgm:pt modelId="{31EC1F19-4907-40F7-AB7F-B03D587A9326}" type="sibTrans" cxnId="{549EAA6A-4BF1-4D9D-B4BB-6D5365A6CCAD}">
      <dgm:prSet/>
      <dgm:spPr/>
      <dgm:t>
        <a:bodyPr/>
        <a:lstStyle/>
        <a:p>
          <a:endParaRPr lang="en-US"/>
        </a:p>
      </dgm:t>
    </dgm:pt>
    <dgm:pt modelId="{92A16F50-EDC9-4F6E-B517-5B75BA831564}">
      <dgm:prSet/>
      <dgm:spPr/>
      <dgm:t>
        <a:bodyPr/>
        <a:lstStyle/>
        <a:p>
          <a:r>
            <a:rPr lang="en-GB"/>
            <a:t>Cvn against Torture (1984) – </a:t>
          </a:r>
          <a:r>
            <a:rPr lang="en-US"/>
            <a:t>Committee against Torture </a:t>
          </a:r>
          <a:r>
            <a:rPr lang="en-GB"/>
            <a:t>(CAT)</a:t>
          </a:r>
          <a:endParaRPr lang="en-US"/>
        </a:p>
      </dgm:t>
    </dgm:pt>
    <dgm:pt modelId="{81B57E23-7F38-4579-B219-2C3E16F70EAA}" type="parTrans" cxnId="{48C77C67-E225-4A36-B9B8-D097032FE5D5}">
      <dgm:prSet/>
      <dgm:spPr/>
      <dgm:t>
        <a:bodyPr/>
        <a:lstStyle/>
        <a:p>
          <a:endParaRPr lang="en-US"/>
        </a:p>
      </dgm:t>
    </dgm:pt>
    <dgm:pt modelId="{472909D7-B53D-40CE-9269-FCB4682E33E5}" type="sibTrans" cxnId="{48C77C67-E225-4A36-B9B8-D097032FE5D5}">
      <dgm:prSet/>
      <dgm:spPr/>
      <dgm:t>
        <a:bodyPr/>
        <a:lstStyle/>
        <a:p>
          <a:endParaRPr lang="en-US"/>
        </a:p>
      </dgm:t>
    </dgm:pt>
    <dgm:pt modelId="{79CDB997-E222-4CEC-B7EF-3D77DF3C9A28}">
      <dgm:prSet/>
      <dgm:spPr/>
      <dgm:t>
        <a:bodyPr/>
        <a:lstStyle/>
        <a:p>
          <a:r>
            <a:rPr lang="en-GB"/>
            <a:t>Cvn on Rights of the Child (1989) – </a:t>
          </a:r>
          <a:r>
            <a:rPr lang="en-US"/>
            <a:t>Committee on the Rights of the Child </a:t>
          </a:r>
          <a:r>
            <a:rPr lang="en-GB"/>
            <a:t>(CROC)</a:t>
          </a:r>
          <a:endParaRPr lang="en-US"/>
        </a:p>
      </dgm:t>
    </dgm:pt>
    <dgm:pt modelId="{3896191D-281F-42F6-A5C1-F468A62C08F1}" type="parTrans" cxnId="{EB64A93A-593E-4721-B2F4-77489EC21F68}">
      <dgm:prSet/>
      <dgm:spPr/>
      <dgm:t>
        <a:bodyPr/>
        <a:lstStyle/>
        <a:p>
          <a:endParaRPr lang="en-US"/>
        </a:p>
      </dgm:t>
    </dgm:pt>
    <dgm:pt modelId="{8B219F6D-F0F8-44FA-A74B-70352A1161A6}" type="sibTrans" cxnId="{EB64A93A-593E-4721-B2F4-77489EC21F68}">
      <dgm:prSet/>
      <dgm:spPr/>
      <dgm:t>
        <a:bodyPr/>
        <a:lstStyle/>
        <a:p>
          <a:endParaRPr lang="en-US"/>
        </a:p>
      </dgm:t>
    </dgm:pt>
    <dgm:pt modelId="{E2C71808-F29A-458D-A2B5-85713B8CD40B}">
      <dgm:prSet/>
      <dgm:spPr/>
      <dgm:t>
        <a:bodyPr/>
        <a:lstStyle/>
        <a:p>
          <a:r>
            <a:rPr lang="en-GB"/>
            <a:t>Cvn on Rights of Migrant Workers (1992) - </a:t>
          </a:r>
          <a:r>
            <a:rPr lang="en-US"/>
            <a:t>Committee on Migrant Workers</a:t>
          </a:r>
          <a:r>
            <a:rPr lang="en-GB"/>
            <a:t> (CMW)</a:t>
          </a:r>
          <a:endParaRPr lang="en-US"/>
        </a:p>
      </dgm:t>
    </dgm:pt>
    <dgm:pt modelId="{F77B2100-CCD6-47D1-BACF-32D87F29FB17}" type="parTrans" cxnId="{E8E433CC-5791-4259-B16C-6CDCBC8A1E6E}">
      <dgm:prSet/>
      <dgm:spPr/>
      <dgm:t>
        <a:bodyPr/>
        <a:lstStyle/>
        <a:p>
          <a:endParaRPr lang="en-US"/>
        </a:p>
      </dgm:t>
    </dgm:pt>
    <dgm:pt modelId="{F64FC6BB-B198-4E0C-80AB-4A25F4DEB907}" type="sibTrans" cxnId="{E8E433CC-5791-4259-B16C-6CDCBC8A1E6E}">
      <dgm:prSet/>
      <dgm:spPr/>
      <dgm:t>
        <a:bodyPr/>
        <a:lstStyle/>
        <a:p>
          <a:endParaRPr lang="en-US"/>
        </a:p>
      </dgm:t>
    </dgm:pt>
    <dgm:pt modelId="{9C290BEA-6BA4-4865-B3F6-FE19E10759F1}">
      <dgm:prSet/>
      <dgm:spPr/>
      <dgm:t>
        <a:bodyPr/>
        <a:lstStyle/>
        <a:p>
          <a:r>
            <a:rPr lang="en-GB"/>
            <a:t>Cvn Rights of Persons with Disabilities (2006) – </a:t>
          </a:r>
          <a:r>
            <a:rPr lang="en-US"/>
            <a:t>Committee on the Rights of Persons with Disabilities</a:t>
          </a:r>
          <a:r>
            <a:rPr lang="en-GB"/>
            <a:t> (CRPD)</a:t>
          </a:r>
          <a:endParaRPr lang="en-US"/>
        </a:p>
      </dgm:t>
    </dgm:pt>
    <dgm:pt modelId="{3CEB31A7-7FDC-47E9-AA19-D81EDDB0FAAD}" type="parTrans" cxnId="{374342F3-916F-4670-BE2A-10F06248BC75}">
      <dgm:prSet/>
      <dgm:spPr/>
      <dgm:t>
        <a:bodyPr/>
        <a:lstStyle/>
        <a:p>
          <a:endParaRPr lang="en-US"/>
        </a:p>
      </dgm:t>
    </dgm:pt>
    <dgm:pt modelId="{7AB32AB0-4BFC-460F-9FCC-E5A43B1CA1D3}" type="sibTrans" cxnId="{374342F3-916F-4670-BE2A-10F06248BC75}">
      <dgm:prSet/>
      <dgm:spPr/>
      <dgm:t>
        <a:bodyPr/>
        <a:lstStyle/>
        <a:p>
          <a:endParaRPr lang="en-US"/>
        </a:p>
      </dgm:t>
    </dgm:pt>
    <dgm:pt modelId="{591581C0-B42F-4D45-9DE6-1E20A10C3353}">
      <dgm:prSet/>
      <dgm:spPr/>
      <dgm:t>
        <a:bodyPr/>
        <a:lstStyle/>
        <a:p>
          <a:r>
            <a:rPr lang="en-GB"/>
            <a:t>Cvn Enforced Disappearance (2006) – </a:t>
          </a:r>
          <a:r>
            <a:rPr lang="en-US"/>
            <a:t>Committee on Enforced Disappearances </a:t>
          </a:r>
          <a:r>
            <a:rPr lang="en-GB"/>
            <a:t>(CED)</a:t>
          </a:r>
          <a:endParaRPr lang="en-US"/>
        </a:p>
      </dgm:t>
    </dgm:pt>
    <dgm:pt modelId="{03F16F5E-F1B7-4C97-BAC0-5FCAF70C36C2}" type="parTrans" cxnId="{E4EDD708-79C5-4C02-BB26-1C428916FEF1}">
      <dgm:prSet/>
      <dgm:spPr/>
      <dgm:t>
        <a:bodyPr/>
        <a:lstStyle/>
        <a:p>
          <a:endParaRPr lang="en-US"/>
        </a:p>
      </dgm:t>
    </dgm:pt>
    <dgm:pt modelId="{284138CB-20FA-4548-B04B-80F9A4AC1F78}" type="sibTrans" cxnId="{E4EDD708-79C5-4C02-BB26-1C428916FEF1}">
      <dgm:prSet/>
      <dgm:spPr/>
      <dgm:t>
        <a:bodyPr/>
        <a:lstStyle/>
        <a:p>
          <a:endParaRPr lang="en-US"/>
        </a:p>
      </dgm:t>
    </dgm:pt>
    <dgm:pt modelId="{4B152E19-7138-4DCD-A76C-33C291771685}">
      <dgm:prSet/>
      <dgm:spPr/>
      <dgm:t>
        <a:bodyPr/>
        <a:lstStyle/>
        <a:p>
          <a:r>
            <a:rPr lang="en-US"/>
            <a:t>Optional Protocol to the Convention Against Torture (2002) - Subcommittee on Prevention of Torture and other Cruel, Inhuman or Degrading Treatment or Punishment (SPT) </a:t>
          </a:r>
        </a:p>
      </dgm:t>
    </dgm:pt>
    <dgm:pt modelId="{78A23A41-CA68-493B-A982-B26D45B945AD}" type="parTrans" cxnId="{314890DD-FB44-4212-9CB7-07A47803E35A}">
      <dgm:prSet/>
      <dgm:spPr/>
      <dgm:t>
        <a:bodyPr/>
        <a:lstStyle/>
        <a:p>
          <a:endParaRPr lang="en-US"/>
        </a:p>
      </dgm:t>
    </dgm:pt>
    <dgm:pt modelId="{1D95550F-D47F-4F59-AC81-BC434780B1AD}" type="sibTrans" cxnId="{314890DD-FB44-4212-9CB7-07A47803E35A}">
      <dgm:prSet/>
      <dgm:spPr/>
      <dgm:t>
        <a:bodyPr/>
        <a:lstStyle/>
        <a:p>
          <a:endParaRPr lang="en-US"/>
        </a:p>
      </dgm:t>
    </dgm:pt>
    <dgm:pt modelId="{48AFF143-84DE-844F-B32E-85C8CD3E9AA7}" type="pres">
      <dgm:prSet presAssocID="{F2295B0B-6BD9-4CD2-94EA-DC7DBB947C0B}" presName="diagram" presStyleCnt="0">
        <dgm:presLayoutVars>
          <dgm:dir/>
          <dgm:resizeHandles val="exact"/>
        </dgm:presLayoutVars>
      </dgm:prSet>
      <dgm:spPr/>
    </dgm:pt>
    <dgm:pt modelId="{7E6D6622-0271-3B4D-93A3-FE4CB4DE2DDC}" type="pres">
      <dgm:prSet presAssocID="{8AFA97B5-C59B-4062-A113-E90CB806040F}" presName="node" presStyleLbl="node1" presStyleIdx="0" presStyleCnt="10">
        <dgm:presLayoutVars>
          <dgm:bulletEnabled val="1"/>
        </dgm:presLayoutVars>
      </dgm:prSet>
      <dgm:spPr/>
    </dgm:pt>
    <dgm:pt modelId="{31FD65E6-67E6-CE4C-8AE9-A114E1AFB6F0}" type="pres">
      <dgm:prSet presAssocID="{5C0E82A0-807B-4EE1-BCDE-197D0DCC61A6}" presName="sibTrans" presStyleCnt="0"/>
      <dgm:spPr/>
    </dgm:pt>
    <dgm:pt modelId="{BDD203EB-E8B2-2448-8180-12E548389CE5}" type="pres">
      <dgm:prSet presAssocID="{9154F7C8-596C-4D72-9B28-B0ABBDD4147A}" presName="node" presStyleLbl="node1" presStyleIdx="1" presStyleCnt="10">
        <dgm:presLayoutVars>
          <dgm:bulletEnabled val="1"/>
        </dgm:presLayoutVars>
      </dgm:prSet>
      <dgm:spPr/>
    </dgm:pt>
    <dgm:pt modelId="{9CF77A16-179D-604A-9748-627017CE3693}" type="pres">
      <dgm:prSet presAssocID="{01024892-5A9E-4D18-8C73-0F5F0AC083D0}" presName="sibTrans" presStyleCnt="0"/>
      <dgm:spPr/>
    </dgm:pt>
    <dgm:pt modelId="{2E9F4786-093C-924A-B365-53AB6582229D}" type="pres">
      <dgm:prSet presAssocID="{D94870F9-ED64-4327-98DE-4439AA0D7D27}" presName="node" presStyleLbl="node1" presStyleIdx="2" presStyleCnt="10">
        <dgm:presLayoutVars>
          <dgm:bulletEnabled val="1"/>
        </dgm:presLayoutVars>
      </dgm:prSet>
      <dgm:spPr/>
    </dgm:pt>
    <dgm:pt modelId="{0343546D-100E-7C40-B692-188AA807C327}" type="pres">
      <dgm:prSet presAssocID="{8CBC02C0-6945-4212-A996-F335C7722A52}" presName="sibTrans" presStyleCnt="0"/>
      <dgm:spPr/>
    </dgm:pt>
    <dgm:pt modelId="{D247AEFD-A006-FA45-966D-AD4197A435DE}" type="pres">
      <dgm:prSet presAssocID="{5FEF877C-6A8D-484F-B08A-C3F327151C90}" presName="node" presStyleLbl="node1" presStyleIdx="3" presStyleCnt="10">
        <dgm:presLayoutVars>
          <dgm:bulletEnabled val="1"/>
        </dgm:presLayoutVars>
      </dgm:prSet>
      <dgm:spPr/>
    </dgm:pt>
    <dgm:pt modelId="{BEFA1422-1F00-0048-8DAB-0B67B4C6109C}" type="pres">
      <dgm:prSet presAssocID="{31EC1F19-4907-40F7-AB7F-B03D587A9326}" presName="sibTrans" presStyleCnt="0"/>
      <dgm:spPr/>
    </dgm:pt>
    <dgm:pt modelId="{C40BB3FF-A578-534C-8C90-8E43E3D9A63A}" type="pres">
      <dgm:prSet presAssocID="{92A16F50-EDC9-4F6E-B517-5B75BA831564}" presName="node" presStyleLbl="node1" presStyleIdx="4" presStyleCnt="10">
        <dgm:presLayoutVars>
          <dgm:bulletEnabled val="1"/>
        </dgm:presLayoutVars>
      </dgm:prSet>
      <dgm:spPr/>
    </dgm:pt>
    <dgm:pt modelId="{49722634-816A-2245-AB46-2E08EB30EF30}" type="pres">
      <dgm:prSet presAssocID="{472909D7-B53D-40CE-9269-FCB4682E33E5}" presName="sibTrans" presStyleCnt="0"/>
      <dgm:spPr/>
    </dgm:pt>
    <dgm:pt modelId="{72FCC377-CE89-3C48-A408-995F61C5B87D}" type="pres">
      <dgm:prSet presAssocID="{79CDB997-E222-4CEC-B7EF-3D77DF3C9A28}" presName="node" presStyleLbl="node1" presStyleIdx="5" presStyleCnt="10">
        <dgm:presLayoutVars>
          <dgm:bulletEnabled val="1"/>
        </dgm:presLayoutVars>
      </dgm:prSet>
      <dgm:spPr/>
    </dgm:pt>
    <dgm:pt modelId="{43BD0DF3-0454-504E-8C4E-21A5592BC2CA}" type="pres">
      <dgm:prSet presAssocID="{8B219F6D-F0F8-44FA-A74B-70352A1161A6}" presName="sibTrans" presStyleCnt="0"/>
      <dgm:spPr/>
    </dgm:pt>
    <dgm:pt modelId="{D5733B23-BFE6-E44C-B4AA-468223355855}" type="pres">
      <dgm:prSet presAssocID="{E2C71808-F29A-458D-A2B5-85713B8CD40B}" presName="node" presStyleLbl="node1" presStyleIdx="6" presStyleCnt="10">
        <dgm:presLayoutVars>
          <dgm:bulletEnabled val="1"/>
        </dgm:presLayoutVars>
      </dgm:prSet>
      <dgm:spPr/>
    </dgm:pt>
    <dgm:pt modelId="{79355727-DB31-3647-9DB2-C417BD8800E1}" type="pres">
      <dgm:prSet presAssocID="{F64FC6BB-B198-4E0C-80AB-4A25F4DEB907}" presName="sibTrans" presStyleCnt="0"/>
      <dgm:spPr/>
    </dgm:pt>
    <dgm:pt modelId="{8F04F05E-7802-9740-83B4-74668B7796C3}" type="pres">
      <dgm:prSet presAssocID="{9C290BEA-6BA4-4865-B3F6-FE19E10759F1}" presName="node" presStyleLbl="node1" presStyleIdx="7" presStyleCnt="10">
        <dgm:presLayoutVars>
          <dgm:bulletEnabled val="1"/>
        </dgm:presLayoutVars>
      </dgm:prSet>
      <dgm:spPr/>
    </dgm:pt>
    <dgm:pt modelId="{22E1A6DF-18A0-C445-9A37-DFB4AFB4C260}" type="pres">
      <dgm:prSet presAssocID="{7AB32AB0-4BFC-460F-9FCC-E5A43B1CA1D3}" presName="sibTrans" presStyleCnt="0"/>
      <dgm:spPr/>
    </dgm:pt>
    <dgm:pt modelId="{49487582-6D28-CF4C-880F-B2D52A2F4B52}" type="pres">
      <dgm:prSet presAssocID="{591581C0-B42F-4D45-9DE6-1E20A10C3353}" presName="node" presStyleLbl="node1" presStyleIdx="8" presStyleCnt="10">
        <dgm:presLayoutVars>
          <dgm:bulletEnabled val="1"/>
        </dgm:presLayoutVars>
      </dgm:prSet>
      <dgm:spPr/>
    </dgm:pt>
    <dgm:pt modelId="{40A2ABDF-79A9-6848-89A5-2131A7438D51}" type="pres">
      <dgm:prSet presAssocID="{284138CB-20FA-4548-B04B-80F9A4AC1F78}" presName="sibTrans" presStyleCnt="0"/>
      <dgm:spPr/>
    </dgm:pt>
    <dgm:pt modelId="{D3CA5DDC-8A81-6144-B4DD-74B64CC20DF9}" type="pres">
      <dgm:prSet presAssocID="{4B152E19-7138-4DCD-A76C-33C291771685}" presName="node" presStyleLbl="node1" presStyleIdx="9" presStyleCnt="10">
        <dgm:presLayoutVars>
          <dgm:bulletEnabled val="1"/>
        </dgm:presLayoutVars>
      </dgm:prSet>
      <dgm:spPr/>
    </dgm:pt>
  </dgm:ptLst>
  <dgm:cxnLst>
    <dgm:cxn modelId="{E4EDD708-79C5-4C02-BB26-1C428916FEF1}" srcId="{F2295B0B-6BD9-4CD2-94EA-DC7DBB947C0B}" destId="{591581C0-B42F-4D45-9DE6-1E20A10C3353}" srcOrd="8" destOrd="0" parTransId="{03F16F5E-F1B7-4C97-BAC0-5FCAF70C36C2}" sibTransId="{284138CB-20FA-4548-B04B-80F9A4AC1F78}"/>
    <dgm:cxn modelId="{B57B391F-2646-2D47-B269-15EC41229760}" type="presOf" srcId="{4B152E19-7138-4DCD-A76C-33C291771685}" destId="{D3CA5DDC-8A81-6144-B4DD-74B64CC20DF9}" srcOrd="0" destOrd="0" presId="urn:microsoft.com/office/officeart/2005/8/layout/default"/>
    <dgm:cxn modelId="{686F7122-AD1C-AA43-B31F-AB805E99248D}" type="presOf" srcId="{8AFA97B5-C59B-4062-A113-E90CB806040F}" destId="{7E6D6622-0271-3B4D-93A3-FE4CB4DE2DDC}" srcOrd="0" destOrd="0" presId="urn:microsoft.com/office/officeart/2005/8/layout/default"/>
    <dgm:cxn modelId="{A04CB124-9AA9-D343-91C9-507568D60CF9}" type="presOf" srcId="{E2C71808-F29A-458D-A2B5-85713B8CD40B}" destId="{D5733B23-BFE6-E44C-B4AA-468223355855}" srcOrd="0" destOrd="0" presId="urn:microsoft.com/office/officeart/2005/8/layout/default"/>
    <dgm:cxn modelId="{F0ADAF29-8830-4A49-9C7B-4B9E6AC13483}" type="presOf" srcId="{D94870F9-ED64-4327-98DE-4439AA0D7D27}" destId="{2E9F4786-093C-924A-B365-53AB6582229D}" srcOrd="0" destOrd="0" presId="urn:microsoft.com/office/officeart/2005/8/layout/default"/>
    <dgm:cxn modelId="{0D4D922B-6F77-4E6E-98F7-B3F8DED0E51B}" srcId="{F2295B0B-6BD9-4CD2-94EA-DC7DBB947C0B}" destId="{D94870F9-ED64-4327-98DE-4439AA0D7D27}" srcOrd="2" destOrd="0" parTransId="{53DB27E5-8062-4CE6-9B82-82D6A14D536B}" sibTransId="{8CBC02C0-6945-4212-A996-F335C7722A52}"/>
    <dgm:cxn modelId="{EB64A93A-593E-4721-B2F4-77489EC21F68}" srcId="{F2295B0B-6BD9-4CD2-94EA-DC7DBB947C0B}" destId="{79CDB997-E222-4CEC-B7EF-3D77DF3C9A28}" srcOrd="5" destOrd="0" parTransId="{3896191D-281F-42F6-A5C1-F468A62C08F1}" sibTransId="{8B219F6D-F0F8-44FA-A74B-70352A1161A6}"/>
    <dgm:cxn modelId="{48C77C67-E225-4A36-B9B8-D097032FE5D5}" srcId="{F2295B0B-6BD9-4CD2-94EA-DC7DBB947C0B}" destId="{92A16F50-EDC9-4F6E-B517-5B75BA831564}" srcOrd="4" destOrd="0" parTransId="{81B57E23-7F38-4579-B219-2C3E16F70EAA}" sibTransId="{472909D7-B53D-40CE-9269-FCB4682E33E5}"/>
    <dgm:cxn modelId="{549EAA6A-4BF1-4D9D-B4BB-6D5365A6CCAD}" srcId="{F2295B0B-6BD9-4CD2-94EA-DC7DBB947C0B}" destId="{5FEF877C-6A8D-484F-B08A-C3F327151C90}" srcOrd="3" destOrd="0" parTransId="{AE7FEC56-EBE4-4ED5-9FEF-C1C0623B28E4}" sibTransId="{31EC1F19-4907-40F7-AB7F-B03D587A9326}"/>
    <dgm:cxn modelId="{6C09576B-73C5-9E40-AC00-2BC0958F2757}" type="presOf" srcId="{F2295B0B-6BD9-4CD2-94EA-DC7DBB947C0B}" destId="{48AFF143-84DE-844F-B32E-85C8CD3E9AA7}" srcOrd="0" destOrd="0" presId="urn:microsoft.com/office/officeart/2005/8/layout/default"/>
    <dgm:cxn modelId="{54B1417C-9464-9544-9872-5142767298F6}" type="presOf" srcId="{9C290BEA-6BA4-4865-B3F6-FE19E10759F1}" destId="{8F04F05E-7802-9740-83B4-74668B7796C3}" srcOrd="0" destOrd="0" presId="urn:microsoft.com/office/officeart/2005/8/layout/default"/>
    <dgm:cxn modelId="{BAF2A792-B3E5-7D45-9B4F-703F2D0D8A09}" type="presOf" srcId="{9154F7C8-596C-4D72-9B28-B0ABBDD4147A}" destId="{BDD203EB-E8B2-2448-8180-12E548389CE5}" srcOrd="0" destOrd="0" presId="urn:microsoft.com/office/officeart/2005/8/layout/default"/>
    <dgm:cxn modelId="{6B67CD92-6F4C-8146-97FE-FC9311D7867B}" type="presOf" srcId="{5FEF877C-6A8D-484F-B08A-C3F327151C90}" destId="{D247AEFD-A006-FA45-966D-AD4197A435DE}" srcOrd="0" destOrd="0" presId="urn:microsoft.com/office/officeart/2005/8/layout/default"/>
    <dgm:cxn modelId="{B65D39AA-7AE5-FB4D-B934-2D0662A8E89B}" type="presOf" srcId="{92A16F50-EDC9-4F6E-B517-5B75BA831564}" destId="{C40BB3FF-A578-534C-8C90-8E43E3D9A63A}" srcOrd="0" destOrd="0" presId="urn:microsoft.com/office/officeart/2005/8/layout/default"/>
    <dgm:cxn modelId="{5716F3B0-5889-496C-9FAE-C7DFDFB68772}" srcId="{F2295B0B-6BD9-4CD2-94EA-DC7DBB947C0B}" destId="{9154F7C8-596C-4D72-9B28-B0ABBDD4147A}" srcOrd="1" destOrd="0" parTransId="{DE9BF43D-8118-4ED2-A1AE-4BD638A332C8}" sibTransId="{01024892-5A9E-4D18-8C73-0F5F0AC083D0}"/>
    <dgm:cxn modelId="{8F2242B9-8529-3848-A9BF-CD82CB482829}" type="presOf" srcId="{79CDB997-E222-4CEC-B7EF-3D77DF3C9A28}" destId="{72FCC377-CE89-3C48-A408-995F61C5B87D}" srcOrd="0" destOrd="0" presId="urn:microsoft.com/office/officeart/2005/8/layout/default"/>
    <dgm:cxn modelId="{E8E433CC-5791-4259-B16C-6CDCBC8A1E6E}" srcId="{F2295B0B-6BD9-4CD2-94EA-DC7DBB947C0B}" destId="{E2C71808-F29A-458D-A2B5-85713B8CD40B}" srcOrd="6" destOrd="0" parTransId="{F77B2100-CCD6-47D1-BACF-32D87F29FB17}" sibTransId="{F64FC6BB-B198-4E0C-80AB-4A25F4DEB907}"/>
    <dgm:cxn modelId="{9AA2CDDA-31D7-424B-AB03-238E574B2A22}" type="presOf" srcId="{591581C0-B42F-4D45-9DE6-1E20A10C3353}" destId="{49487582-6D28-CF4C-880F-B2D52A2F4B52}" srcOrd="0" destOrd="0" presId="urn:microsoft.com/office/officeart/2005/8/layout/default"/>
    <dgm:cxn modelId="{314890DD-FB44-4212-9CB7-07A47803E35A}" srcId="{F2295B0B-6BD9-4CD2-94EA-DC7DBB947C0B}" destId="{4B152E19-7138-4DCD-A76C-33C291771685}" srcOrd="9" destOrd="0" parTransId="{78A23A41-CA68-493B-A982-B26D45B945AD}" sibTransId="{1D95550F-D47F-4F59-AC81-BC434780B1AD}"/>
    <dgm:cxn modelId="{F7F405EF-F381-42A3-B1F9-BB78F7D36A77}" srcId="{F2295B0B-6BD9-4CD2-94EA-DC7DBB947C0B}" destId="{8AFA97B5-C59B-4062-A113-E90CB806040F}" srcOrd="0" destOrd="0" parTransId="{8F1D34CD-D78F-4DBF-ADAB-DDEEA3161D2E}" sibTransId="{5C0E82A0-807B-4EE1-BCDE-197D0DCC61A6}"/>
    <dgm:cxn modelId="{374342F3-916F-4670-BE2A-10F06248BC75}" srcId="{F2295B0B-6BD9-4CD2-94EA-DC7DBB947C0B}" destId="{9C290BEA-6BA4-4865-B3F6-FE19E10759F1}" srcOrd="7" destOrd="0" parTransId="{3CEB31A7-7FDC-47E9-AA19-D81EDDB0FAAD}" sibTransId="{7AB32AB0-4BFC-460F-9FCC-E5A43B1CA1D3}"/>
    <dgm:cxn modelId="{5C373AB2-833F-6F4D-8BA8-354038BB5A8B}" type="presParOf" srcId="{48AFF143-84DE-844F-B32E-85C8CD3E9AA7}" destId="{7E6D6622-0271-3B4D-93A3-FE4CB4DE2DDC}" srcOrd="0" destOrd="0" presId="urn:microsoft.com/office/officeart/2005/8/layout/default"/>
    <dgm:cxn modelId="{310FC1EF-9461-D048-AAA2-66FBD22E17C1}" type="presParOf" srcId="{48AFF143-84DE-844F-B32E-85C8CD3E9AA7}" destId="{31FD65E6-67E6-CE4C-8AE9-A114E1AFB6F0}" srcOrd="1" destOrd="0" presId="urn:microsoft.com/office/officeart/2005/8/layout/default"/>
    <dgm:cxn modelId="{797CFDB3-722D-0B4E-A93D-27B6B8F3FB59}" type="presParOf" srcId="{48AFF143-84DE-844F-B32E-85C8CD3E9AA7}" destId="{BDD203EB-E8B2-2448-8180-12E548389CE5}" srcOrd="2" destOrd="0" presId="urn:microsoft.com/office/officeart/2005/8/layout/default"/>
    <dgm:cxn modelId="{E5F16547-3450-B340-BC5F-58F263EF817F}" type="presParOf" srcId="{48AFF143-84DE-844F-B32E-85C8CD3E9AA7}" destId="{9CF77A16-179D-604A-9748-627017CE3693}" srcOrd="3" destOrd="0" presId="urn:microsoft.com/office/officeart/2005/8/layout/default"/>
    <dgm:cxn modelId="{6BCC53F9-F83C-6B45-AC16-3247F0A31EFD}" type="presParOf" srcId="{48AFF143-84DE-844F-B32E-85C8CD3E9AA7}" destId="{2E9F4786-093C-924A-B365-53AB6582229D}" srcOrd="4" destOrd="0" presId="urn:microsoft.com/office/officeart/2005/8/layout/default"/>
    <dgm:cxn modelId="{9A842A59-CE68-9B42-BCBE-B11D626C95A5}" type="presParOf" srcId="{48AFF143-84DE-844F-B32E-85C8CD3E9AA7}" destId="{0343546D-100E-7C40-B692-188AA807C327}" srcOrd="5" destOrd="0" presId="urn:microsoft.com/office/officeart/2005/8/layout/default"/>
    <dgm:cxn modelId="{371ABB29-8DD3-1D48-AFF7-519CA0454B5D}" type="presParOf" srcId="{48AFF143-84DE-844F-B32E-85C8CD3E9AA7}" destId="{D247AEFD-A006-FA45-966D-AD4197A435DE}" srcOrd="6" destOrd="0" presId="urn:microsoft.com/office/officeart/2005/8/layout/default"/>
    <dgm:cxn modelId="{60C74BC1-7F36-B844-A7B5-0CD577376F56}" type="presParOf" srcId="{48AFF143-84DE-844F-B32E-85C8CD3E9AA7}" destId="{BEFA1422-1F00-0048-8DAB-0B67B4C6109C}" srcOrd="7" destOrd="0" presId="urn:microsoft.com/office/officeart/2005/8/layout/default"/>
    <dgm:cxn modelId="{DE2A1110-EEC6-6A41-86C8-9E62705A73A3}" type="presParOf" srcId="{48AFF143-84DE-844F-B32E-85C8CD3E9AA7}" destId="{C40BB3FF-A578-534C-8C90-8E43E3D9A63A}" srcOrd="8" destOrd="0" presId="urn:microsoft.com/office/officeart/2005/8/layout/default"/>
    <dgm:cxn modelId="{969B9D25-BF7B-CF46-995F-68E87D58132F}" type="presParOf" srcId="{48AFF143-84DE-844F-B32E-85C8CD3E9AA7}" destId="{49722634-816A-2245-AB46-2E08EB30EF30}" srcOrd="9" destOrd="0" presId="urn:microsoft.com/office/officeart/2005/8/layout/default"/>
    <dgm:cxn modelId="{29BFCA6A-CAA4-174A-BF49-2ADE2E43AE0A}" type="presParOf" srcId="{48AFF143-84DE-844F-B32E-85C8CD3E9AA7}" destId="{72FCC377-CE89-3C48-A408-995F61C5B87D}" srcOrd="10" destOrd="0" presId="urn:microsoft.com/office/officeart/2005/8/layout/default"/>
    <dgm:cxn modelId="{1B77447E-CFDC-2A44-82F2-976B5F32E236}" type="presParOf" srcId="{48AFF143-84DE-844F-B32E-85C8CD3E9AA7}" destId="{43BD0DF3-0454-504E-8C4E-21A5592BC2CA}" srcOrd="11" destOrd="0" presId="urn:microsoft.com/office/officeart/2005/8/layout/default"/>
    <dgm:cxn modelId="{295AB0D6-49C3-0E4C-B90C-149398FDA631}" type="presParOf" srcId="{48AFF143-84DE-844F-B32E-85C8CD3E9AA7}" destId="{D5733B23-BFE6-E44C-B4AA-468223355855}" srcOrd="12" destOrd="0" presId="urn:microsoft.com/office/officeart/2005/8/layout/default"/>
    <dgm:cxn modelId="{062F5DDF-66F7-1943-9229-6E6BF47D58BB}" type="presParOf" srcId="{48AFF143-84DE-844F-B32E-85C8CD3E9AA7}" destId="{79355727-DB31-3647-9DB2-C417BD8800E1}" srcOrd="13" destOrd="0" presId="urn:microsoft.com/office/officeart/2005/8/layout/default"/>
    <dgm:cxn modelId="{2CD65E37-7CE2-8843-8B0F-9DA43CB35497}" type="presParOf" srcId="{48AFF143-84DE-844F-B32E-85C8CD3E9AA7}" destId="{8F04F05E-7802-9740-83B4-74668B7796C3}" srcOrd="14" destOrd="0" presId="urn:microsoft.com/office/officeart/2005/8/layout/default"/>
    <dgm:cxn modelId="{920CE84C-0FED-E447-9E91-B586F3376AB3}" type="presParOf" srcId="{48AFF143-84DE-844F-B32E-85C8CD3E9AA7}" destId="{22E1A6DF-18A0-C445-9A37-DFB4AFB4C260}" srcOrd="15" destOrd="0" presId="urn:microsoft.com/office/officeart/2005/8/layout/default"/>
    <dgm:cxn modelId="{CF42B9C4-83F2-4A47-8DF4-1909F4CAF160}" type="presParOf" srcId="{48AFF143-84DE-844F-B32E-85C8CD3E9AA7}" destId="{49487582-6D28-CF4C-880F-B2D52A2F4B52}" srcOrd="16" destOrd="0" presId="urn:microsoft.com/office/officeart/2005/8/layout/default"/>
    <dgm:cxn modelId="{A9D6D2FF-4717-184D-8696-173910578B3D}" type="presParOf" srcId="{48AFF143-84DE-844F-B32E-85C8CD3E9AA7}" destId="{40A2ABDF-79A9-6848-89A5-2131A7438D51}" srcOrd="17" destOrd="0" presId="urn:microsoft.com/office/officeart/2005/8/layout/default"/>
    <dgm:cxn modelId="{E3D1AF87-5732-8E4B-9796-B89B14E5ED69}" type="presParOf" srcId="{48AFF143-84DE-844F-B32E-85C8CD3E9AA7}" destId="{D3CA5DDC-8A81-6144-B4DD-74B64CC20DF9}" srcOrd="18" destOrd="0" presId="urn:microsoft.com/office/officeart/2005/8/layout/default"/>
  </dgm:cxnLst>
  <dgm:bg/>
  <dgm:whole>
    <a:ln>
      <a:solidFill>
        <a:schemeClr val="bg1">
          <a:lumMod val="95000"/>
        </a:schemeClr>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6D6622-0271-3B4D-93A3-FE4CB4DE2DDC}">
      <dsp:nvSpPr>
        <dsp:cNvPr id="0" name=""/>
        <dsp:cNvSpPr/>
      </dsp:nvSpPr>
      <dsp:spPr>
        <a:xfrm>
          <a:off x="350377" y="1614"/>
          <a:ext cx="2318480" cy="139108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err="1"/>
            <a:t>Cvn</a:t>
          </a:r>
          <a:r>
            <a:rPr lang="en-GB" sz="1300" kern="1200" dirty="0"/>
            <a:t> v Racial Dicrimination (1965) - Committee on the Elimination of Racial Discrimination (ICERD)</a:t>
          </a:r>
          <a:endParaRPr lang="en-US" sz="1300" kern="1200" dirty="0"/>
        </a:p>
      </dsp:txBody>
      <dsp:txXfrm>
        <a:off x="350377" y="1614"/>
        <a:ext cx="2318480" cy="1391088"/>
      </dsp:txXfrm>
    </dsp:sp>
    <dsp:sp modelId="{BDD203EB-E8B2-2448-8180-12E548389CE5}">
      <dsp:nvSpPr>
        <dsp:cNvPr id="0" name=""/>
        <dsp:cNvSpPr/>
      </dsp:nvSpPr>
      <dsp:spPr>
        <a:xfrm>
          <a:off x="2900706" y="1614"/>
          <a:ext cx="2318480" cy="139108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a:t>ICESCR (1966) – </a:t>
          </a:r>
          <a:r>
            <a:rPr lang="en-US" sz="1300" kern="1200"/>
            <a:t>Committee on Economic, Social and Cultural Rights</a:t>
          </a:r>
          <a:r>
            <a:rPr lang="en-GB" sz="1300" kern="1200"/>
            <a:t> (CESCR)</a:t>
          </a:r>
          <a:endParaRPr lang="en-US" sz="1300" kern="1200"/>
        </a:p>
      </dsp:txBody>
      <dsp:txXfrm>
        <a:off x="2900706" y="1614"/>
        <a:ext cx="2318480" cy="1391088"/>
      </dsp:txXfrm>
    </dsp:sp>
    <dsp:sp modelId="{2E9F4786-093C-924A-B365-53AB6582229D}">
      <dsp:nvSpPr>
        <dsp:cNvPr id="0" name=""/>
        <dsp:cNvSpPr/>
      </dsp:nvSpPr>
      <dsp:spPr>
        <a:xfrm>
          <a:off x="5451035" y="1614"/>
          <a:ext cx="2318480" cy="139108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a:t>ICCPR (1966) –  Human Rights Committee</a:t>
          </a:r>
          <a:endParaRPr lang="en-US" sz="1300" kern="1200"/>
        </a:p>
      </dsp:txBody>
      <dsp:txXfrm>
        <a:off x="5451035" y="1614"/>
        <a:ext cx="2318480" cy="1391088"/>
      </dsp:txXfrm>
    </dsp:sp>
    <dsp:sp modelId="{D247AEFD-A006-FA45-966D-AD4197A435DE}">
      <dsp:nvSpPr>
        <dsp:cNvPr id="0" name=""/>
        <dsp:cNvSpPr/>
      </dsp:nvSpPr>
      <dsp:spPr>
        <a:xfrm>
          <a:off x="8001363" y="1614"/>
          <a:ext cx="2318480" cy="139108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a:t>Cvn v Discrimination v Women (1979) –</a:t>
          </a:r>
          <a:r>
            <a:rPr lang="en-US" sz="1300" kern="1200"/>
            <a:t>Committee on the Elimination of Discrimination against Women </a:t>
          </a:r>
          <a:r>
            <a:rPr lang="en-GB" sz="1300" kern="1200"/>
            <a:t>(CEDAW)</a:t>
          </a:r>
          <a:endParaRPr lang="en-US" sz="1300" kern="1200"/>
        </a:p>
      </dsp:txBody>
      <dsp:txXfrm>
        <a:off x="8001363" y="1614"/>
        <a:ext cx="2318480" cy="1391088"/>
      </dsp:txXfrm>
    </dsp:sp>
    <dsp:sp modelId="{C40BB3FF-A578-534C-8C90-8E43E3D9A63A}">
      <dsp:nvSpPr>
        <dsp:cNvPr id="0" name=""/>
        <dsp:cNvSpPr/>
      </dsp:nvSpPr>
      <dsp:spPr>
        <a:xfrm>
          <a:off x="350377" y="1624551"/>
          <a:ext cx="2318480" cy="139108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a:t>Cvn against Torture (1984) – </a:t>
          </a:r>
          <a:r>
            <a:rPr lang="en-US" sz="1300" kern="1200"/>
            <a:t>Committee against Torture </a:t>
          </a:r>
          <a:r>
            <a:rPr lang="en-GB" sz="1300" kern="1200"/>
            <a:t>(CAT)</a:t>
          </a:r>
          <a:endParaRPr lang="en-US" sz="1300" kern="1200"/>
        </a:p>
      </dsp:txBody>
      <dsp:txXfrm>
        <a:off x="350377" y="1624551"/>
        <a:ext cx="2318480" cy="1391088"/>
      </dsp:txXfrm>
    </dsp:sp>
    <dsp:sp modelId="{72FCC377-CE89-3C48-A408-995F61C5B87D}">
      <dsp:nvSpPr>
        <dsp:cNvPr id="0" name=""/>
        <dsp:cNvSpPr/>
      </dsp:nvSpPr>
      <dsp:spPr>
        <a:xfrm>
          <a:off x="2900706" y="1624551"/>
          <a:ext cx="2318480" cy="139108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a:t>Cvn on Rights of the Child (1989) – </a:t>
          </a:r>
          <a:r>
            <a:rPr lang="en-US" sz="1300" kern="1200"/>
            <a:t>Committee on the Rights of the Child </a:t>
          </a:r>
          <a:r>
            <a:rPr lang="en-GB" sz="1300" kern="1200"/>
            <a:t>(CROC)</a:t>
          </a:r>
          <a:endParaRPr lang="en-US" sz="1300" kern="1200"/>
        </a:p>
      </dsp:txBody>
      <dsp:txXfrm>
        <a:off x="2900706" y="1624551"/>
        <a:ext cx="2318480" cy="1391088"/>
      </dsp:txXfrm>
    </dsp:sp>
    <dsp:sp modelId="{D5733B23-BFE6-E44C-B4AA-468223355855}">
      <dsp:nvSpPr>
        <dsp:cNvPr id="0" name=""/>
        <dsp:cNvSpPr/>
      </dsp:nvSpPr>
      <dsp:spPr>
        <a:xfrm>
          <a:off x="5451035" y="1624551"/>
          <a:ext cx="2318480" cy="139108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a:t>Cvn on Rights of Migrant Workers (1992) - </a:t>
          </a:r>
          <a:r>
            <a:rPr lang="en-US" sz="1300" kern="1200"/>
            <a:t>Committee on Migrant Workers</a:t>
          </a:r>
          <a:r>
            <a:rPr lang="en-GB" sz="1300" kern="1200"/>
            <a:t> (CMW)</a:t>
          </a:r>
          <a:endParaRPr lang="en-US" sz="1300" kern="1200"/>
        </a:p>
      </dsp:txBody>
      <dsp:txXfrm>
        <a:off x="5451035" y="1624551"/>
        <a:ext cx="2318480" cy="1391088"/>
      </dsp:txXfrm>
    </dsp:sp>
    <dsp:sp modelId="{8F04F05E-7802-9740-83B4-74668B7796C3}">
      <dsp:nvSpPr>
        <dsp:cNvPr id="0" name=""/>
        <dsp:cNvSpPr/>
      </dsp:nvSpPr>
      <dsp:spPr>
        <a:xfrm>
          <a:off x="8001363" y="1624551"/>
          <a:ext cx="2318480" cy="139108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a:t>Cvn Rights of Persons with Disabilities (2006) – </a:t>
          </a:r>
          <a:r>
            <a:rPr lang="en-US" sz="1300" kern="1200"/>
            <a:t>Committee on the Rights of Persons with Disabilities</a:t>
          </a:r>
          <a:r>
            <a:rPr lang="en-GB" sz="1300" kern="1200"/>
            <a:t> (CRPD)</a:t>
          </a:r>
          <a:endParaRPr lang="en-US" sz="1300" kern="1200"/>
        </a:p>
      </dsp:txBody>
      <dsp:txXfrm>
        <a:off x="8001363" y="1624551"/>
        <a:ext cx="2318480" cy="1391088"/>
      </dsp:txXfrm>
    </dsp:sp>
    <dsp:sp modelId="{49487582-6D28-CF4C-880F-B2D52A2F4B52}">
      <dsp:nvSpPr>
        <dsp:cNvPr id="0" name=""/>
        <dsp:cNvSpPr/>
      </dsp:nvSpPr>
      <dsp:spPr>
        <a:xfrm>
          <a:off x="2900706" y="3247487"/>
          <a:ext cx="2318480" cy="139108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a:t>Cvn Enforced Disappearance (2006) – </a:t>
          </a:r>
          <a:r>
            <a:rPr lang="en-US" sz="1300" kern="1200"/>
            <a:t>Committee on Enforced Disappearances </a:t>
          </a:r>
          <a:r>
            <a:rPr lang="en-GB" sz="1300" kern="1200"/>
            <a:t>(CED)</a:t>
          </a:r>
          <a:endParaRPr lang="en-US" sz="1300" kern="1200"/>
        </a:p>
      </dsp:txBody>
      <dsp:txXfrm>
        <a:off x="2900706" y="3247487"/>
        <a:ext cx="2318480" cy="1391088"/>
      </dsp:txXfrm>
    </dsp:sp>
    <dsp:sp modelId="{D3CA5DDC-8A81-6144-B4DD-74B64CC20DF9}">
      <dsp:nvSpPr>
        <dsp:cNvPr id="0" name=""/>
        <dsp:cNvSpPr/>
      </dsp:nvSpPr>
      <dsp:spPr>
        <a:xfrm>
          <a:off x="5451035" y="3247487"/>
          <a:ext cx="2318480" cy="139108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Optional Protocol to the Convention Against Torture (2002) - Subcommittee on Prevention of Torture and other Cruel, Inhuman or Degrading Treatment or Punishment (SPT) </a:t>
          </a:r>
        </a:p>
      </dsp:txBody>
      <dsp:txXfrm>
        <a:off x="5451035" y="3247487"/>
        <a:ext cx="2318480" cy="1391088"/>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2BCFED9-9711-7DC8-CC51-F572BB344A5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latin typeface="Work Sans Light" pitchFamily="2" charset="0"/>
            </a:endParaRPr>
          </a:p>
        </p:txBody>
      </p:sp>
      <p:sp>
        <p:nvSpPr>
          <p:cNvPr id="3" name="Date Placeholder 2">
            <a:extLst>
              <a:ext uri="{FF2B5EF4-FFF2-40B4-BE49-F238E27FC236}">
                <a16:creationId xmlns:a16="http://schemas.microsoft.com/office/drawing/2014/main" id="{F4088195-5EF2-63BF-8723-D04E9922FC3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13EA5C6-73EB-4E3E-98D2-0C24F6630EC8}" type="datetimeFigureOut">
              <a:rPr lang="en-AU" smtClean="0">
                <a:latin typeface="Work Sans Light" pitchFamily="2" charset="0"/>
              </a:rPr>
              <a:t>27/5/2025</a:t>
            </a:fld>
            <a:endParaRPr lang="en-AU" dirty="0">
              <a:latin typeface="Work Sans Light" pitchFamily="2" charset="0"/>
            </a:endParaRPr>
          </a:p>
        </p:txBody>
      </p:sp>
      <p:sp>
        <p:nvSpPr>
          <p:cNvPr id="4" name="Footer Placeholder 3">
            <a:extLst>
              <a:ext uri="{FF2B5EF4-FFF2-40B4-BE49-F238E27FC236}">
                <a16:creationId xmlns:a16="http://schemas.microsoft.com/office/drawing/2014/main" id="{546B5278-C18E-193C-DFC8-FD02AD0D747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latin typeface="Work Sans Light" pitchFamily="2" charset="0"/>
            </a:endParaRPr>
          </a:p>
        </p:txBody>
      </p:sp>
      <p:sp>
        <p:nvSpPr>
          <p:cNvPr id="5" name="Slide Number Placeholder 4">
            <a:extLst>
              <a:ext uri="{FF2B5EF4-FFF2-40B4-BE49-F238E27FC236}">
                <a16:creationId xmlns:a16="http://schemas.microsoft.com/office/drawing/2014/main" id="{7C1A89BB-A527-B4DC-BE2A-A331B82C83B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58CA646-FA1E-409E-B84B-71E8B8D7626D}" type="slidenum">
              <a:rPr lang="en-AU" smtClean="0">
                <a:latin typeface="Work Sans Light" pitchFamily="2" charset="0"/>
              </a:rPr>
              <a:t>‹#›</a:t>
            </a:fld>
            <a:endParaRPr lang="en-AU" dirty="0">
              <a:latin typeface="Work Sans Light" pitchFamily="2" charset="0"/>
            </a:endParaRPr>
          </a:p>
        </p:txBody>
      </p:sp>
    </p:spTree>
    <p:extLst>
      <p:ext uri="{BB962C8B-B14F-4D97-AF65-F5344CB8AC3E}">
        <p14:creationId xmlns:p14="http://schemas.microsoft.com/office/powerpoint/2010/main" val="18005945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Work Sans Light" pitchFamily="2" charset="0"/>
              </a:defRPr>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Work Sans Light" pitchFamily="2" charset="0"/>
              </a:defRPr>
            </a:lvl1pPr>
          </a:lstStyle>
          <a:p>
            <a:fld id="{85688D7E-976C-4B5A-A511-4E529A5F42FF}" type="datetimeFigureOut">
              <a:rPr lang="en-AU" smtClean="0"/>
              <a:pPr/>
              <a:t>27/5/2025</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Work Sans Light" pitchFamily="2" charset="0"/>
              </a:defRPr>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Work Sans Light" pitchFamily="2" charset="0"/>
              </a:defRPr>
            </a:lvl1pPr>
          </a:lstStyle>
          <a:p>
            <a:fld id="{43F4DFC0-1D10-4A64-B265-B5564C76A40D}" type="slidenum">
              <a:rPr lang="en-AU" smtClean="0"/>
              <a:pPr/>
              <a:t>‹#›</a:t>
            </a:fld>
            <a:endParaRPr lang="en-AU" dirty="0"/>
          </a:p>
        </p:txBody>
      </p:sp>
    </p:spTree>
    <p:extLst>
      <p:ext uri="{BB962C8B-B14F-4D97-AF65-F5344CB8AC3E}">
        <p14:creationId xmlns:p14="http://schemas.microsoft.com/office/powerpoint/2010/main" val="21597443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Work Sans Light" pitchFamily="2" charset="0"/>
        <a:ea typeface="+mn-ea"/>
        <a:cs typeface="+mn-cs"/>
      </a:defRPr>
    </a:lvl1pPr>
    <a:lvl2pPr marL="457200" algn="l" defTabSz="914400" rtl="0" eaLnBrk="1" latinLnBrk="0" hangingPunct="1">
      <a:defRPr sz="1200" kern="1200">
        <a:solidFill>
          <a:schemeClr val="tx1"/>
        </a:solidFill>
        <a:latin typeface="Work Sans Light" pitchFamily="2" charset="0"/>
        <a:ea typeface="+mn-ea"/>
        <a:cs typeface="+mn-cs"/>
      </a:defRPr>
    </a:lvl2pPr>
    <a:lvl3pPr marL="914400" algn="l" defTabSz="914400" rtl="0" eaLnBrk="1" latinLnBrk="0" hangingPunct="1">
      <a:defRPr sz="1200" kern="1200">
        <a:solidFill>
          <a:schemeClr val="tx1"/>
        </a:solidFill>
        <a:latin typeface="Work Sans Light" pitchFamily="2" charset="0"/>
        <a:ea typeface="+mn-ea"/>
        <a:cs typeface="+mn-cs"/>
      </a:defRPr>
    </a:lvl3pPr>
    <a:lvl4pPr marL="1371600" algn="l" defTabSz="914400" rtl="0" eaLnBrk="1" latinLnBrk="0" hangingPunct="1">
      <a:defRPr sz="1200" kern="1200">
        <a:solidFill>
          <a:schemeClr val="tx1"/>
        </a:solidFill>
        <a:latin typeface="Work Sans Light" pitchFamily="2" charset="0"/>
        <a:ea typeface="+mn-ea"/>
        <a:cs typeface="+mn-cs"/>
      </a:defRPr>
    </a:lvl4pPr>
    <a:lvl5pPr marL="1828800" algn="l" defTabSz="914400" rtl="0" eaLnBrk="1" latinLnBrk="0" hangingPunct="1">
      <a:defRPr sz="1200" kern="1200">
        <a:solidFill>
          <a:schemeClr val="tx1"/>
        </a:solidFill>
        <a:latin typeface="Work Sans Light"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F4DFC0-1D10-4A64-B265-B5564C76A40D}" type="slidenum">
              <a:rPr lang="en-AU" smtClean="0"/>
              <a:pPr/>
              <a:t>1</a:t>
            </a:fld>
            <a:endParaRPr lang="en-AU" dirty="0"/>
          </a:p>
        </p:txBody>
      </p:sp>
    </p:spTree>
    <p:extLst>
      <p:ext uri="{BB962C8B-B14F-4D97-AF65-F5344CB8AC3E}">
        <p14:creationId xmlns:p14="http://schemas.microsoft.com/office/powerpoint/2010/main" val="20018467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3F4DFC0-1D10-4A64-B265-B5564C76A40D}" type="slidenum">
              <a:rPr lang="en-AU" smtClean="0"/>
              <a:pPr/>
              <a:t>2</a:t>
            </a:fld>
            <a:endParaRPr lang="en-AU" dirty="0"/>
          </a:p>
        </p:txBody>
      </p:sp>
    </p:spTree>
    <p:extLst>
      <p:ext uri="{BB962C8B-B14F-4D97-AF65-F5344CB8AC3E}">
        <p14:creationId xmlns:p14="http://schemas.microsoft.com/office/powerpoint/2010/main" val="36180364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F4DFC0-1D10-4A64-B265-B5564C76A40D}" type="slidenum">
              <a:rPr lang="en-AU" smtClean="0"/>
              <a:pPr/>
              <a:t>3</a:t>
            </a:fld>
            <a:endParaRPr lang="en-AU" dirty="0"/>
          </a:p>
        </p:txBody>
      </p:sp>
    </p:spTree>
    <p:extLst>
      <p:ext uri="{BB962C8B-B14F-4D97-AF65-F5344CB8AC3E}">
        <p14:creationId xmlns:p14="http://schemas.microsoft.com/office/powerpoint/2010/main" val="1163099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mn-lt"/>
            </a:endParaRPr>
          </a:p>
        </p:txBody>
      </p:sp>
      <p:sp>
        <p:nvSpPr>
          <p:cNvPr id="4" name="Slide Number Placeholder 3"/>
          <p:cNvSpPr>
            <a:spLocks noGrp="1"/>
          </p:cNvSpPr>
          <p:nvPr>
            <p:ph type="sldNum" sz="quarter" idx="5"/>
          </p:nvPr>
        </p:nvSpPr>
        <p:spPr/>
        <p:txBody>
          <a:bodyPr/>
          <a:lstStyle/>
          <a:p>
            <a:fld id="{43F4DFC0-1D10-4A64-B265-B5564C76A40D}" type="slidenum">
              <a:rPr lang="en-AU" smtClean="0"/>
              <a:pPr/>
              <a:t>4</a:t>
            </a:fld>
            <a:endParaRPr lang="en-AU" dirty="0"/>
          </a:p>
        </p:txBody>
      </p:sp>
    </p:spTree>
    <p:extLst>
      <p:ext uri="{BB962C8B-B14F-4D97-AF65-F5344CB8AC3E}">
        <p14:creationId xmlns:p14="http://schemas.microsoft.com/office/powerpoint/2010/main" val="313243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BFB8D-4E31-0BEC-9393-1DF898E418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6712A7-5570-BD73-951B-41A79D4FC8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CAA115-A306-29D2-61E6-534B006EBD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76ECC9-7C33-A015-7C5D-3FC04DC7EDAA}"/>
              </a:ext>
            </a:extLst>
          </p:cNvPr>
          <p:cNvSpPr>
            <a:spLocks noGrp="1"/>
          </p:cNvSpPr>
          <p:nvPr>
            <p:ph type="sldNum" sz="quarter" idx="5"/>
          </p:nvPr>
        </p:nvSpPr>
        <p:spPr/>
        <p:txBody>
          <a:bodyPr/>
          <a:lstStyle/>
          <a:p>
            <a:fld id="{43F4DFC0-1D10-4A64-B265-B5564C76A40D}" type="slidenum">
              <a:rPr lang="en-AU" smtClean="0"/>
              <a:pPr/>
              <a:t>5</a:t>
            </a:fld>
            <a:endParaRPr lang="en-AU" dirty="0"/>
          </a:p>
        </p:txBody>
      </p:sp>
    </p:spTree>
    <p:extLst>
      <p:ext uri="{BB962C8B-B14F-4D97-AF65-F5344CB8AC3E}">
        <p14:creationId xmlns:p14="http://schemas.microsoft.com/office/powerpoint/2010/main" val="42054910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6DE9A-6206-6864-9F2F-AD44C2B82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359CE9-64D1-BD47-F202-3A2100A63E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27BBE0-9AAA-BE4C-6DC8-5FA14C3A6B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3FBF7C-C4A5-7D84-CAE2-C683692E6A4D}"/>
              </a:ext>
            </a:extLst>
          </p:cNvPr>
          <p:cNvSpPr>
            <a:spLocks noGrp="1"/>
          </p:cNvSpPr>
          <p:nvPr>
            <p:ph type="sldNum" sz="quarter" idx="5"/>
          </p:nvPr>
        </p:nvSpPr>
        <p:spPr/>
        <p:txBody>
          <a:bodyPr/>
          <a:lstStyle/>
          <a:p>
            <a:fld id="{43F4DFC0-1D10-4A64-B265-B5564C76A40D}" type="slidenum">
              <a:rPr lang="en-AU" smtClean="0"/>
              <a:pPr/>
              <a:t>6</a:t>
            </a:fld>
            <a:endParaRPr lang="en-AU" dirty="0"/>
          </a:p>
        </p:txBody>
      </p:sp>
    </p:spTree>
    <p:extLst>
      <p:ext uri="{BB962C8B-B14F-4D97-AF65-F5344CB8AC3E}">
        <p14:creationId xmlns:p14="http://schemas.microsoft.com/office/powerpoint/2010/main" val="19763300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F4DFC0-1D10-4A64-B265-B5564C76A40D}" type="slidenum">
              <a:rPr lang="en-AU" smtClean="0"/>
              <a:pPr/>
              <a:t>7</a:t>
            </a:fld>
            <a:endParaRPr lang="en-AU" dirty="0"/>
          </a:p>
        </p:txBody>
      </p:sp>
    </p:spTree>
    <p:extLst>
      <p:ext uri="{BB962C8B-B14F-4D97-AF65-F5344CB8AC3E}">
        <p14:creationId xmlns:p14="http://schemas.microsoft.com/office/powerpoint/2010/main" val="1432717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F4DFC0-1D10-4A64-B265-B5564C76A40D}" type="slidenum">
              <a:rPr lang="en-AU" smtClean="0"/>
              <a:pPr/>
              <a:t>8</a:t>
            </a:fld>
            <a:endParaRPr lang="en-AU" dirty="0"/>
          </a:p>
        </p:txBody>
      </p:sp>
    </p:spTree>
    <p:extLst>
      <p:ext uri="{BB962C8B-B14F-4D97-AF65-F5344CB8AC3E}">
        <p14:creationId xmlns:p14="http://schemas.microsoft.com/office/powerpoint/2010/main" val="39738295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79620-37DA-6272-28A8-4469874F01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109F10-CECE-6064-F1FC-92EB227BD9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EAC5CA-7AA2-C7CF-31F4-4A6912E5DD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4A82AF-6E16-FF0E-34B5-BA1E231D27E8}"/>
              </a:ext>
            </a:extLst>
          </p:cNvPr>
          <p:cNvSpPr>
            <a:spLocks noGrp="1"/>
          </p:cNvSpPr>
          <p:nvPr>
            <p:ph type="sldNum" sz="quarter" idx="5"/>
          </p:nvPr>
        </p:nvSpPr>
        <p:spPr/>
        <p:txBody>
          <a:bodyPr/>
          <a:lstStyle/>
          <a:p>
            <a:fld id="{43F4DFC0-1D10-4A64-B265-B5564C76A40D}" type="slidenum">
              <a:rPr lang="en-AU" smtClean="0"/>
              <a:pPr/>
              <a:t>9</a:t>
            </a:fld>
            <a:endParaRPr lang="en-AU" dirty="0"/>
          </a:p>
        </p:txBody>
      </p:sp>
    </p:spTree>
    <p:extLst>
      <p:ext uri="{BB962C8B-B14F-4D97-AF65-F5344CB8AC3E}">
        <p14:creationId xmlns:p14="http://schemas.microsoft.com/office/powerpoint/2010/main" val="37883552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D6832-1861-6350-2A7D-EFD2B4E05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D45701-F5FC-90D0-85D8-B7C90812AD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5F2E72-F4EE-C5A4-13C9-81E24920C7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94FED8-C0E7-87C6-D38B-CEC3F55C5BAC}"/>
              </a:ext>
            </a:extLst>
          </p:cNvPr>
          <p:cNvSpPr>
            <a:spLocks noGrp="1"/>
          </p:cNvSpPr>
          <p:nvPr>
            <p:ph type="sldNum" sz="quarter" idx="5"/>
          </p:nvPr>
        </p:nvSpPr>
        <p:spPr/>
        <p:txBody>
          <a:bodyPr/>
          <a:lstStyle/>
          <a:p>
            <a:fld id="{43F4DFC0-1D10-4A64-B265-B5564C76A40D}" type="slidenum">
              <a:rPr lang="en-AU" smtClean="0"/>
              <a:pPr/>
              <a:t>10</a:t>
            </a:fld>
            <a:endParaRPr lang="en-AU" dirty="0"/>
          </a:p>
        </p:txBody>
      </p:sp>
    </p:spTree>
    <p:extLst>
      <p:ext uri="{BB962C8B-B14F-4D97-AF65-F5344CB8AC3E}">
        <p14:creationId xmlns:p14="http://schemas.microsoft.com/office/powerpoint/2010/main" val="25047465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E880D-E7BF-7ADE-2E84-137243C397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4EE0BB-6B0A-8802-FB9B-7C2A015967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B87E07-B592-336A-5394-89C67C5975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13A89E-A262-3CFC-A14E-789E18375037}"/>
              </a:ext>
            </a:extLst>
          </p:cNvPr>
          <p:cNvSpPr>
            <a:spLocks noGrp="1"/>
          </p:cNvSpPr>
          <p:nvPr>
            <p:ph type="sldNum" sz="quarter" idx="5"/>
          </p:nvPr>
        </p:nvSpPr>
        <p:spPr/>
        <p:txBody>
          <a:bodyPr/>
          <a:lstStyle/>
          <a:p>
            <a:fld id="{43F4DFC0-1D10-4A64-B265-B5564C76A40D}" type="slidenum">
              <a:rPr lang="en-AU" smtClean="0"/>
              <a:pPr/>
              <a:t>11</a:t>
            </a:fld>
            <a:endParaRPr lang="en-AU" dirty="0"/>
          </a:p>
        </p:txBody>
      </p:sp>
    </p:spTree>
    <p:extLst>
      <p:ext uri="{BB962C8B-B14F-4D97-AF65-F5344CB8AC3E}">
        <p14:creationId xmlns:p14="http://schemas.microsoft.com/office/powerpoint/2010/main" val="647568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mn-lt"/>
            </a:endParaRPr>
          </a:p>
        </p:txBody>
      </p:sp>
      <p:sp>
        <p:nvSpPr>
          <p:cNvPr id="4" name="Slide Number Placeholder 3"/>
          <p:cNvSpPr>
            <a:spLocks noGrp="1"/>
          </p:cNvSpPr>
          <p:nvPr>
            <p:ph type="sldNum" sz="quarter" idx="5"/>
          </p:nvPr>
        </p:nvSpPr>
        <p:spPr/>
        <p:txBody>
          <a:bodyPr/>
          <a:lstStyle/>
          <a:p>
            <a:fld id="{43F4DFC0-1D10-4A64-B265-B5564C76A40D}" type="slidenum">
              <a:rPr lang="en-AU" smtClean="0"/>
              <a:pPr/>
              <a:t>12</a:t>
            </a:fld>
            <a:endParaRPr lang="en-AU" dirty="0"/>
          </a:p>
        </p:txBody>
      </p:sp>
    </p:spTree>
    <p:extLst>
      <p:ext uri="{BB962C8B-B14F-4D97-AF65-F5344CB8AC3E}">
        <p14:creationId xmlns:p14="http://schemas.microsoft.com/office/powerpoint/2010/main" val="13523608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1501C-D591-6B03-7523-6FFDB7BF3C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29AD7C-F5B8-7AA6-63D6-7818BA5E0F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86A504-B511-289E-CA05-8D3356473B4B}"/>
              </a:ext>
            </a:extLst>
          </p:cNvPr>
          <p:cNvSpPr>
            <a:spLocks noGrp="1"/>
          </p:cNvSpPr>
          <p:nvPr>
            <p:ph type="body" idx="1"/>
          </p:nvPr>
        </p:nvSpPr>
        <p:spPr/>
        <p:txBody>
          <a:bodyPr/>
          <a:lstStyle/>
          <a:p>
            <a:pPr marL="171450" indent="-171450">
              <a:buFont typeface="Arial" panose="020B0604020202020204" pitchFamily="34" charset="0"/>
              <a:buChar char="•"/>
            </a:pPr>
            <a:endParaRPr lang="en-US"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F3962623-3A62-D242-F188-D8141FF176EB}"/>
              </a:ext>
            </a:extLst>
          </p:cNvPr>
          <p:cNvSpPr>
            <a:spLocks noGrp="1"/>
          </p:cNvSpPr>
          <p:nvPr>
            <p:ph type="sldNum" sz="quarter" idx="5"/>
          </p:nvPr>
        </p:nvSpPr>
        <p:spPr/>
        <p:txBody>
          <a:bodyPr/>
          <a:lstStyle/>
          <a:p>
            <a:fld id="{43F4DFC0-1D10-4A64-B265-B5564C76A40D}" type="slidenum">
              <a:rPr lang="en-AU" smtClean="0"/>
              <a:pPr/>
              <a:t>13</a:t>
            </a:fld>
            <a:endParaRPr lang="en-AU" dirty="0"/>
          </a:p>
        </p:txBody>
      </p:sp>
    </p:spTree>
    <p:extLst>
      <p:ext uri="{BB962C8B-B14F-4D97-AF65-F5344CB8AC3E}">
        <p14:creationId xmlns:p14="http://schemas.microsoft.com/office/powerpoint/2010/main" val="39045373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3A169-A56C-D9AE-05CD-AF12CDA8B6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65E4E8-5CFF-869F-99E7-B6AAF43773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EA514B-D72D-EFF1-A044-93F32B81F2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B087EA-0407-C574-71CB-4EF46175038A}"/>
              </a:ext>
            </a:extLst>
          </p:cNvPr>
          <p:cNvSpPr>
            <a:spLocks noGrp="1"/>
          </p:cNvSpPr>
          <p:nvPr>
            <p:ph type="sldNum" sz="quarter" idx="5"/>
          </p:nvPr>
        </p:nvSpPr>
        <p:spPr/>
        <p:txBody>
          <a:bodyPr/>
          <a:lstStyle/>
          <a:p>
            <a:fld id="{43F4DFC0-1D10-4A64-B265-B5564C76A40D}" type="slidenum">
              <a:rPr lang="en-AU" smtClean="0"/>
              <a:pPr/>
              <a:t>14</a:t>
            </a:fld>
            <a:endParaRPr lang="en-AU" dirty="0"/>
          </a:p>
        </p:txBody>
      </p:sp>
    </p:spTree>
    <p:extLst>
      <p:ext uri="{BB962C8B-B14F-4D97-AF65-F5344CB8AC3E}">
        <p14:creationId xmlns:p14="http://schemas.microsoft.com/office/powerpoint/2010/main" val="42090393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43F4DFC0-1D10-4A64-B265-B5564C76A40D}" type="slidenum">
              <a:rPr lang="en-AU" smtClean="0"/>
              <a:pPr/>
              <a:t>15</a:t>
            </a:fld>
            <a:endParaRPr lang="en-AU" dirty="0"/>
          </a:p>
        </p:txBody>
      </p:sp>
    </p:spTree>
    <p:extLst>
      <p:ext uri="{BB962C8B-B14F-4D97-AF65-F5344CB8AC3E}">
        <p14:creationId xmlns:p14="http://schemas.microsoft.com/office/powerpoint/2010/main" val="11466623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07CEE-8534-DEDA-4D18-9D590FB3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79E2E3-2D6E-DA53-5B9E-8B237FFD80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D9EC3E-FF4D-FF60-CA23-BCB3DC5CF1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D15F38-09D7-DE29-F331-6659C0C553FA}"/>
              </a:ext>
            </a:extLst>
          </p:cNvPr>
          <p:cNvSpPr>
            <a:spLocks noGrp="1"/>
          </p:cNvSpPr>
          <p:nvPr>
            <p:ph type="sldNum" sz="quarter" idx="5"/>
          </p:nvPr>
        </p:nvSpPr>
        <p:spPr/>
        <p:txBody>
          <a:bodyPr/>
          <a:lstStyle/>
          <a:p>
            <a:fld id="{43F4DFC0-1D10-4A64-B265-B5564C76A40D}" type="slidenum">
              <a:rPr lang="en-AU" smtClean="0"/>
              <a:pPr/>
              <a:t>16</a:t>
            </a:fld>
            <a:endParaRPr lang="en-AU" dirty="0"/>
          </a:p>
        </p:txBody>
      </p:sp>
    </p:spTree>
    <p:extLst>
      <p:ext uri="{BB962C8B-B14F-4D97-AF65-F5344CB8AC3E}">
        <p14:creationId xmlns:p14="http://schemas.microsoft.com/office/powerpoint/2010/main" val="25498090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67895-0A30-6E24-4D5C-D30A3C1EF4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4F3FF4-84AC-21FA-C1C8-B751AFBB22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60B6E3-FC36-338E-CC50-DFC0F177348C}"/>
              </a:ext>
            </a:extLst>
          </p:cNvPr>
          <p:cNvSpPr>
            <a:spLocks noGrp="1"/>
          </p:cNvSpPr>
          <p:nvPr>
            <p:ph type="body" idx="1"/>
          </p:nvPr>
        </p:nvSpPr>
        <p:spPr/>
        <p:txBody>
          <a:bodyPr/>
          <a:lstStyle/>
          <a:p>
            <a:pPr marL="171450" indent="-171450">
              <a:buFont typeface="Arial" panose="020B0604020202020204" pitchFamily="34" charset="0"/>
              <a:buChar char="•"/>
            </a:pPr>
            <a:endParaRPr lang="en-US"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6366762-3DFC-B83F-A1FD-52E00501632C}"/>
              </a:ext>
            </a:extLst>
          </p:cNvPr>
          <p:cNvSpPr>
            <a:spLocks noGrp="1"/>
          </p:cNvSpPr>
          <p:nvPr>
            <p:ph type="sldNum" sz="quarter" idx="5"/>
          </p:nvPr>
        </p:nvSpPr>
        <p:spPr/>
        <p:txBody>
          <a:bodyPr/>
          <a:lstStyle/>
          <a:p>
            <a:fld id="{43F4DFC0-1D10-4A64-B265-B5564C76A40D}" type="slidenum">
              <a:rPr lang="en-AU" smtClean="0"/>
              <a:pPr/>
              <a:t>17</a:t>
            </a:fld>
            <a:endParaRPr lang="en-AU" dirty="0"/>
          </a:p>
        </p:txBody>
      </p:sp>
    </p:spTree>
    <p:extLst>
      <p:ext uri="{BB962C8B-B14F-4D97-AF65-F5344CB8AC3E}">
        <p14:creationId xmlns:p14="http://schemas.microsoft.com/office/powerpoint/2010/main" val="27889681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91DB1-4093-BFC9-AC6E-3A77C62D48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8010DC-9840-96F4-8B5F-7D5E653832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3ED78A-C7E1-B5E5-BEBA-06EEA8C4A8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CB41D9-503C-D4E5-740E-9444084E04B6}"/>
              </a:ext>
            </a:extLst>
          </p:cNvPr>
          <p:cNvSpPr>
            <a:spLocks noGrp="1"/>
          </p:cNvSpPr>
          <p:nvPr>
            <p:ph type="sldNum" sz="quarter" idx="5"/>
          </p:nvPr>
        </p:nvSpPr>
        <p:spPr/>
        <p:txBody>
          <a:bodyPr/>
          <a:lstStyle/>
          <a:p>
            <a:fld id="{43F4DFC0-1D10-4A64-B265-B5564C76A40D}" type="slidenum">
              <a:rPr lang="en-AU" smtClean="0"/>
              <a:pPr/>
              <a:t>18</a:t>
            </a:fld>
            <a:endParaRPr lang="en-AU" dirty="0"/>
          </a:p>
        </p:txBody>
      </p:sp>
    </p:spTree>
    <p:extLst>
      <p:ext uri="{BB962C8B-B14F-4D97-AF65-F5344CB8AC3E}">
        <p14:creationId xmlns:p14="http://schemas.microsoft.com/office/powerpoint/2010/main" val="19008376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F4DFC0-1D10-4A64-B265-B5564C76A40D}" type="slidenum">
              <a:rPr lang="en-AU" smtClean="0"/>
              <a:pPr/>
              <a:t>19</a:t>
            </a:fld>
            <a:endParaRPr lang="en-AU" dirty="0"/>
          </a:p>
        </p:txBody>
      </p:sp>
    </p:spTree>
    <p:extLst>
      <p:ext uri="{BB962C8B-B14F-4D97-AF65-F5344CB8AC3E}">
        <p14:creationId xmlns:p14="http://schemas.microsoft.com/office/powerpoint/2010/main" val="416639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87417-3C68-F2AB-796E-E48321A2CE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DFBFDE-E496-CAF2-1C8E-864C986419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C78E8A-A90C-E438-3E83-44DF46A4292D}"/>
              </a:ext>
            </a:extLst>
          </p:cNvPr>
          <p:cNvSpPr>
            <a:spLocks noGrp="1"/>
          </p:cNvSpPr>
          <p:nvPr>
            <p:ph type="body" idx="1"/>
          </p:nvPr>
        </p:nvSpPr>
        <p:spPr/>
        <p:txBody>
          <a:bodyPr/>
          <a:lstStyle/>
          <a:p>
            <a:pPr marL="0" indent="0">
              <a:buFont typeface="Arial" panose="020B0604020202020204" pitchFamily="34" charset="0"/>
              <a:buNone/>
            </a:pPr>
            <a:endParaRPr lang="en-US" sz="1200" dirty="0">
              <a:latin typeface="+mn-lt"/>
              <a:cs typeface="Aharoni" panose="02010803020104030203" pitchFamily="2" charset="-79"/>
            </a:endParaRPr>
          </a:p>
        </p:txBody>
      </p:sp>
      <p:sp>
        <p:nvSpPr>
          <p:cNvPr id="4" name="Slide Number Placeholder 3">
            <a:extLst>
              <a:ext uri="{FF2B5EF4-FFF2-40B4-BE49-F238E27FC236}">
                <a16:creationId xmlns:a16="http://schemas.microsoft.com/office/drawing/2014/main" id="{1E815460-A5D1-F8D9-721A-6C2935453BF7}"/>
              </a:ext>
            </a:extLst>
          </p:cNvPr>
          <p:cNvSpPr>
            <a:spLocks noGrp="1"/>
          </p:cNvSpPr>
          <p:nvPr>
            <p:ph type="sldNum" sz="quarter" idx="5"/>
          </p:nvPr>
        </p:nvSpPr>
        <p:spPr/>
        <p:txBody>
          <a:bodyPr/>
          <a:lstStyle/>
          <a:p>
            <a:fld id="{43F4DFC0-1D10-4A64-B265-B5564C76A40D}" type="slidenum">
              <a:rPr lang="en-AU" smtClean="0"/>
              <a:pPr/>
              <a:t>20</a:t>
            </a:fld>
            <a:endParaRPr lang="en-AU" dirty="0"/>
          </a:p>
        </p:txBody>
      </p:sp>
    </p:spTree>
    <p:extLst>
      <p:ext uri="{BB962C8B-B14F-4D97-AF65-F5344CB8AC3E}">
        <p14:creationId xmlns:p14="http://schemas.microsoft.com/office/powerpoint/2010/main" val="36685790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EE196-6439-0873-41FC-CEB9732C59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C70362-6DD9-DDC4-E29C-998A32D57E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D6BD5F-9179-BCE1-2CAF-661018595AC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9F3C0854-6FFA-9655-8D63-C4AB8A160074}"/>
              </a:ext>
            </a:extLst>
          </p:cNvPr>
          <p:cNvSpPr>
            <a:spLocks noGrp="1"/>
          </p:cNvSpPr>
          <p:nvPr>
            <p:ph type="sldNum" sz="quarter" idx="5"/>
          </p:nvPr>
        </p:nvSpPr>
        <p:spPr/>
        <p:txBody>
          <a:bodyPr/>
          <a:lstStyle/>
          <a:p>
            <a:fld id="{43F4DFC0-1D10-4A64-B265-B5564C76A40D}" type="slidenum">
              <a:rPr lang="en-AU" smtClean="0"/>
              <a:pPr/>
              <a:t>21</a:t>
            </a:fld>
            <a:endParaRPr lang="en-AU" dirty="0"/>
          </a:p>
        </p:txBody>
      </p:sp>
    </p:spTree>
    <p:extLst>
      <p:ext uri="{BB962C8B-B14F-4D97-AF65-F5344CB8AC3E}">
        <p14:creationId xmlns:p14="http://schemas.microsoft.com/office/powerpoint/2010/main" val="16095247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43F4DFC0-1D10-4A64-B265-B5564C76A40D}" type="slidenum">
              <a:rPr lang="en-AU" smtClean="0"/>
              <a:pPr/>
              <a:t>22</a:t>
            </a:fld>
            <a:endParaRPr lang="en-AU" dirty="0"/>
          </a:p>
        </p:txBody>
      </p:sp>
    </p:spTree>
    <p:extLst>
      <p:ext uri="{BB962C8B-B14F-4D97-AF65-F5344CB8AC3E}">
        <p14:creationId xmlns:p14="http://schemas.microsoft.com/office/powerpoint/2010/main" val="10980798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0383E-B8A4-0B78-5D5F-14A2E0C43E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746BE-9B55-FEE1-BDCB-64694F4536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ED5D1-6BCC-7087-7D28-57509FE502AB}"/>
              </a:ext>
            </a:extLst>
          </p:cNvPr>
          <p:cNvSpPr>
            <a:spLocks noGrp="1"/>
          </p:cNvSpPr>
          <p:nvPr>
            <p:ph type="body" idx="1"/>
          </p:nvPr>
        </p:nvSpPr>
        <p:spPr/>
        <p:txBody>
          <a:bodyPr/>
          <a:lstStyle/>
          <a:p>
            <a:pPr marL="285750" indent="-285750">
              <a:buFont typeface="Arial" panose="020B0604020202020204" pitchFamily="34" charset="0"/>
              <a:buChar char="•"/>
            </a:pPr>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3A8F87B-44A2-1906-FCA6-0DEB185E037E}"/>
              </a:ext>
            </a:extLst>
          </p:cNvPr>
          <p:cNvSpPr>
            <a:spLocks noGrp="1"/>
          </p:cNvSpPr>
          <p:nvPr>
            <p:ph type="sldNum" sz="quarter" idx="5"/>
          </p:nvPr>
        </p:nvSpPr>
        <p:spPr/>
        <p:txBody>
          <a:bodyPr/>
          <a:lstStyle/>
          <a:p>
            <a:fld id="{43F4DFC0-1D10-4A64-B265-B5564C76A40D}" type="slidenum">
              <a:rPr lang="en-AU" smtClean="0"/>
              <a:pPr/>
              <a:t>23</a:t>
            </a:fld>
            <a:endParaRPr lang="en-AU" dirty="0"/>
          </a:p>
        </p:txBody>
      </p:sp>
    </p:spTree>
    <p:extLst>
      <p:ext uri="{BB962C8B-B14F-4D97-AF65-F5344CB8AC3E}">
        <p14:creationId xmlns:p14="http://schemas.microsoft.com/office/powerpoint/2010/main" val="17394991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5DF61-CB02-A972-3246-297179F7D9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AE9049-CF1A-AF6B-EF18-7F5EF623AA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AF5FEA-86E9-5FCE-7FF6-55AC21992EA0}"/>
              </a:ext>
            </a:extLst>
          </p:cNvPr>
          <p:cNvSpPr>
            <a:spLocks noGrp="1"/>
          </p:cNvSpPr>
          <p:nvPr>
            <p:ph type="body" idx="1"/>
          </p:nvPr>
        </p:nvSpPr>
        <p:spPr/>
        <p:txBody>
          <a:bodyPr/>
          <a:lstStyle/>
          <a:p>
            <a:pPr marL="171450" indent="-171450">
              <a:buFont typeface="Arial" panose="020B0604020202020204" pitchFamily="34" charset="0"/>
              <a:buChar char="•"/>
            </a:pPr>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591A40D-CAC9-554D-E567-C1DC60403183}"/>
              </a:ext>
            </a:extLst>
          </p:cNvPr>
          <p:cNvSpPr>
            <a:spLocks noGrp="1"/>
          </p:cNvSpPr>
          <p:nvPr>
            <p:ph type="sldNum" sz="quarter" idx="5"/>
          </p:nvPr>
        </p:nvSpPr>
        <p:spPr/>
        <p:txBody>
          <a:bodyPr/>
          <a:lstStyle/>
          <a:p>
            <a:fld id="{43F4DFC0-1D10-4A64-B265-B5564C76A40D}" type="slidenum">
              <a:rPr lang="en-AU" smtClean="0"/>
              <a:pPr/>
              <a:t>24</a:t>
            </a:fld>
            <a:endParaRPr lang="en-AU" dirty="0"/>
          </a:p>
        </p:txBody>
      </p:sp>
    </p:spTree>
    <p:extLst>
      <p:ext uri="{BB962C8B-B14F-4D97-AF65-F5344CB8AC3E}">
        <p14:creationId xmlns:p14="http://schemas.microsoft.com/office/powerpoint/2010/main" val="13064796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2B1B0-445E-E3AD-2163-19EF429AAF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C4CC0-C954-4C53-5229-6737BA242F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E7150C-AE7C-42AE-4AE7-8E61B320718B}"/>
              </a:ext>
            </a:extLst>
          </p:cNvPr>
          <p:cNvSpPr>
            <a:spLocks noGrp="1"/>
          </p:cNvSpPr>
          <p:nvPr>
            <p:ph type="body" idx="1"/>
          </p:nvPr>
        </p:nvSpPr>
        <p:spPr/>
        <p:txBody>
          <a:bodyPr/>
          <a:lstStyle/>
          <a:p>
            <a:pPr marL="285750" indent="-285750">
              <a:buFont typeface="Arial" panose="020B0604020202020204" pitchFamily="34" charset="0"/>
              <a:buChar char="•"/>
            </a:pPr>
            <a:endParaRPr lang="en-GB" b="0" i="0" dirty="0">
              <a:effectLst/>
            </a:endParaRPr>
          </a:p>
          <a:p>
            <a:pPr marL="171450" indent="-171450">
              <a:buFont typeface="Arial" panose="020B0604020202020204" pitchFamily="34" charset="0"/>
              <a:buChar char="•"/>
            </a:pPr>
            <a:endParaRPr lang="en-US" sz="1200" kern="1200" dirty="0">
              <a:solidFill>
                <a:schemeClr val="tx1"/>
              </a:solidFill>
              <a:effectLst/>
              <a:latin typeface="Work Sans Light" pitchFamily="2" charset="0"/>
              <a:ea typeface="+mn-ea"/>
              <a:cs typeface="+mn-cs"/>
            </a:endParaRPr>
          </a:p>
        </p:txBody>
      </p:sp>
      <p:sp>
        <p:nvSpPr>
          <p:cNvPr id="4" name="Slide Number Placeholder 3">
            <a:extLst>
              <a:ext uri="{FF2B5EF4-FFF2-40B4-BE49-F238E27FC236}">
                <a16:creationId xmlns:a16="http://schemas.microsoft.com/office/drawing/2014/main" id="{D64AD028-0B73-6950-D852-E4AC148BBDB2}"/>
              </a:ext>
            </a:extLst>
          </p:cNvPr>
          <p:cNvSpPr>
            <a:spLocks noGrp="1"/>
          </p:cNvSpPr>
          <p:nvPr>
            <p:ph type="sldNum" sz="quarter" idx="5"/>
          </p:nvPr>
        </p:nvSpPr>
        <p:spPr/>
        <p:txBody>
          <a:bodyPr/>
          <a:lstStyle/>
          <a:p>
            <a:fld id="{43F4DFC0-1D10-4A64-B265-B5564C76A40D}" type="slidenum">
              <a:rPr lang="en-AU" smtClean="0"/>
              <a:pPr/>
              <a:t>25</a:t>
            </a:fld>
            <a:endParaRPr lang="en-AU" dirty="0"/>
          </a:p>
        </p:txBody>
      </p:sp>
    </p:spTree>
    <p:extLst>
      <p:ext uri="{BB962C8B-B14F-4D97-AF65-F5344CB8AC3E}">
        <p14:creationId xmlns:p14="http://schemas.microsoft.com/office/powerpoint/2010/main" val="11473985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71C7B-E0E7-22E9-88A3-6AC1A65DE0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5FFB6-08AC-C4CA-8CF6-2C89136EF3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4AD4A6-9804-F79B-FA72-746974F2528A}"/>
              </a:ext>
            </a:extLst>
          </p:cNvPr>
          <p:cNvSpPr>
            <a:spLocks noGrp="1"/>
          </p:cNvSpPr>
          <p:nvPr>
            <p:ph type="body" idx="1"/>
          </p:nvPr>
        </p:nvSpPr>
        <p:spPr/>
        <p:txBody>
          <a:bodyPr/>
          <a:lstStyle/>
          <a:p>
            <a:pPr marL="171450" indent="-171450">
              <a:buFont typeface="Arial" panose="020B0604020202020204" pitchFamily="34" charset="0"/>
              <a:buChar char="•"/>
            </a:pPr>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6211367-72AC-1131-8382-0CB6CD189A01}"/>
              </a:ext>
            </a:extLst>
          </p:cNvPr>
          <p:cNvSpPr>
            <a:spLocks noGrp="1"/>
          </p:cNvSpPr>
          <p:nvPr>
            <p:ph type="sldNum" sz="quarter" idx="5"/>
          </p:nvPr>
        </p:nvSpPr>
        <p:spPr/>
        <p:txBody>
          <a:bodyPr/>
          <a:lstStyle/>
          <a:p>
            <a:fld id="{43F4DFC0-1D10-4A64-B265-B5564C76A40D}" type="slidenum">
              <a:rPr lang="en-AU" smtClean="0"/>
              <a:pPr/>
              <a:t>26</a:t>
            </a:fld>
            <a:endParaRPr lang="en-AU" dirty="0"/>
          </a:p>
        </p:txBody>
      </p:sp>
    </p:spTree>
    <p:extLst>
      <p:ext uri="{BB962C8B-B14F-4D97-AF65-F5344CB8AC3E}">
        <p14:creationId xmlns:p14="http://schemas.microsoft.com/office/powerpoint/2010/main" val="39279399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EA51B-1A1B-B87C-8241-21F3E532BC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73A6BE-5764-BE74-F8A4-3612689F8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0D6E01-8D00-3AB8-3B9C-821401E70A0A}"/>
              </a:ext>
            </a:extLst>
          </p:cNvPr>
          <p:cNvSpPr>
            <a:spLocks noGrp="1"/>
          </p:cNvSpPr>
          <p:nvPr>
            <p:ph type="body" idx="1"/>
          </p:nvPr>
        </p:nvSpPr>
        <p:spPr/>
        <p:txBody>
          <a:bodyPr/>
          <a:lstStyle/>
          <a:p>
            <a:pPr marL="171450" indent="-171450">
              <a:buFont typeface="Arial" panose="020B0604020202020204" pitchFamily="34" charset="0"/>
              <a:buChar char="•"/>
            </a:pPr>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DD2789A-F12F-9654-C62F-A9268BE2C3B7}"/>
              </a:ext>
            </a:extLst>
          </p:cNvPr>
          <p:cNvSpPr>
            <a:spLocks noGrp="1"/>
          </p:cNvSpPr>
          <p:nvPr>
            <p:ph type="sldNum" sz="quarter" idx="5"/>
          </p:nvPr>
        </p:nvSpPr>
        <p:spPr/>
        <p:txBody>
          <a:bodyPr/>
          <a:lstStyle/>
          <a:p>
            <a:fld id="{43F4DFC0-1D10-4A64-B265-B5564C76A40D}" type="slidenum">
              <a:rPr lang="en-AU" smtClean="0"/>
              <a:pPr/>
              <a:t>27</a:t>
            </a:fld>
            <a:endParaRPr lang="en-AU" dirty="0"/>
          </a:p>
        </p:txBody>
      </p:sp>
    </p:spTree>
    <p:extLst>
      <p:ext uri="{BB962C8B-B14F-4D97-AF65-F5344CB8AC3E}">
        <p14:creationId xmlns:p14="http://schemas.microsoft.com/office/powerpoint/2010/main" val="24624654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43F4DFC0-1D10-4A64-B265-B5564C76A40D}" type="slidenum">
              <a:rPr lang="en-AU" smtClean="0"/>
              <a:pPr/>
              <a:t>28</a:t>
            </a:fld>
            <a:endParaRPr lang="en-AU" dirty="0"/>
          </a:p>
        </p:txBody>
      </p:sp>
    </p:spTree>
    <p:extLst>
      <p:ext uri="{BB962C8B-B14F-4D97-AF65-F5344CB8AC3E}">
        <p14:creationId xmlns:p14="http://schemas.microsoft.com/office/powerpoint/2010/main" val="37895052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01068-3DB3-F146-F22E-C18B56A86D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31F09D-6679-5E51-902F-33E52896D6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278120-2F07-3859-A2E5-ECBDC0E6B605}"/>
              </a:ext>
            </a:extLst>
          </p:cNvPr>
          <p:cNvSpPr>
            <a:spLocks noGrp="1"/>
          </p:cNvSpPr>
          <p:nvPr>
            <p:ph type="body" idx="1"/>
          </p:nvPr>
        </p:nvSpPr>
        <p:spPr/>
        <p:txBody>
          <a:bodyPr/>
          <a:lstStyle/>
          <a:p>
            <a:pPr marL="171450" indent="-171450">
              <a:buFont typeface="Arial" panose="020B0604020202020204" pitchFamily="34" charset="0"/>
              <a:buChar char="•"/>
            </a:pPr>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6C35D27-8DA8-AB0C-5208-99E4BF5557E8}"/>
              </a:ext>
            </a:extLst>
          </p:cNvPr>
          <p:cNvSpPr>
            <a:spLocks noGrp="1"/>
          </p:cNvSpPr>
          <p:nvPr>
            <p:ph type="sldNum" sz="quarter" idx="5"/>
          </p:nvPr>
        </p:nvSpPr>
        <p:spPr/>
        <p:txBody>
          <a:bodyPr/>
          <a:lstStyle/>
          <a:p>
            <a:fld id="{43F4DFC0-1D10-4A64-B265-B5564C76A40D}" type="slidenum">
              <a:rPr lang="en-AU" smtClean="0"/>
              <a:pPr/>
              <a:t>29</a:t>
            </a:fld>
            <a:endParaRPr lang="en-AU" dirty="0"/>
          </a:p>
        </p:txBody>
      </p:sp>
    </p:spTree>
    <p:extLst>
      <p:ext uri="{BB962C8B-B14F-4D97-AF65-F5344CB8AC3E}">
        <p14:creationId xmlns:p14="http://schemas.microsoft.com/office/powerpoint/2010/main" val="41343002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_1">
    <p:spTree>
      <p:nvGrpSpPr>
        <p:cNvPr id="1" name=""/>
        <p:cNvGrpSpPr/>
        <p:nvPr/>
      </p:nvGrpSpPr>
      <p:grpSpPr>
        <a:xfrm>
          <a:off x="0" y="0"/>
          <a:ext cx="0" cy="0"/>
          <a:chOff x="0" y="0"/>
          <a:chExt cx="0" cy="0"/>
        </a:xfrm>
      </p:grpSpPr>
      <p:sp>
        <p:nvSpPr>
          <p:cNvPr id="8" name="Picture Placeholder 7" descr="Cover image">
            <a:extLst>
              <a:ext uri="{FF2B5EF4-FFF2-40B4-BE49-F238E27FC236}">
                <a16:creationId xmlns:a16="http://schemas.microsoft.com/office/drawing/2014/main" id="{519698F5-5642-BF09-E3B8-49AAD8AC0274}"/>
              </a:ext>
            </a:extLst>
          </p:cNvPr>
          <p:cNvSpPr>
            <a:spLocks noGrp="1"/>
          </p:cNvSpPr>
          <p:nvPr>
            <p:ph type="pic" sz="quarter" idx="10" hasCustomPrompt="1"/>
          </p:nvPr>
        </p:nvSpPr>
        <p:spPr>
          <a:xfrm>
            <a:off x="0" y="0"/>
            <a:ext cx="12192000" cy="6858000"/>
          </a:xfrm>
        </p:spPr>
        <p:txBody>
          <a:bodyPr/>
          <a:lstStyle>
            <a:lvl1pPr marL="0" indent="0">
              <a:buNone/>
              <a:defRPr/>
            </a:lvl1pPr>
          </a:lstStyle>
          <a:p>
            <a:r>
              <a:rPr lang="en-US"/>
              <a:t>Click icon to add picture, right-click on the picture, choose ‘Send to Back’.</a:t>
            </a:r>
          </a:p>
        </p:txBody>
      </p:sp>
      <p:sp>
        <p:nvSpPr>
          <p:cNvPr id="14" name="Picture Placeholder 13" descr="(YOU)us ">
            <a:extLst>
              <a:ext uri="{FF2B5EF4-FFF2-40B4-BE49-F238E27FC236}">
                <a16:creationId xmlns:a16="http://schemas.microsoft.com/office/drawing/2014/main" id="{25E8DD07-1A25-2646-0E95-C7BF4C3C7A97}"/>
              </a:ext>
            </a:extLst>
          </p:cNvPr>
          <p:cNvSpPr>
            <a:spLocks noGrp="1"/>
          </p:cNvSpPr>
          <p:nvPr>
            <p:ph type="pic" sz="quarter" idx="11" hasCustomPrompt="1"/>
          </p:nvPr>
        </p:nvSpPr>
        <p:spPr>
          <a:xfrm>
            <a:off x="3351270" y="1538893"/>
            <a:ext cx="5489459" cy="3801207"/>
          </a:xfrm>
        </p:spPr>
        <p:txBody>
          <a:bodyPr/>
          <a:lstStyle>
            <a:lvl1pPr marL="0" indent="0">
              <a:buNone/>
              <a:defRPr/>
            </a:lvl1pPr>
          </a:lstStyle>
          <a:p>
            <a:r>
              <a:rPr lang="en-AU"/>
              <a:t>Insert (YOU)us lockup</a:t>
            </a:r>
          </a:p>
        </p:txBody>
      </p:sp>
      <p:sp>
        <p:nvSpPr>
          <p:cNvPr id="16" name="Picture Placeholder 15" descr="Macquarie University logo">
            <a:extLst>
              <a:ext uri="{FF2B5EF4-FFF2-40B4-BE49-F238E27FC236}">
                <a16:creationId xmlns:a16="http://schemas.microsoft.com/office/drawing/2014/main" id="{C80078A0-B1C2-F2CD-34EE-1D4F4E5E115B}"/>
              </a:ext>
            </a:extLst>
          </p:cNvPr>
          <p:cNvSpPr>
            <a:spLocks noGrp="1"/>
          </p:cNvSpPr>
          <p:nvPr>
            <p:ph type="pic" sz="quarter" idx="12" hasCustomPrompt="1"/>
          </p:nvPr>
        </p:nvSpPr>
        <p:spPr>
          <a:xfrm>
            <a:off x="9568515" y="5756896"/>
            <a:ext cx="2268538" cy="899162"/>
          </a:xfrm>
        </p:spPr>
        <p:txBody>
          <a:bodyPr/>
          <a:lstStyle>
            <a:lvl1pPr marL="0" indent="0">
              <a:buNone/>
              <a:defRPr/>
            </a:lvl1pPr>
          </a:lstStyle>
          <a:p>
            <a:r>
              <a:rPr lang="en-US"/>
              <a:t>Click icon to add </a:t>
            </a:r>
            <a:br>
              <a:rPr lang="en-US"/>
            </a:br>
            <a:r>
              <a:rPr lang="en-US"/>
              <a:t>MU logo</a:t>
            </a:r>
          </a:p>
          <a:p>
            <a:endParaRPr lang="en-AU"/>
          </a:p>
        </p:txBody>
      </p:sp>
    </p:spTree>
    <p:extLst>
      <p:ext uri="{BB962C8B-B14F-4D97-AF65-F5344CB8AC3E}">
        <p14:creationId xmlns:p14="http://schemas.microsoft.com/office/powerpoint/2010/main" val="3398175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_2">
    <p:spTree>
      <p:nvGrpSpPr>
        <p:cNvPr id="1" name=""/>
        <p:cNvGrpSpPr/>
        <p:nvPr/>
      </p:nvGrpSpPr>
      <p:grpSpPr>
        <a:xfrm>
          <a:off x="0" y="0"/>
          <a:ext cx="0" cy="0"/>
          <a:chOff x="0" y="0"/>
          <a:chExt cx="0" cy="0"/>
        </a:xfrm>
      </p:grpSpPr>
      <p:sp>
        <p:nvSpPr>
          <p:cNvPr id="12" name="Picture Placeholder 7" descr="Cover image">
            <a:extLst>
              <a:ext uri="{FF2B5EF4-FFF2-40B4-BE49-F238E27FC236}">
                <a16:creationId xmlns:a16="http://schemas.microsoft.com/office/drawing/2014/main" id="{B9116D33-ED1E-ACD8-6547-24A1C5F6429A}"/>
              </a:ext>
            </a:extLst>
          </p:cNvPr>
          <p:cNvSpPr>
            <a:spLocks noGrp="1"/>
          </p:cNvSpPr>
          <p:nvPr>
            <p:ph type="pic" sz="quarter" idx="10" hasCustomPrompt="1"/>
          </p:nvPr>
        </p:nvSpPr>
        <p:spPr>
          <a:xfrm>
            <a:off x="0" y="0"/>
            <a:ext cx="12192000" cy="6858000"/>
          </a:xfrm>
        </p:spPr>
        <p:txBody>
          <a:bodyPr/>
          <a:lstStyle>
            <a:lvl1pPr marL="0" indent="0">
              <a:buNone/>
              <a:defRPr/>
            </a:lvl1pPr>
          </a:lstStyle>
          <a:p>
            <a:r>
              <a:rPr lang="en-US"/>
              <a:t>Click icon to add picture, right-click on the picture, choose ‘Send to Back’.</a:t>
            </a:r>
          </a:p>
        </p:txBody>
      </p:sp>
      <p:sp>
        <p:nvSpPr>
          <p:cNvPr id="2" name="Title 1">
            <a:extLst>
              <a:ext uri="{FF2B5EF4-FFF2-40B4-BE49-F238E27FC236}">
                <a16:creationId xmlns:a16="http://schemas.microsoft.com/office/drawing/2014/main" id="{66EB3141-7D0C-492A-0C1A-0DAED9EBF700}"/>
              </a:ext>
            </a:extLst>
          </p:cNvPr>
          <p:cNvSpPr>
            <a:spLocks noGrp="1"/>
          </p:cNvSpPr>
          <p:nvPr>
            <p:ph type="ctrTitle"/>
          </p:nvPr>
        </p:nvSpPr>
        <p:spPr>
          <a:xfrm>
            <a:off x="3285605" y="2403977"/>
            <a:ext cx="5620789" cy="779490"/>
          </a:xfrm>
        </p:spPr>
        <p:txBody>
          <a:bodyPr anchor="t" anchorCtr="0">
            <a:noAutofit/>
          </a:bodyPr>
          <a:lstStyle>
            <a:lvl1pPr algn="ctr">
              <a:defRPr sz="4800">
                <a:solidFill>
                  <a:schemeClr val="bg1"/>
                </a:solidFill>
              </a:defRPr>
            </a:lvl1pPr>
          </a:lstStyle>
          <a:p>
            <a:r>
              <a:rPr lang="en-US" noProof="0"/>
              <a:t>Click to edit Master title style</a:t>
            </a:r>
            <a:endParaRPr lang="en-AU" noProof="0"/>
          </a:p>
        </p:txBody>
      </p:sp>
      <p:sp>
        <p:nvSpPr>
          <p:cNvPr id="11" name="Picture Placeholder 15" descr="Macquarie University logo">
            <a:extLst>
              <a:ext uri="{FF2B5EF4-FFF2-40B4-BE49-F238E27FC236}">
                <a16:creationId xmlns:a16="http://schemas.microsoft.com/office/drawing/2014/main" id="{CCCE9325-F6E9-4DA5-DDB3-056EEED87F02}"/>
              </a:ext>
            </a:extLst>
          </p:cNvPr>
          <p:cNvSpPr>
            <a:spLocks noGrp="1"/>
          </p:cNvSpPr>
          <p:nvPr>
            <p:ph type="pic" sz="quarter" idx="12" hasCustomPrompt="1"/>
          </p:nvPr>
        </p:nvSpPr>
        <p:spPr>
          <a:xfrm>
            <a:off x="9568515" y="5756896"/>
            <a:ext cx="2268538" cy="899162"/>
          </a:xfrm>
        </p:spPr>
        <p:txBody>
          <a:bodyPr/>
          <a:lstStyle>
            <a:lvl1pPr marL="0" indent="0">
              <a:buNone/>
              <a:defRPr/>
            </a:lvl1pPr>
          </a:lstStyle>
          <a:p>
            <a:r>
              <a:rPr lang="en-US"/>
              <a:t>Click icon to add </a:t>
            </a:r>
            <a:br>
              <a:rPr lang="en-US"/>
            </a:br>
            <a:r>
              <a:rPr lang="en-US"/>
              <a:t>MU logo</a:t>
            </a:r>
          </a:p>
          <a:p>
            <a:endParaRPr lang="en-AU"/>
          </a:p>
        </p:txBody>
      </p:sp>
      <p:sp>
        <p:nvSpPr>
          <p:cNvPr id="14" name="Picture Placeholder 13" descr="(YOU)us ">
            <a:extLst>
              <a:ext uri="{FF2B5EF4-FFF2-40B4-BE49-F238E27FC236}">
                <a16:creationId xmlns:a16="http://schemas.microsoft.com/office/drawing/2014/main" id="{B2604F25-F0DB-BA47-161F-B04A10568579}"/>
              </a:ext>
            </a:extLst>
          </p:cNvPr>
          <p:cNvSpPr>
            <a:spLocks noGrp="1"/>
          </p:cNvSpPr>
          <p:nvPr>
            <p:ph type="pic" sz="quarter" idx="13" hasCustomPrompt="1"/>
          </p:nvPr>
        </p:nvSpPr>
        <p:spPr>
          <a:xfrm>
            <a:off x="515938" y="5953251"/>
            <a:ext cx="1428750" cy="536449"/>
          </a:xfrm>
        </p:spPr>
        <p:txBody>
          <a:bodyPr/>
          <a:lstStyle>
            <a:lvl1pPr marL="0" indent="0">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AU"/>
              <a:t>Insert (YOU)us lockup</a:t>
            </a:r>
          </a:p>
        </p:txBody>
      </p:sp>
    </p:spTree>
    <p:extLst>
      <p:ext uri="{BB962C8B-B14F-4D97-AF65-F5344CB8AC3E}">
        <p14:creationId xmlns:p14="http://schemas.microsoft.com/office/powerpoint/2010/main" val="639931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_3">
    <p:spTree>
      <p:nvGrpSpPr>
        <p:cNvPr id="1" name=""/>
        <p:cNvGrpSpPr/>
        <p:nvPr/>
      </p:nvGrpSpPr>
      <p:grpSpPr>
        <a:xfrm>
          <a:off x="0" y="0"/>
          <a:ext cx="0" cy="0"/>
          <a:chOff x="0" y="0"/>
          <a:chExt cx="0" cy="0"/>
        </a:xfrm>
      </p:grpSpPr>
      <p:sp>
        <p:nvSpPr>
          <p:cNvPr id="12" name="Picture Placeholder 7" descr="Cover image">
            <a:extLst>
              <a:ext uri="{FF2B5EF4-FFF2-40B4-BE49-F238E27FC236}">
                <a16:creationId xmlns:a16="http://schemas.microsoft.com/office/drawing/2014/main" id="{B9116D33-ED1E-ACD8-6547-24A1C5F6429A}"/>
              </a:ext>
            </a:extLst>
          </p:cNvPr>
          <p:cNvSpPr>
            <a:spLocks noGrp="1"/>
          </p:cNvSpPr>
          <p:nvPr>
            <p:ph type="pic" sz="quarter" idx="10" hasCustomPrompt="1"/>
          </p:nvPr>
        </p:nvSpPr>
        <p:spPr>
          <a:xfrm>
            <a:off x="0" y="0"/>
            <a:ext cx="12192000" cy="6858000"/>
          </a:xfrm>
        </p:spPr>
        <p:txBody>
          <a:bodyPr/>
          <a:lstStyle>
            <a:lvl1pPr marL="0" indent="0">
              <a:buNone/>
              <a:defRPr/>
            </a:lvl1pPr>
          </a:lstStyle>
          <a:p>
            <a:r>
              <a:rPr lang="en-US"/>
              <a:t>Click icon to add picture, right-click on the picture, choose ‘Send to Back’.</a:t>
            </a:r>
          </a:p>
        </p:txBody>
      </p:sp>
      <p:sp>
        <p:nvSpPr>
          <p:cNvPr id="2" name="Title 1">
            <a:extLst>
              <a:ext uri="{FF2B5EF4-FFF2-40B4-BE49-F238E27FC236}">
                <a16:creationId xmlns:a16="http://schemas.microsoft.com/office/drawing/2014/main" id="{66EB3141-7D0C-492A-0C1A-0DAED9EBF700}"/>
              </a:ext>
            </a:extLst>
          </p:cNvPr>
          <p:cNvSpPr>
            <a:spLocks noGrp="1"/>
          </p:cNvSpPr>
          <p:nvPr>
            <p:ph type="ctrTitle"/>
          </p:nvPr>
        </p:nvSpPr>
        <p:spPr>
          <a:xfrm>
            <a:off x="3285605" y="2403977"/>
            <a:ext cx="5620789" cy="813356"/>
          </a:xfrm>
        </p:spPr>
        <p:txBody>
          <a:bodyPr anchor="t" anchorCtr="0">
            <a:noAutofit/>
          </a:bodyPr>
          <a:lstStyle>
            <a:lvl1pPr algn="ctr">
              <a:defRPr sz="4800" cap="all" baseline="0">
                <a:solidFill>
                  <a:schemeClr val="bg1"/>
                </a:solidFill>
              </a:defRPr>
            </a:lvl1pPr>
          </a:lstStyle>
          <a:p>
            <a:r>
              <a:rPr lang="en-US"/>
              <a:t>Click to edit Master title style</a:t>
            </a:r>
            <a:endParaRPr lang="en-AU" dirty="0"/>
          </a:p>
        </p:txBody>
      </p:sp>
      <p:sp>
        <p:nvSpPr>
          <p:cNvPr id="11" name="Picture Placeholder 15" descr="Macquarie University logo">
            <a:extLst>
              <a:ext uri="{FF2B5EF4-FFF2-40B4-BE49-F238E27FC236}">
                <a16:creationId xmlns:a16="http://schemas.microsoft.com/office/drawing/2014/main" id="{CCCE9325-F6E9-4DA5-DDB3-056EEED87F02}"/>
              </a:ext>
            </a:extLst>
          </p:cNvPr>
          <p:cNvSpPr>
            <a:spLocks noGrp="1"/>
          </p:cNvSpPr>
          <p:nvPr>
            <p:ph type="pic" sz="quarter" idx="12" hasCustomPrompt="1"/>
          </p:nvPr>
        </p:nvSpPr>
        <p:spPr>
          <a:xfrm>
            <a:off x="9568515" y="5756896"/>
            <a:ext cx="2268538" cy="899162"/>
          </a:xfrm>
        </p:spPr>
        <p:txBody>
          <a:bodyPr/>
          <a:lstStyle>
            <a:lvl1pPr marL="0" indent="0">
              <a:buNone/>
              <a:defRPr/>
            </a:lvl1pPr>
          </a:lstStyle>
          <a:p>
            <a:r>
              <a:rPr lang="en-US"/>
              <a:t>Click icon to add </a:t>
            </a:r>
            <a:br>
              <a:rPr lang="en-US"/>
            </a:br>
            <a:r>
              <a:rPr lang="en-US"/>
              <a:t>MU logo</a:t>
            </a:r>
          </a:p>
          <a:p>
            <a:endParaRPr lang="en-AU"/>
          </a:p>
        </p:txBody>
      </p:sp>
      <p:sp>
        <p:nvSpPr>
          <p:cNvPr id="14" name="Picture Placeholder 13" descr="(YOU)us ">
            <a:extLst>
              <a:ext uri="{FF2B5EF4-FFF2-40B4-BE49-F238E27FC236}">
                <a16:creationId xmlns:a16="http://schemas.microsoft.com/office/drawing/2014/main" id="{B2604F25-F0DB-BA47-161F-B04A10568579}"/>
              </a:ext>
            </a:extLst>
          </p:cNvPr>
          <p:cNvSpPr>
            <a:spLocks noGrp="1"/>
          </p:cNvSpPr>
          <p:nvPr>
            <p:ph type="pic" sz="quarter" idx="13" hasCustomPrompt="1"/>
          </p:nvPr>
        </p:nvSpPr>
        <p:spPr>
          <a:xfrm>
            <a:off x="515938" y="5953251"/>
            <a:ext cx="1428750" cy="536449"/>
          </a:xfrm>
        </p:spPr>
        <p:txBody>
          <a:bodyPr/>
          <a:lstStyle>
            <a:lvl1pPr marL="0" indent="0">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AU"/>
              <a:t>Insert (YOU)us lockup</a:t>
            </a:r>
          </a:p>
        </p:txBody>
      </p:sp>
    </p:spTree>
    <p:extLst>
      <p:ext uri="{BB962C8B-B14F-4D97-AF65-F5344CB8AC3E}">
        <p14:creationId xmlns:p14="http://schemas.microsoft.com/office/powerpoint/2010/main" val="3356802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_4">
    <p:bg>
      <p:bgPr>
        <a:solidFill>
          <a:schemeClr val="accent2"/>
        </a:solidFill>
        <a:effectLst/>
      </p:bgPr>
    </p:bg>
    <p:spTree>
      <p:nvGrpSpPr>
        <p:cNvPr id="1" name=""/>
        <p:cNvGrpSpPr/>
        <p:nvPr/>
      </p:nvGrpSpPr>
      <p:grpSpPr>
        <a:xfrm>
          <a:off x="0" y="0"/>
          <a:ext cx="0" cy="0"/>
          <a:chOff x="0" y="0"/>
          <a:chExt cx="0" cy="0"/>
        </a:xfrm>
      </p:grpSpPr>
      <p:pic>
        <p:nvPicPr>
          <p:cNvPr id="3" name="Picture 2" descr="(YOU)us">
            <a:extLst>
              <a:ext uri="{FF2B5EF4-FFF2-40B4-BE49-F238E27FC236}">
                <a16:creationId xmlns:a16="http://schemas.microsoft.com/office/drawing/2014/main" id="{8F38FBE8-BF9D-81CC-E496-FEBD07FA1566}"/>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17970" y="1787648"/>
            <a:ext cx="4956058" cy="3282703"/>
          </a:xfrm>
          <a:prstGeom prst="rect">
            <a:avLst/>
          </a:prstGeom>
        </p:spPr>
      </p:pic>
      <p:pic>
        <p:nvPicPr>
          <p:cNvPr id="4" name="Picture Placeholder 14" descr="Macquarie University logo">
            <a:extLst>
              <a:ext uri="{FF2B5EF4-FFF2-40B4-BE49-F238E27FC236}">
                <a16:creationId xmlns:a16="http://schemas.microsoft.com/office/drawing/2014/main" id="{82150DDE-DA95-AA72-674D-E6CEDA29EE0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9568515" y="5756896"/>
            <a:ext cx="2268538" cy="899162"/>
          </a:xfrm>
          <a:prstGeom prst="rect">
            <a:avLst/>
          </a:prstGeom>
        </p:spPr>
      </p:pic>
    </p:spTree>
    <p:extLst>
      <p:ext uri="{BB962C8B-B14F-4D97-AF65-F5344CB8AC3E}">
        <p14:creationId xmlns:p14="http://schemas.microsoft.com/office/powerpoint/2010/main" val="283225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_5">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B3141-7D0C-492A-0C1A-0DAED9EBF700}"/>
              </a:ext>
            </a:extLst>
          </p:cNvPr>
          <p:cNvSpPr>
            <a:spLocks noGrp="1"/>
          </p:cNvSpPr>
          <p:nvPr>
            <p:ph type="ctrTitle"/>
          </p:nvPr>
        </p:nvSpPr>
        <p:spPr>
          <a:xfrm>
            <a:off x="3285605" y="2403977"/>
            <a:ext cx="6899404" cy="779490"/>
          </a:xfrm>
        </p:spPr>
        <p:txBody>
          <a:bodyPr anchor="t" anchorCtr="0">
            <a:noAutofit/>
          </a:bodyPr>
          <a:lstStyle>
            <a:lvl1pPr algn="l">
              <a:defRPr sz="4800" cap="all" baseline="0">
                <a:solidFill>
                  <a:schemeClr val="bg1"/>
                </a:solidFill>
              </a:defRPr>
            </a:lvl1pPr>
          </a:lstStyle>
          <a:p>
            <a:r>
              <a:rPr lang="en-US" noProof="0"/>
              <a:t>Click to edit Master title style</a:t>
            </a:r>
            <a:endParaRPr lang="en-AU" noProof="0" dirty="0"/>
          </a:p>
        </p:txBody>
      </p:sp>
      <p:pic>
        <p:nvPicPr>
          <p:cNvPr id="4" name="Picture Placeholder 8">
            <a:extLst>
              <a:ext uri="{FF2B5EF4-FFF2-40B4-BE49-F238E27FC236}">
                <a16:creationId xmlns:a16="http://schemas.microsoft.com/office/drawing/2014/main" id="{03E2EC8B-C289-9C6E-ED38-44235F879E1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15938" y="5953125"/>
            <a:ext cx="1428750" cy="536575"/>
          </a:xfrm>
          <a:prstGeom prst="rect">
            <a:avLst/>
          </a:prstGeom>
        </p:spPr>
      </p:pic>
      <p:pic>
        <p:nvPicPr>
          <p:cNvPr id="5" name="Picture Placeholder 14" descr="Macquarie University logo">
            <a:extLst>
              <a:ext uri="{FF2B5EF4-FFF2-40B4-BE49-F238E27FC236}">
                <a16:creationId xmlns:a16="http://schemas.microsoft.com/office/drawing/2014/main" id="{182A72C3-A2C5-868A-2C37-CA002408684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9568515" y="5756896"/>
            <a:ext cx="2268538" cy="899162"/>
          </a:xfrm>
          <a:prstGeom prst="rect">
            <a:avLst/>
          </a:prstGeom>
        </p:spPr>
      </p:pic>
      <p:sp>
        <p:nvSpPr>
          <p:cNvPr id="8" name="Picture Placeholder 4">
            <a:extLst>
              <a:ext uri="{FF2B5EF4-FFF2-40B4-BE49-F238E27FC236}">
                <a16:creationId xmlns:a16="http://schemas.microsoft.com/office/drawing/2014/main" id="{BAAAA64F-48ED-845A-6495-CEBAF59B21D8}"/>
              </a:ext>
              <a:ext uri="{C183D7F6-B498-43B3-948B-1728B52AA6E4}">
                <adec:decorative xmlns:adec="http://schemas.microsoft.com/office/drawing/2017/decorative" val="1"/>
              </a:ext>
            </a:extLst>
          </p:cNvPr>
          <p:cNvSpPr>
            <a:spLocks noGrp="1"/>
          </p:cNvSpPr>
          <p:nvPr>
            <p:ph type="pic" sz="quarter" idx="15" hasCustomPrompt="1"/>
          </p:nvPr>
        </p:nvSpPr>
        <p:spPr>
          <a:xfrm>
            <a:off x="3285605" y="771726"/>
            <a:ext cx="1440000" cy="1440000"/>
          </a:xfrm>
        </p:spPr>
        <p:txBody>
          <a:bodyPr/>
          <a:lstStyle>
            <a:lvl1pPr>
              <a:defRPr>
                <a:solidFill>
                  <a:schemeClr val="bg1"/>
                </a:solidFill>
              </a:defRPr>
            </a:lvl1pPr>
          </a:lstStyle>
          <a:p>
            <a:r>
              <a:rPr lang="en-AU" dirty="0"/>
              <a:t>Icon</a:t>
            </a:r>
          </a:p>
        </p:txBody>
      </p:sp>
    </p:spTree>
    <p:extLst>
      <p:ext uri="{BB962C8B-B14F-4D97-AF65-F5344CB8AC3E}">
        <p14:creationId xmlns:p14="http://schemas.microsoft.com/office/powerpoint/2010/main" val="1679557389"/>
      </p:ext>
    </p:extLst>
  </p:cSld>
  <p:clrMapOvr>
    <a:masterClrMapping/>
  </p:clrMapOvr>
  <p:extLst>
    <p:ext uri="{DCECCB84-F9BA-43D5-87BE-67443E8EF086}">
      <p15:sldGuideLst xmlns:p15="http://schemas.microsoft.com/office/powerpoint/2012/main">
        <p15:guide id="1" pos="2139"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_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B3141-7D0C-492A-0C1A-0DAED9EBF700}"/>
              </a:ext>
            </a:extLst>
          </p:cNvPr>
          <p:cNvSpPr>
            <a:spLocks noGrp="1"/>
          </p:cNvSpPr>
          <p:nvPr>
            <p:ph type="ctrTitle"/>
          </p:nvPr>
        </p:nvSpPr>
        <p:spPr>
          <a:xfrm>
            <a:off x="3285605" y="2403977"/>
            <a:ext cx="5620789" cy="779490"/>
          </a:xfrm>
        </p:spPr>
        <p:txBody>
          <a:bodyPr anchor="t" anchorCtr="0">
            <a:noAutofit/>
          </a:bodyPr>
          <a:lstStyle>
            <a:lvl1pPr algn="l">
              <a:defRPr sz="4800">
                <a:solidFill>
                  <a:schemeClr val="bg1"/>
                </a:solidFill>
              </a:defRPr>
            </a:lvl1pPr>
          </a:lstStyle>
          <a:p>
            <a:r>
              <a:rPr lang="en-US"/>
              <a:t>Click to edit Master title style</a:t>
            </a:r>
            <a:endParaRPr lang="en-AU" dirty="0"/>
          </a:p>
        </p:txBody>
      </p:sp>
      <p:pic>
        <p:nvPicPr>
          <p:cNvPr id="4" name="Picture Placeholder 8">
            <a:extLst>
              <a:ext uri="{FF2B5EF4-FFF2-40B4-BE49-F238E27FC236}">
                <a16:creationId xmlns:a16="http://schemas.microsoft.com/office/drawing/2014/main" id="{03E2EC8B-C289-9C6E-ED38-44235F879E1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15938" y="5953125"/>
            <a:ext cx="1428750" cy="536575"/>
          </a:xfrm>
          <a:prstGeom prst="rect">
            <a:avLst/>
          </a:prstGeom>
        </p:spPr>
      </p:pic>
      <p:pic>
        <p:nvPicPr>
          <p:cNvPr id="5" name="Picture Placeholder 14" descr="Macquarie University logo">
            <a:extLst>
              <a:ext uri="{FF2B5EF4-FFF2-40B4-BE49-F238E27FC236}">
                <a16:creationId xmlns:a16="http://schemas.microsoft.com/office/drawing/2014/main" id="{182A72C3-A2C5-868A-2C37-CA002408684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9568515" y="5756896"/>
            <a:ext cx="2268538" cy="899162"/>
          </a:xfrm>
          <a:prstGeom prst="rect">
            <a:avLst/>
          </a:prstGeom>
        </p:spPr>
      </p:pic>
      <p:sp>
        <p:nvSpPr>
          <p:cNvPr id="3" name="Picture Placeholder 4">
            <a:extLst>
              <a:ext uri="{FF2B5EF4-FFF2-40B4-BE49-F238E27FC236}">
                <a16:creationId xmlns:a16="http://schemas.microsoft.com/office/drawing/2014/main" id="{035C0B84-52D3-FE1C-D083-06B630B29BBE}"/>
              </a:ext>
              <a:ext uri="{C183D7F6-B498-43B3-948B-1728B52AA6E4}">
                <adec:decorative xmlns:adec="http://schemas.microsoft.com/office/drawing/2017/decorative" val="1"/>
              </a:ext>
            </a:extLst>
          </p:cNvPr>
          <p:cNvSpPr>
            <a:spLocks noGrp="1"/>
          </p:cNvSpPr>
          <p:nvPr>
            <p:ph type="pic" sz="quarter" idx="15" hasCustomPrompt="1"/>
          </p:nvPr>
        </p:nvSpPr>
        <p:spPr>
          <a:xfrm>
            <a:off x="3285605" y="771726"/>
            <a:ext cx="1440000" cy="1440000"/>
          </a:xfrm>
        </p:spPr>
        <p:txBody>
          <a:bodyPr/>
          <a:lstStyle>
            <a:lvl1pPr>
              <a:defRPr>
                <a:solidFill>
                  <a:schemeClr val="bg1"/>
                </a:solidFill>
              </a:defRPr>
            </a:lvl1pPr>
          </a:lstStyle>
          <a:p>
            <a:r>
              <a:rPr lang="en-AU"/>
              <a:t>Icon</a:t>
            </a:r>
          </a:p>
        </p:txBody>
      </p:sp>
    </p:spTree>
    <p:extLst>
      <p:ext uri="{BB962C8B-B14F-4D97-AF65-F5344CB8AC3E}">
        <p14:creationId xmlns:p14="http://schemas.microsoft.com/office/powerpoint/2010/main" val="2771030354"/>
      </p:ext>
    </p:extLst>
  </p:cSld>
  <p:clrMapOvr>
    <a:masterClrMapping/>
  </p:clrMapOvr>
  <p:extLst>
    <p:ext uri="{DCECCB84-F9BA-43D5-87BE-67443E8EF086}">
      <p15:sldGuideLst xmlns:p15="http://schemas.microsoft.com/office/powerpoint/2012/main">
        <p15:guide id="1" pos="2139"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header_1">
    <p:spTree>
      <p:nvGrpSpPr>
        <p:cNvPr id="1" name=""/>
        <p:cNvGrpSpPr/>
        <p:nvPr/>
      </p:nvGrpSpPr>
      <p:grpSpPr>
        <a:xfrm>
          <a:off x="0" y="0"/>
          <a:ext cx="0" cy="0"/>
          <a:chOff x="0" y="0"/>
          <a:chExt cx="0" cy="0"/>
        </a:xfrm>
      </p:grpSpPr>
      <p:sp>
        <p:nvSpPr>
          <p:cNvPr id="12" name="Picture Placeholder 7">
            <a:extLst>
              <a:ext uri="{FF2B5EF4-FFF2-40B4-BE49-F238E27FC236}">
                <a16:creationId xmlns:a16="http://schemas.microsoft.com/office/drawing/2014/main" id="{B9116D33-ED1E-ACD8-6547-24A1C5F6429A}"/>
              </a:ext>
              <a:ext uri="{C183D7F6-B498-43B3-948B-1728B52AA6E4}">
                <adec:decorative xmlns:adec="http://schemas.microsoft.com/office/drawing/2017/decorative" val="1"/>
              </a:ext>
            </a:extLst>
          </p:cNvPr>
          <p:cNvSpPr>
            <a:spLocks noGrp="1"/>
          </p:cNvSpPr>
          <p:nvPr>
            <p:ph type="pic" sz="quarter" idx="10" hasCustomPrompt="1"/>
          </p:nvPr>
        </p:nvSpPr>
        <p:spPr>
          <a:xfrm>
            <a:off x="0" y="0"/>
            <a:ext cx="12192000" cy="6858000"/>
          </a:xfrm>
        </p:spPr>
        <p:txBody>
          <a:bodyPr/>
          <a:lstStyle>
            <a:lvl1pPr marL="0" indent="0">
              <a:buNone/>
              <a:defRPr/>
            </a:lvl1pPr>
          </a:lstStyle>
          <a:p>
            <a:r>
              <a:rPr lang="en-US"/>
              <a:t>Click icon to add picture, right-click on the picture, choose ‘Send to Back’.</a:t>
            </a:r>
          </a:p>
        </p:txBody>
      </p:sp>
      <p:sp>
        <p:nvSpPr>
          <p:cNvPr id="2" name="Title 1">
            <a:extLst>
              <a:ext uri="{FF2B5EF4-FFF2-40B4-BE49-F238E27FC236}">
                <a16:creationId xmlns:a16="http://schemas.microsoft.com/office/drawing/2014/main" id="{66EB3141-7D0C-492A-0C1A-0DAED9EBF700}"/>
              </a:ext>
            </a:extLst>
          </p:cNvPr>
          <p:cNvSpPr>
            <a:spLocks noGrp="1"/>
          </p:cNvSpPr>
          <p:nvPr>
            <p:ph type="ctrTitle"/>
          </p:nvPr>
        </p:nvSpPr>
        <p:spPr>
          <a:xfrm>
            <a:off x="3285605" y="2895044"/>
            <a:ext cx="5620789" cy="779490"/>
          </a:xfrm>
        </p:spPr>
        <p:txBody>
          <a:bodyPr anchor="t" anchorCtr="0">
            <a:noAutofit/>
          </a:bodyPr>
          <a:lstStyle>
            <a:lvl1pPr algn="ctr">
              <a:defRPr sz="4800">
                <a:solidFill>
                  <a:schemeClr val="bg1"/>
                </a:solidFill>
              </a:defRPr>
            </a:lvl1pPr>
          </a:lstStyle>
          <a:p>
            <a:r>
              <a:rPr lang="en-US"/>
              <a:t>Click to edit Master title style</a:t>
            </a:r>
            <a:endParaRPr lang="en-AU" dirty="0"/>
          </a:p>
        </p:txBody>
      </p:sp>
      <p:sp>
        <p:nvSpPr>
          <p:cNvPr id="9" name="Text Placeholder 8">
            <a:extLst>
              <a:ext uri="{FF2B5EF4-FFF2-40B4-BE49-F238E27FC236}">
                <a16:creationId xmlns:a16="http://schemas.microsoft.com/office/drawing/2014/main" id="{CD0E5909-701C-FEA4-3EDD-822BD3AE0EE5}"/>
              </a:ext>
            </a:extLst>
          </p:cNvPr>
          <p:cNvSpPr>
            <a:spLocks noGrp="1"/>
          </p:cNvSpPr>
          <p:nvPr>
            <p:ph type="body" sz="quarter" idx="14"/>
          </p:nvPr>
        </p:nvSpPr>
        <p:spPr>
          <a:xfrm>
            <a:off x="3286125" y="3644352"/>
            <a:ext cx="5619750" cy="622300"/>
          </a:xfrm>
        </p:spPr>
        <p:txBody>
          <a:bodyPr>
            <a:normAutofit/>
          </a:bodyPr>
          <a:lstStyle>
            <a:lvl1pPr marL="0" indent="0" algn="ctr">
              <a:buNone/>
              <a:defRPr sz="2400" cap="all" baseline="0">
                <a:solidFill>
                  <a:schemeClr val="bg1"/>
                </a:solidFill>
              </a:defRPr>
            </a:lvl1pPr>
          </a:lstStyle>
          <a:p>
            <a:pPr lvl="0"/>
            <a:r>
              <a:rPr lang="en-US"/>
              <a:t>Click to edit Master text styles</a:t>
            </a:r>
          </a:p>
        </p:txBody>
      </p:sp>
      <p:sp>
        <p:nvSpPr>
          <p:cNvPr id="10" name="Parallelogram 5">
            <a:extLst>
              <a:ext uri="{FF2B5EF4-FFF2-40B4-BE49-F238E27FC236}">
                <a16:creationId xmlns:a16="http://schemas.microsoft.com/office/drawing/2014/main" id="{B6C20092-4FE0-D7B3-F7BA-0526B1B39094}"/>
              </a:ext>
              <a:ext uri="{C183D7F6-B498-43B3-948B-1728B52AA6E4}">
                <adec:decorative xmlns:adec="http://schemas.microsoft.com/office/drawing/2017/decorative" val="1"/>
              </a:ext>
            </a:extLst>
          </p:cNvPr>
          <p:cNvSpPr/>
          <p:nvPr userDrawn="1"/>
        </p:nvSpPr>
        <p:spPr>
          <a:xfrm rot="19475172">
            <a:off x="-328111"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ext Placeholder 3">
            <a:extLst>
              <a:ext uri="{FF2B5EF4-FFF2-40B4-BE49-F238E27FC236}">
                <a16:creationId xmlns:a16="http://schemas.microsoft.com/office/drawing/2014/main" id="{256F6C83-FC56-B74C-FC25-5C41751487F0}"/>
              </a:ext>
              <a:ext uri="{C183D7F6-B498-43B3-948B-1728B52AA6E4}">
                <adec:decorative xmlns:adec="http://schemas.microsoft.com/office/drawing/2017/decorative" val="1"/>
              </a:ext>
            </a:extLst>
          </p:cNvPr>
          <p:cNvSpPr>
            <a:spLocks noGrp="1"/>
          </p:cNvSpPr>
          <p:nvPr>
            <p:ph type="body" sz="quarter" idx="13" hasCustomPrompt="1"/>
          </p:nvPr>
        </p:nvSpPr>
        <p:spPr>
          <a:xfrm>
            <a:off x="623888" y="234685"/>
            <a:ext cx="1944233" cy="1108075"/>
          </a:xfrm>
        </p:spPr>
        <p:txBody>
          <a:bodyPr>
            <a:normAutofit/>
          </a:bodyPr>
          <a:lstStyle>
            <a:lvl1pPr marL="0" indent="0">
              <a:buNone/>
              <a:defRPr sz="2400" baseline="0">
                <a:solidFill>
                  <a:schemeClr val="bg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AU" dirty="0"/>
              <a:t>Section Header here</a:t>
            </a:r>
          </a:p>
        </p:txBody>
      </p:sp>
      <p:sp>
        <p:nvSpPr>
          <p:cNvPr id="11" name="Picture Placeholder 15" descr="Macquarie University logo">
            <a:extLst>
              <a:ext uri="{FF2B5EF4-FFF2-40B4-BE49-F238E27FC236}">
                <a16:creationId xmlns:a16="http://schemas.microsoft.com/office/drawing/2014/main" id="{CCCE9325-F6E9-4DA5-DDB3-056EEED87F02}"/>
              </a:ext>
            </a:extLst>
          </p:cNvPr>
          <p:cNvSpPr>
            <a:spLocks noGrp="1"/>
          </p:cNvSpPr>
          <p:nvPr>
            <p:ph type="pic" sz="quarter" idx="12" hasCustomPrompt="1"/>
          </p:nvPr>
        </p:nvSpPr>
        <p:spPr>
          <a:xfrm>
            <a:off x="9568515" y="5756896"/>
            <a:ext cx="2268538" cy="899162"/>
          </a:xfrm>
        </p:spPr>
        <p:txBody>
          <a:bodyPr/>
          <a:lstStyle>
            <a:lvl1pPr marL="0" indent="0">
              <a:buNone/>
              <a:defRPr/>
            </a:lvl1pPr>
          </a:lstStyle>
          <a:p>
            <a:r>
              <a:rPr lang="en-US"/>
              <a:t>Click icon to add </a:t>
            </a:r>
            <a:br>
              <a:rPr lang="en-US"/>
            </a:br>
            <a:r>
              <a:rPr lang="en-US"/>
              <a:t>MU logo</a:t>
            </a:r>
          </a:p>
          <a:p>
            <a:endParaRPr lang="en-AU"/>
          </a:p>
        </p:txBody>
      </p:sp>
    </p:spTree>
    <p:extLst>
      <p:ext uri="{BB962C8B-B14F-4D97-AF65-F5344CB8AC3E}">
        <p14:creationId xmlns:p14="http://schemas.microsoft.com/office/powerpoint/2010/main" val="946854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_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B3141-7D0C-492A-0C1A-0DAED9EBF700}"/>
              </a:ext>
            </a:extLst>
          </p:cNvPr>
          <p:cNvSpPr>
            <a:spLocks noGrp="1"/>
          </p:cNvSpPr>
          <p:nvPr>
            <p:ph type="ctrTitle"/>
          </p:nvPr>
        </p:nvSpPr>
        <p:spPr>
          <a:xfrm>
            <a:off x="3285605" y="2895044"/>
            <a:ext cx="5620789" cy="779490"/>
          </a:xfrm>
        </p:spPr>
        <p:txBody>
          <a:bodyPr anchor="t" anchorCtr="0">
            <a:noAutofit/>
          </a:bodyPr>
          <a:lstStyle>
            <a:lvl1pPr algn="ctr">
              <a:defRPr sz="4800">
                <a:solidFill>
                  <a:schemeClr val="bg1"/>
                </a:solidFill>
              </a:defRPr>
            </a:lvl1pPr>
          </a:lstStyle>
          <a:p>
            <a:r>
              <a:rPr lang="en-US" noProof="0"/>
              <a:t>Click to edit Master title style</a:t>
            </a:r>
            <a:endParaRPr lang="en-AU" noProof="0"/>
          </a:p>
        </p:txBody>
      </p:sp>
      <p:sp>
        <p:nvSpPr>
          <p:cNvPr id="9" name="Text Placeholder 8">
            <a:extLst>
              <a:ext uri="{FF2B5EF4-FFF2-40B4-BE49-F238E27FC236}">
                <a16:creationId xmlns:a16="http://schemas.microsoft.com/office/drawing/2014/main" id="{CD0E5909-701C-FEA4-3EDD-822BD3AE0EE5}"/>
              </a:ext>
            </a:extLst>
          </p:cNvPr>
          <p:cNvSpPr>
            <a:spLocks noGrp="1"/>
          </p:cNvSpPr>
          <p:nvPr>
            <p:ph type="body" sz="quarter" idx="14"/>
          </p:nvPr>
        </p:nvSpPr>
        <p:spPr>
          <a:xfrm>
            <a:off x="3286125" y="3644352"/>
            <a:ext cx="5619750" cy="622300"/>
          </a:xfrm>
        </p:spPr>
        <p:txBody>
          <a:bodyPr>
            <a:normAutofit/>
          </a:bodyPr>
          <a:lstStyle>
            <a:lvl1pPr marL="0" indent="0" algn="ctr">
              <a:buNone/>
              <a:defRPr sz="2400" cap="all" baseline="0">
                <a:solidFill>
                  <a:schemeClr val="bg1"/>
                </a:solidFill>
              </a:defRPr>
            </a:lvl1pPr>
          </a:lstStyle>
          <a:p>
            <a:pPr lvl="0"/>
            <a:r>
              <a:rPr lang="en-US"/>
              <a:t>Click to edit Master text styles</a:t>
            </a:r>
          </a:p>
        </p:txBody>
      </p:sp>
      <p:pic>
        <p:nvPicPr>
          <p:cNvPr id="3" name="Picture Placeholder 14" descr="Macquarie University logo">
            <a:extLst>
              <a:ext uri="{FF2B5EF4-FFF2-40B4-BE49-F238E27FC236}">
                <a16:creationId xmlns:a16="http://schemas.microsoft.com/office/drawing/2014/main" id="{18204310-720D-F8CF-1749-AD3C87FB1D2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68515" y="5756896"/>
            <a:ext cx="2268538" cy="899162"/>
          </a:xfrm>
          <a:prstGeom prst="rect">
            <a:avLst/>
          </a:prstGeom>
        </p:spPr>
      </p:pic>
      <p:sp>
        <p:nvSpPr>
          <p:cNvPr id="6" name="Parallelogram 5">
            <a:extLst>
              <a:ext uri="{FF2B5EF4-FFF2-40B4-BE49-F238E27FC236}">
                <a16:creationId xmlns:a16="http://schemas.microsoft.com/office/drawing/2014/main" id="{2F9F5ABC-0E42-633D-C61F-40558E0DD65C}"/>
              </a:ext>
              <a:ext uri="{C183D7F6-B498-43B3-948B-1728B52AA6E4}">
                <adec:decorative xmlns:adec="http://schemas.microsoft.com/office/drawing/2017/decorative" val="1"/>
              </a:ext>
            </a:extLst>
          </p:cNvPr>
          <p:cNvSpPr/>
          <p:nvPr userDrawn="1"/>
        </p:nvSpPr>
        <p:spPr>
          <a:xfrm rot="19475172">
            <a:off x="-327165" y="514905"/>
            <a:ext cx="900499" cy="850372"/>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499" h="850372">
                <a:moveTo>
                  <a:pt x="0" y="850372"/>
                </a:moveTo>
                <a:lnTo>
                  <a:pt x="573320" y="44399"/>
                </a:lnTo>
                <a:lnTo>
                  <a:pt x="900499" y="0"/>
                </a:lnTo>
                <a:lnTo>
                  <a:pt x="354873" y="775414"/>
                </a:lnTo>
                <a:lnTo>
                  <a:pt x="0" y="850372"/>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Text Placeholder 3">
            <a:extLst>
              <a:ext uri="{FF2B5EF4-FFF2-40B4-BE49-F238E27FC236}">
                <a16:creationId xmlns:a16="http://schemas.microsoft.com/office/drawing/2014/main" id="{19BF03B5-5C6A-0711-F9D3-FE8C96A3810E}"/>
              </a:ext>
              <a:ext uri="{C183D7F6-B498-43B3-948B-1728B52AA6E4}">
                <adec:decorative xmlns:adec="http://schemas.microsoft.com/office/drawing/2017/decorative" val="1"/>
              </a:ext>
            </a:extLst>
          </p:cNvPr>
          <p:cNvSpPr>
            <a:spLocks noGrp="1"/>
          </p:cNvSpPr>
          <p:nvPr>
            <p:ph type="body" sz="quarter" idx="13" hasCustomPrompt="1"/>
          </p:nvPr>
        </p:nvSpPr>
        <p:spPr>
          <a:xfrm>
            <a:off x="623888" y="234685"/>
            <a:ext cx="1944233" cy="1108075"/>
          </a:xfrm>
        </p:spPr>
        <p:txBody>
          <a:bodyPr>
            <a:normAutofit/>
          </a:bodyPr>
          <a:lstStyle>
            <a:lvl1pPr marL="0" indent="0">
              <a:buNone/>
              <a:defRPr sz="2400" baseline="0">
                <a:solidFill>
                  <a:schemeClr val="bg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AU" dirty="0"/>
              <a:t>Section Header here</a:t>
            </a:r>
          </a:p>
        </p:txBody>
      </p:sp>
      <p:sp>
        <p:nvSpPr>
          <p:cNvPr id="5" name="Picture Placeholder 4">
            <a:extLst>
              <a:ext uri="{FF2B5EF4-FFF2-40B4-BE49-F238E27FC236}">
                <a16:creationId xmlns:a16="http://schemas.microsoft.com/office/drawing/2014/main" id="{CD69B6BB-AD7B-FECC-278A-0DE20170403F}"/>
              </a:ext>
              <a:ext uri="{C183D7F6-B498-43B3-948B-1728B52AA6E4}">
                <adec:decorative xmlns:adec="http://schemas.microsoft.com/office/drawing/2017/decorative" val="1"/>
              </a:ext>
            </a:extLst>
          </p:cNvPr>
          <p:cNvSpPr>
            <a:spLocks noGrp="1"/>
          </p:cNvSpPr>
          <p:nvPr>
            <p:ph type="pic" sz="quarter" idx="15" hasCustomPrompt="1"/>
          </p:nvPr>
        </p:nvSpPr>
        <p:spPr>
          <a:xfrm>
            <a:off x="5465999" y="1369338"/>
            <a:ext cx="1260000" cy="1260000"/>
          </a:xfrm>
        </p:spPr>
        <p:txBody>
          <a:bodyPr/>
          <a:lstStyle>
            <a:lvl1pPr>
              <a:defRPr>
                <a:solidFill>
                  <a:schemeClr val="bg1"/>
                </a:solidFill>
              </a:defRPr>
            </a:lvl1pPr>
          </a:lstStyle>
          <a:p>
            <a:r>
              <a:rPr lang="en-AU"/>
              <a:t>Icon</a:t>
            </a:r>
          </a:p>
        </p:txBody>
      </p:sp>
    </p:spTree>
    <p:extLst>
      <p:ext uri="{BB962C8B-B14F-4D97-AF65-F5344CB8AC3E}">
        <p14:creationId xmlns:p14="http://schemas.microsoft.com/office/powerpoint/2010/main" val="3970521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header_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B3141-7D0C-492A-0C1A-0DAED9EBF700}"/>
              </a:ext>
            </a:extLst>
          </p:cNvPr>
          <p:cNvSpPr>
            <a:spLocks noGrp="1"/>
          </p:cNvSpPr>
          <p:nvPr>
            <p:ph type="ctrTitle"/>
          </p:nvPr>
        </p:nvSpPr>
        <p:spPr>
          <a:xfrm>
            <a:off x="3285605" y="2895044"/>
            <a:ext cx="5620789" cy="779490"/>
          </a:xfrm>
        </p:spPr>
        <p:txBody>
          <a:bodyPr anchor="t" anchorCtr="0">
            <a:noAutofit/>
          </a:bodyPr>
          <a:lstStyle>
            <a:lvl1pPr algn="ctr">
              <a:defRPr sz="4800">
                <a:solidFill>
                  <a:schemeClr val="bg1"/>
                </a:solidFill>
              </a:defRPr>
            </a:lvl1pPr>
          </a:lstStyle>
          <a:p>
            <a:r>
              <a:rPr lang="en-US" noProof="0"/>
              <a:t>Click to edit Master title style</a:t>
            </a:r>
            <a:endParaRPr lang="en-AU" noProof="0"/>
          </a:p>
        </p:txBody>
      </p:sp>
      <p:sp>
        <p:nvSpPr>
          <p:cNvPr id="9" name="Text Placeholder 8">
            <a:extLst>
              <a:ext uri="{FF2B5EF4-FFF2-40B4-BE49-F238E27FC236}">
                <a16:creationId xmlns:a16="http://schemas.microsoft.com/office/drawing/2014/main" id="{CD0E5909-701C-FEA4-3EDD-822BD3AE0EE5}"/>
              </a:ext>
            </a:extLst>
          </p:cNvPr>
          <p:cNvSpPr>
            <a:spLocks noGrp="1"/>
          </p:cNvSpPr>
          <p:nvPr>
            <p:ph type="body" sz="quarter" idx="14"/>
          </p:nvPr>
        </p:nvSpPr>
        <p:spPr>
          <a:xfrm>
            <a:off x="3286125" y="3644352"/>
            <a:ext cx="5619750" cy="622300"/>
          </a:xfrm>
        </p:spPr>
        <p:txBody>
          <a:bodyPr>
            <a:normAutofit/>
          </a:bodyPr>
          <a:lstStyle>
            <a:lvl1pPr marL="0" indent="0" algn="ctr">
              <a:buNone/>
              <a:defRPr sz="2400" cap="all" baseline="0">
                <a:solidFill>
                  <a:schemeClr val="bg1"/>
                </a:solidFill>
              </a:defRPr>
            </a:lvl1pPr>
          </a:lstStyle>
          <a:p>
            <a:pPr lvl="0"/>
            <a:r>
              <a:rPr lang="en-US"/>
              <a:t>Click to edit Master text styles</a:t>
            </a:r>
          </a:p>
        </p:txBody>
      </p:sp>
      <p:pic>
        <p:nvPicPr>
          <p:cNvPr id="3" name="Picture Placeholder 14" descr="Macquarie University logo">
            <a:extLst>
              <a:ext uri="{FF2B5EF4-FFF2-40B4-BE49-F238E27FC236}">
                <a16:creationId xmlns:a16="http://schemas.microsoft.com/office/drawing/2014/main" id="{18204310-720D-F8CF-1749-AD3C87FB1D2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68515" y="5756896"/>
            <a:ext cx="2268538" cy="899162"/>
          </a:xfrm>
          <a:prstGeom prst="rect">
            <a:avLst/>
          </a:prstGeom>
        </p:spPr>
      </p:pic>
      <p:sp>
        <p:nvSpPr>
          <p:cNvPr id="6" name="Parallelogram 5">
            <a:extLst>
              <a:ext uri="{FF2B5EF4-FFF2-40B4-BE49-F238E27FC236}">
                <a16:creationId xmlns:a16="http://schemas.microsoft.com/office/drawing/2014/main" id="{2F9F5ABC-0E42-633D-C61F-40558E0DD65C}"/>
              </a:ext>
              <a:ext uri="{C183D7F6-B498-43B3-948B-1728B52AA6E4}">
                <adec:decorative xmlns:adec="http://schemas.microsoft.com/office/drawing/2017/decorative" val="1"/>
              </a:ext>
            </a:extLst>
          </p:cNvPr>
          <p:cNvSpPr/>
          <p:nvPr userDrawn="1"/>
        </p:nvSpPr>
        <p:spPr>
          <a:xfrm rot="19475172">
            <a:off x="-327165" y="514905"/>
            <a:ext cx="900499" cy="850372"/>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499" h="850372">
                <a:moveTo>
                  <a:pt x="0" y="850372"/>
                </a:moveTo>
                <a:lnTo>
                  <a:pt x="573320" y="44399"/>
                </a:lnTo>
                <a:lnTo>
                  <a:pt x="900499" y="0"/>
                </a:lnTo>
                <a:lnTo>
                  <a:pt x="354873" y="775414"/>
                </a:lnTo>
                <a:lnTo>
                  <a:pt x="0" y="850372"/>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Text Placeholder 3">
            <a:extLst>
              <a:ext uri="{FF2B5EF4-FFF2-40B4-BE49-F238E27FC236}">
                <a16:creationId xmlns:a16="http://schemas.microsoft.com/office/drawing/2014/main" id="{19BF03B5-5C6A-0711-F9D3-FE8C96A3810E}"/>
              </a:ext>
              <a:ext uri="{C183D7F6-B498-43B3-948B-1728B52AA6E4}">
                <adec:decorative xmlns:adec="http://schemas.microsoft.com/office/drawing/2017/decorative" val="1"/>
              </a:ext>
            </a:extLst>
          </p:cNvPr>
          <p:cNvSpPr>
            <a:spLocks noGrp="1"/>
          </p:cNvSpPr>
          <p:nvPr>
            <p:ph type="body" sz="quarter" idx="13" hasCustomPrompt="1"/>
          </p:nvPr>
        </p:nvSpPr>
        <p:spPr>
          <a:xfrm>
            <a:off x="623888" y="234685"/>
            <a:ext cx="1944233" cy="1108075"/>
          </a:xfrm>
        </p:spPr>
        <p:txBody>
          <a:bodyPr>
            <a:normAutofit/>
          </a:bodyPr>
          <a:lstStyle>
            <a:lvl1pPr marL="0" indent="0">
              <a:buNone/>
              <a:defRPr sz="2400" baseline="0">
                <a:solidFill>
                  <a:schemeClr val="bg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AU" dirty="0"/>
              <a:t>Section Header here</a:t>
            </a:r>
          </a:p>
        </p:txBody>
      </p:sp>
      <p:sp>
        <p:nvSpPr>
          <p:cNvPr id="4" name="Picture Placeholder 4">
            <a:extLst>
              <a:ext uri="{FF2B5EF4-FFF2-40B4-BE49-F238E27FC236}">
                <a16:creationId xmlns:a16="http://schemas.microsoft.com/office/drawing/2014/main" id="{940CA8FE-BF3D-A9AB-213A-0C55DB544E18}"/>
              </a:ext>
              <a:ext uri="{C183D7F6-B498-43B3-948B-1728B52AA6E4}">
                <adec:decorative xmlns:adec="http://schemas.microsoft.com/office/drawing/2017/decorative" val="1"/>
              </a:ext>
            </a:extLst>
          </p:cNvPr>
          <p:cNvSpPr>
            <a:spLocks noGrp="1"/>
          </p:cNvSpPr>
          <p:nvPr>
            <p:ph type="pic" sz="quarter" idx="15" hasCustomPrompt="1"/>
          </p:nvPr>
        </p:nvSpPr>
        <p:spPr>
          <a:xfrm>
            <a:off x="5465999" y="1369338"/>
            <a:ext cx="1260000" cy="1260000"/>
          </a:xfrm>
        </p:spPr>
        <p:txBody>
          <a:bodyPr/>
          <a:lstStyle>
            <a:lvl1pPr>
              <a:defRPr>
                <a:solidFill>
                  <a:schemeClr val="bg1"/>
                </a:solidFill>
              </a:defRPr>
            </a:lvl1pPr>
          </a:lstStyle>
          <a:p>
            <a:r>
              <a:rPr lang="en-AU"/>
              <a:t>Icon</a:t>
            </a:r>
          </a:p>
        </p:txBody>
      </p:sp>
    </p:spTree>
    <p:extLst>
      <p:ext uri="{BB962C8B-B14F-4D97-AF65-F5344CB8AC3E}">
        <p14:creationId xmlns:p14="http://schemas.microsoft.com/office/powerpoint/2010/main" val="3761839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header_4">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B3141-7D0C-492A-0C1A-0DAED9EBF700}"/>
              </a:ext>
            </a:extLst>
          </p:cNvPr>
          <p:cNvSpPr>
            <a:spLocks noGrp="1"/>
          </p:cNvSpPr>
          <p:nvPr>
            <p:ph type="ctrTitle"/>
          </p:nvPr>
        </p:nvSpPr>
        <p:spPr>
          <a:xfrm>
            <a:off x="3285605" y="2895044"/>
            <a:ext cx="5620789" cy="779490"/>
          </a:xfrm>
        </p:spPr>
        <p:txBody>
          <a:bodyPr anchor="t" anchorCtr="0">
            <a:noAutofit/>
          </a:bodyPr>
          <a:lstStyle>
            <a:lvl1pPr algn="ctr">
              <a:defRPr sz="4800">
                <a:solidFill>
                  <a:schemeClr val="bg1"/>
                </a:solidFill>
              </a:defRPr>
            </a:lvl1pPr>
          </a:lstStyle>
          <a:p>
            <a:r>
              <a:rPr lang="en-US"/>
              <a:t>Click to edit Master title style</a:t>
            </a:r>
            <a:endParaRPr lang="en-AU" dirty="0"/>
          </a:p>
        </p:txBody>
      </p:sp>
      <p:sp>
        <p:nvSpPr>
          <p:cNvPr id="9" name="Text Placeholder 8">
            <a:extLst>
              <a:ext uri="{FF2B5EF4-FFF2-40B4-BE49-F238E27FC236}">
                <a16:creationId xmlns:a16="http://schemas.microsoft.com/office/drawing/2014/main" id="{CD0E5909-701C-FEA4-3EDD-822BD3AE0EE5}"/>
              </a:ext>
            </a:extLst>
          </p:cNvPr>
          <p:cNvSpPr>
            <a:spLocks noGrp="1"/>
          </p:cNvSpPr>
          <p:nvPr>
            <p:ph type="body" sz="quarter" idx="14"/>
          </p:nvPr>
        </p:nvSpPr>
        <p:spPr>
          <a:xfrm>
            <a:off x="3286125" y="3644352"/>
            <a:ext cx="5619750" cy="622300"/>
          </a:xfrm>
        </p:spPr>
        <p:txBody>
          <a:bodyPr>
            <a:normAutofit/>
          </a:bodyPr>
          <a:lstStyle>
            <a:lvl1pPr marL="0" indent="0" algn="ctr">
              <a:buNone/>
              <a:defRPr sz="2400" cap="all" baseline="0">
                <a:solidFill>
                  <a:schemeClr val="bg1"/>
                </a:solidFill>
              </a:defRPr>
            </a:lvl1pPr>
          </a:lstStyle>
          <a:p>
            <a:pPr lvl="0"/>
            <a:r>
              <a:rPr lang="en-US"/>
              <a:t>Click to edit Master text styles</a:t>
            </a:r>
          </a:p>
        </p:txBody>
      </p:sp>
      <p:pic>
        <p:nvPicPr>
          <p:cNvPr id="3" name="Picture Placeholder 14" descr="Macquarie University logo">
            <a:extLst>
              <a:ext uri="{FF2B5EF4-FFF2-40B4-BE49-F238E27FC236}">
                <a16:creationId xmlns:a16="http://schemas.microsoft.com/office/drawing/2014/main" id="{18204310-720D-F8CF-1749-AD3C87FB1D2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68515" y="5756896"/>
            <a:ext cx="2268538" cy="899162"/>
          </a:xfrm>
          <a:prstGeom prst="rect">
            <a:avLst/>
          </a:prstGeom>
        </p:spPr>
      </p:pic>
      <p:sp>
        <p:nvSpPr>
          <p:cNvPr id="6" name="Parallelogram 5">
            <a:extLst>
              <a:ext uri="{FF2B5EF4-FFF2-40B4-BE49-F238E27FC236}">
                <a16:creationId xmlns:a16="http://schemas.microsoft.com/office/drawing/2014/main" id="{2F9F5ABC-0E42-633D-C61F-40558E0DD65C}"/>
              </a:ext>
              <a:ext uri="{C183D7F6-B498-43B3-948B-1728B52AA6E4}">
                <adec:decorative xmlns:adec="http://schemas.microsoft.com/office/drawing/2017/decorative" val="1"/>
              </a:ext>
            </a:extLst>
          </p:cNvPr>
          <p:cNvSpPr/>
          <p:nvPr userDrawn="1"/>
        </p:nvSpPr>
        <p:spPr>
          <a:xfrm rot="19475172">
            <a:off x="-327165" y="514905"/>
            <a:ext cx="900499" cy="850372"/>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499" h="850372">
                <a:moveTo>
                  <a:pt x="0" y="850372"/>
                </a:moveTo>
                <a:lnTo>
                  <a:pt x="573320" y="44399"/>
                </a:lnTo>
                <a:lnTo>
                  <a:pt x="900499" y="0"/>
                </a:lnTo>
                <a:lnTo>
                  <a:pt x="354873" y="775414"/>
                </a:lnTo>
                <a:lnTo>
                  <a:pt x="0" y="850372"/>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Text Placeholder 3">
            <a:extLst>
              <a:ext uri="{FF2B5EF4-FFF2-40B4-BE49-F238E27FC236}">
                <a16:creationId xmlns:a16="http://schemas.microsoft.com/office/drawing/2014/main" id="{19BF03B5-5C6A-0711-F9D3-FE8C96A3810E}"/>
              </a:ext>
              <a:ext uri="{C183D7F6-B498-43B3-948B-1728B52AA6E4}">
                <adec:decorative xmlns:adec="http://schemas.microsoft.com/office/drawing/2017/decorative" val="1"/>
              </a:ext>
            </a:extLst>
          </p:cNvPr>
          <p:cNvSpPr>
            <a:spLocks noGrp="1"/>
          </p:cNvSpPr>
          <p:nvPr>
            <p:ph type="body" sz="quarter" idx="13" hasCustomPrompt="1"/>
          </p:nvPr>
        </p:nvSpPr>
        <p:spPr>
          <a:xfrm>
            <a:off x="623888" y="234685"/>
            <a:ext cx="1944233" cy="1108075"/>
          </a:xfrm>
        </p:spPr>
        <p:txBody>
          <a:bodyPr>
            <a:normAutofit/>
          </a:bodyPr>
          <a:lstStyle>
            <a:lvl1pPr marL="0" indent="0">
              <a:buNone/>
              <a:defRPr sz="2400" baseline="0">
                <a:solidFill>
                  <a:schemeClr val="bg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AU" dirty="0"/>
              <a:t>Section Header here</a:t>
            </a:r>
          </a:p>
        </p:txBody>
      </p:sp>
      <p:sp>
        <p:nvSpPr>
          <p:cNvPr id="4" name="Picture Placeholder 4">
            <a:extLst>
              <a:ext uri="{FF2B5EF4-FFF2-40B4-BE49-F238E27FC236}">
                <a16:creationId xmlns:a16="http://schemas.microsoft.com/office/drawing/2014/main" id="{22112232-C5BF-11A9-7C8E-DE8C2CE71D27}"/>
              </a:ext>
              <a:ext uri="{C183D7F6-B498-43B3-948B-1728B52AA6E4}">
                <adec:decorative xmlns:adec="http://schemas.microsoft.com/office/drawing/2017/decorative" val="1"/>
              </a:ext>
            </a:extLst>
          </p:cNvPr>
          <p:cNvSpPr>
            <a:spLocks noGrp="1"/>
          </p:cNvSpPr>
          <p:nvPr>
            <p:ph type="pic" sz="quarter" idx="15" hasCustomPrompt="1"/>
          </p:nvPr>
        </p:nvSpPr>
        <p:spPr>
          <a:xfrm>
            <a:off x="5465999" y="1369338"/>
            <a:ext cx="1260000" cy="1260000"/>
          </a:xfrm>
        </p:spPr>
        <p:txBody>
          <a:bodyPr/>
          <a:lstStyle>
            <a:lvl1pPr>
              <a:defRPr>
                <a:solidFill>
                  <a:schemeClr val="bg1"/>
                </a:solidFill>
              </a:defRPr>
            </a:lvl1pPr>
          </a:lstStyle>
          <a:p>
            <a:r>
              <a:rPr lang="en-AU"/>
              <a:t>Icon</a:t>
            </a:r>
          </a:p>
        </p:txBody>
      </p:sp>
    </p:spTree>
    <p:extLst>
      <p:ext uri="{BB962C8B-B14F-4D97-AF65-F5344CB8AC3E}">
        <p14:creationId xmlns:p14="http://schemas.microsoft.com/office/powerpoint/2010/main" val="11284327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header_5">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B3141-7D0C-492A-0C1A-0DAED9EBF700}"/>
              </a:ext>
            </a:extLst>
          </p:cNvPr>
          <p:cNvSpPr>
            <a:spLocks noGrp="1"/>
          </p:cNvSpPr>
          <p:nvPr>
            <p:ph type="ctrTitle"/>
          </p:nvPr>
        </p:nvSpPr>
        <p:spPr>
          <a:xfrm>
            <a:off x="3285605" y="2895044"/>
            <a:ext cx="5620789" cy="779490"/>
          </a:xfrm>
        </p:spPr>
        <p:txBody>
          <a:bodyPr anchor="t" anchorCtr="0">
            <a:noAutofit/>
          </a:bodyPr>
          <a:lstStyle>
            <a:lvl1pPr algn="ctr">
              <a:defRPr sz="4800">
                <a:solidFill>
                  <a:schemeClr val="bg1"/>
                </a:solidFill>
              </a:defRPr>
            </a:lvl1pPr>
          </a:lstStyle>
          <a:p>
            <a:r>
              <a:rPr lang="en-US" noProof="0"/>
              <a:t>Click to edit Master title style</a:t>
            </a:r>
            <a:endParaRPr lang="en-AU" dirty="0"/>
          </a:p>
        </p:txBody>
      </p:sp>
      <p:sp>
        <p:nvSpPr>
          <p:cNvPr id="9" name="Text Placeholder 8">
            <a:extLst>
              <a:ext uri="{FF2B5EF4-FFF2-40B4-BE49-F238E27FC236}">
                <a16:creationId xmlns:a16="http://schemas.microsoft.com/office/drawing/2014/main" id="{CD0E5909-701C-FEA4-3EDD-822BD3AE0EE5}"/>
              </a:ext>
            </a:extLst>
          </p:cNvPr>
          <p:cNvSpPr>
            <a:spLocks noGrp="1"/>
          </p:cNvSpPr>
          <p:nvPr>
            <p:ph type="body" sz="quarter" idx="14"/>
          </p:nvPr>
        </p:nvSpPr>
        <p:spPr>
          <a:xfrm>
            <a:off x="3286125" y="3644352"/>
            <a:ext cx="5619750" cy="622300"/>
          </a:xfrm>
        </p:spPr>
        <p:txBody>
          <a:bodyPr>
            <a:normAutofit/>
          </a:bodyPr>
          <a:lstStyle>
            <a:lvl1pPr marL="0" indent="0" algn="ctr">
              <a:buNone/>
              <a:defRPr sz="2400" cap="all" baseline="0">
                <a:solidFill>
                  <a:schemeClr val="bg1"/>
                </a:solidFill>
              </a:defRPr>
            </a:lvl1pPr>
          </a:lstStyle>
          <a:p>
            <a:pPr lvl="0"/>
            <a:r>
              <a:rPr lang="en-US"/>
              <a:t>Click to edit Master text styles</a:t>
            </a:r>
          </a:p>
        </p:txBody>
      </p:sp>
      <p:pic>
        <p:nvPicPr>
          <p:cNvPr id="3" name="Picture Placeholder 14" descr="Macquarie University logo">
            <a:extLst>
              <a:ext uri="{FF2B5EF4-FFF2-40B4-BE49-F238E27FC236}">
                <a16:creationId xmlns:a16="http://schemas.microsoft.com/office/drawing/2014/main" id="{18204310-720D-F8CF-1749-AD3C87FB1D2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68515" y="5756896"/>
            <a:ext cx="2268538" cy="899162"/>
          </a:xfrm>
          <a:prstGeom prst="rect">
            <a:avLst/>
          </a:prstGeom>
        </p:spPr>
      </p:pic>
      <p:sp>
        <p:nvSpPr>
          <p:cNvPr id="6" name="Parallelogram 5">
            <a:extLst>
              <a:ext uri="{FF2B5EF4-FFF2-40B4-BE49-F238E27FC236}">
                <a16:creationId xmlns:a16="http://schemas.microsoft.com/office/drawing/2014/main" id="{2F9F5ABC-0E42-633D-C61F-40558E0DD65C}"/>
              </a:ext>
              <a:ext uri="{C183D7F6-B498-43B3-948B-1728B52AA6E4}">
                <adec:decorative xmlns:adec="http://schemas.microsoft.com/office/drawing/2017/decorative" val="1"/>
              </a:ext>
            </a:extLst>
          </p:cNvPr>
          <p:cNvSpPr/>
          <p:nvPr userDrawn="1"/>
        </p:nvSpPr>
        <p:spPr>
          <a:xfrm rot="19475172">
            <a:off x="-327165" y="514905"/>
            <a:ext cx="900499" cy="850372"/>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499" h="850372">
                <a:moveTo>
                  <a:pt x="0" y="850372"/>
                </a:moveTo>
                <a:lnTo>
                  <a:pt x="573320" y="44399"/>
                </a:lnTo>
                <a:lnTo>
                  <a:pt x="900499" y="0"/>
                </a:lnTo>
                <a:lnTo>
                  <a:pt x="354873" y="775414"/>
                </a:lnTo>
                <a:lnTo>
                  <a:pt x="0" y="85037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Text Placeholder 3">
            <a:extLst>
              <a:ext uri="{FF2B5EF4-FFF2-40B4-BE49-F238E27FC236}">
                <a16:creationId xmlns:a16="http://schemas.microsoft.com/office/drawing/2014/main" id="{19BF03B5-5C6A-0711-F9D3-FE8C96A3810E}"/>
              </a:ext>
              <a:ext uri="{C183D7F6-B498-43B3-948B-1728B52AA6E4}">
                <adec:decorative xmlns:adec="http://schemas.microsoft.com/office/drawing/2017/decorative" val="1"/>
              </a:ext>
            </a:extLst>
          </p:cNvPr>
          <p:cNvSpPr>
            <a:spLocks noGrp="1"/>
          </p:cNvSpPr>
          <p:nvPr>
            <p:ph type="body" sz="quarter" idx="13" hasCustomPrompt="1"/>
          </p:nvPr>
        </p:nvSpPr>
        <p:spPr>
          <a:xfrm>
            <a:off x="623888" y="234685"/>
            <a:ext cx="1944233" cy="1108075"/>
          </a:xfrm>
        </p:spPr>
        <p:txBody>
          <a:bodyPr>
            <a:normAutofit/>
          </a:bodyPr>
          <a:lstStyle>
            <a:lvl1pPr marL="0" indent="0">
              <a:buNone/>
              <a:defRPr sz="2400" baseline="0">
                <a:solidFill>
                  <a:schemeClr val="bg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AU" dirty="0"/>
              <a:t>Section Header here</a:t>
            </a:r>
          </a:p>
        </p:txBody>
      </p:sp>
      <p:sp>
        <p:nvSpPr>
          <p:cNvPr id="4" name="Picture Placeholder 4">
            <a:extLst>
              <a:ext uri="{FF2B5EF4-FFF2-40B4-BE49-F238E27FC236}">
                <a16:creationId xmlns:a16="http://schemas.microsoft.com/office/drawing/2014/main" id="{05AE4025-64DD-ED61-D017-9B3F6CB30F06}"/>
              </a:ext>
              <a:ext uri="{C183D7F6-B498-43B3-948B-1728B52AA6E4}">
                <adec:decorative xmlns:adec="http://schemas.microsoft.com/office/drawing/2017/decorative" val="1"/>
              </a:ext>
            </a:extLst>
          </p:cNvPr>
          <p:cNvSpPr>
            <a:spLocks noGrp="1"/>
          </p:cNvSpPr>
          <p:nvPr>
            <p:ph type="pic" sz="quarter" idx="15" hasCustomPrompt="1"/>
          </p:nvPr>
        </p:nvSpPr>
        <p:spPr>
          <a:xfrm>
            <a:off x="5465999" y="1369338"/>
            <a:ext cx="1260000" cy="1260000"/>
          </a:xfrm>
        </p:spPr>
        <p:txBody>
          <a:bodyPr/>
          <a:lstStyle>
            <a:lvl1pPr>
              <a:defRPr>
                <a:solidFill>
                  <a:schemeClr val="bg1"/>
                </a:solidFill>
              </a:defRPr>
            </a:lvl1pPr>
          </a:lstStyle>
          <a:p>
            <a:r>
              <a:rPr lang="en-AU"/>
              <a:t>Icon</a:t>
            </a:r>
          </a:p>
        </p:txBody>
      </p:sp>
    </p:spTree>
    <p:extLst>
      <p:ext uri="{BB962C8B-B14F-4D97-AF65-F5344CB8AC3E}">
        <p14:creationId xmlns:p14="http://schemas.microsoft.com/office/powerpoint/2010/main" val="1338105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ection header_6">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B3141-7D0C-492A-0C1A-0DAED9EBF700}"/>
              </a:ext>
            </a:extLst>
          </p:cNvPr>
          <p:cNvSpPr>
            <a:spLocks noGrp="1"/>
          </p:cNvSpPr>
          <p:nvPr>
            <p:ph type="ctrTitle"/>
          </p:nvPr>
        </p:nvSpPr>
        <p:spPr>
          <a:xfrm>
            <a:off x="3285605" y="2895044"/>
            <a:ext cx="5620789" cy="779490"/>
          </a:xfrm>
        </p:spPr>
        <p:txBody>
          <a:bodyPr anchor="t" anchorCtr="0">
            <a:noAutofit/>
          </a:bodyPr>
          <a:lstStyle>
            <a:lvl1pPr algn="ctr">
              <a:defRPr sz="4800">
                <a:solidFill>
                  <a:schemeClr val="bg1"/>
                </a:solidFill>
              </a:defRPr>
            </a:lvl1pPr>
          </a:lstStyle>
          <a:p>
            <a:r>
              <a:rPr lang="en-US"/>
              <a:t>Click to edit Master title style</a:t>
            </a:r>
            <a:endParaRPr lang="en-AU" dirty="0"/>
          </a:p>
        </p:txBody>
      </p:sp>
      <p:sp>
        <p:nvSpPr>
          <p:cNvPr id="9" name="Text Placeholder 8">
            <a:extLst>
              <a:ext uri="{FF2B5EF4-FFF2-40B4-BE49-F238E27FC236}">
                <a16:creationId xmlns:a16="http://schemas.microsoft.com/office/drawing/2014/main" id="{CD0E5909-701C-FEA4-3EDD-822BD3AE0EE5}"/>
              </a:ext>
            </a:extLst>
          </p:cNvPr>
          <p:cNvSpPr>
            <a:spLocks noGrp="1"/>
          </p:cNvSpPr>
          <p:nvPr>
            <p:ph type="body" sz="quarter" idx="14"/>
          </p:nvPr>
        </p:nvSpPr>
        <p:spPr>
          <a:xfrm>
            <a:off x="3286125" y="3644352"/>
            <a:ext cx="5619750" cy="622300"/>
          </a:xfrm>
        </p:spPr>
        <p:txBody>
          <a:bodyPr>
            <a:normAutofit/>
          </a:bodyPr>
          <a:lstStyle>
            <a:lvl1pPr marL="0" indent="0" algn="ctr">
              <a:buNone/>
              <a:defRPr sz="2400" cap="all" baseline="0">
                <a:solidFill>
                  <a:schemeClr val="bg1"/>
                </a:solidFill>
              </a:defRPr>
            </a:lvl1pPr>
          </a:lstStyle>
          <a:p>
            <a:pPr lvl="0"/>
            <a:r>
              <a:rPr lang="en-US"/>
              <a:t>Click to edit Master text styles</a:t>
            </a:r>
          </a:p>
        </p:txBody>
      </p:sp>
      <p:pic>
        <p:nvPicPr>
          <p:cNvPr id="3" name="Picture Placeholder 14" descr="Macquarie University logo">
            <a:extLst>
              <a:ext uri="{FF2B5EF4-FFF2-40B4-BE49-F238E27FC236}">
                <a16:creationId xmlns:a16="http://schemas.microsoft.com/office/drawing/2014/main" id="{18204310-720D-F8CF-1749-AD3C87FB1D2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68515" y="5756896"/>
            <a:ext cx="2268538" cy="899162"/>
          </a:xfrm>
          <a:prstGeom prst="rect">
            <a:avLst/>
          </a:prstGeom>
        </p:spPr>
      </p:pic>
      <p:sp>
        <p:nvSpPr>
          <p:cNvPr id="6" name="Parallelogram 5">
            <a:extLst>
              <a:ext uri="{FF2B5EF4-FFF2-40B4-BE49-F238E27FC236}">
                <a16:creationId xmlns:a16="http://schemas.microsoft.com/office/drawing/2014/main" id="{2F9F5ABC-0E42-633D-C61F-40558E0DD65C}"/>
              </a:ext>
              <a:ext uri="{C183D7F6-B498-43B3-948B-1728B52AA6E4}">
                <adec:decorative xmlns:adec="http://schemas.microsoft.com/office/drawing/2017/decorative" val="1"/>
              </a:ext>
            </a:extLst>
          </p:cNvPr>
          <p:cNvSpPr/>
          <p:nvPr userDrawn="1"/>
        </p:nvSpPr>
        <p:spPr>
          <a:xfrm rot="19475172">
            <a:off x="-327165" y="514905"/>
            <a:ext cx="900499" cy="850372"/>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499" h="850372">
                <a:moveTo>
                  <a:pt x="0" y="850372"/>
                </a:moveTo>
                <a:lnTo>
                  <a:pt x="573320" y="44399"/>
                </a:lnTo>
                <a:lnTo>
                  <a:pt x="900499" y="0"/>
                </a:lnTo>
                <a:lnTo>
                  <a:pt x="354873" y="775414"/>
                </a:lnTo>
                <a:lnTo>
                  <a:pt x="0" y="85037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Text Placeholder 3">
            <a:extLst>
              <a:ext uri="{FF2B5EF4-FFF2-40B4-BE49-F238E27FC236}">
                <a16:creationId xmlns:a16="http://schemas.microsoft.com/office/drawing/2014/main" id="{19BF03B5-5C6A-0711-F9D3-FE8C96A3810E}"/>
              </a:ext>
              <a:ext uri="{C183D7F6-B498-43B3-948B-1728B52AA6E4}">
                <adec:decorative xmlns:adec="http://schemas.microsoft.com/office/drawing/2017/decorative" val="1"/>
              </a:ext>
            </a:extLst>
          </p:cNvPr>
          <p:cNvSpPr>
            <a:spLocks noGrp="1"/>
          </p:cNvSpPr>
          <p:nvPr>
            <p:ph type="body" sz="quarter" idx="13" hasCustomPrompt="1"/>
          </p:nvPr>
        </p:nvSpPr>
        <p:spPr>
          <a:xfrm>
            <a:off x="623888" y="234685"/>
            <a:ext cx="1944233" cy="1108075"/>
          </a:xfrm>
        </p:spPr>
        <p:txBody>
          <a:bodyPr>
            <a:normAutofit/>
          </a:bodyPr>
          <a:lstStyle>
            <a:lvl1pPr marL="0" indent="0">
              <a:buNone/>
              <a:defRPr sz="2400" baseline="0">
                <a:solidFill>
                  <a:schemeClr val="bg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AU" dirty="0"/>
              <a:t>Section Header here</a:t>
            </a:r>
          </a:p>
        </p:txBody>
      </p:sp>
      <p:sp>
        <p:nvSpPr>
          <p:cNvPr id="4" name="Picture Placeholder 4">
            <a:extLst>
              <a:ext uri="{FF2B5EF4-FFF2-40B4-BE49-F238E27FC236}">
                <a16:creationId xmlns:a16="http://schemas.microsoft.com/office/drawing/2014/main" id="{FC2BC11B-CCEC-6F69-BF1F-AABDE9EEF570}"/>
              </a:ext>
              <a:ext uri="{C183D7F6-B498-43B3-948B-1728B52AA6E4}">
                <adec:decorative xmlns:adec="http://schemas.microsoft.com/office/drawing/2017/decorative" val="1"/>
              </a:ext>
            </a:extLst>
          </p:cNvPr>
          <p:cNvSpPr>
            <a:spLocks noGrp="1"/>
          </p:cNvSpPr>
          <p:nvPr>
            <p:ph type="pic" sz="quarter" idx="15" hasCustomPrompt="1"/>
          </p:nvPr>
        </p:nvSpPr>
        <p:spPr>
          <a:xfrm>
            <a:off x="5465999" y="1369338"/>
            <a:ext cx="1260000" cy="1260000"/>
          </a:xfrm>
        </p:spPr>
        <p:txBody>
          <a:bodyPr/>
          <a:lstStyle>
            <a:lvl1pPr>
              <a:defRPr>
                <a:solidFill>
                  <a:schemeClr val="bg1"/>
                </a:solidFill>
              </a:defRPr>
            </a:lvl1pPr>
          </a:lstStyle>
          <a:p>
            <a:r>
              <a:rPr lang="en-AU"/>
              <a:t>Icon</a:t>
            </a:r>
          </a:p>
        </p:txBody>
      </p:sp>
    </p:spTree>
    <p:extLst>
      <p:ext uri="{BB962C8B-B14F-4D97-AF65-F5344CB8AC3E}">
        <p14:creationId xmlns:p14="http://schemas.microsoft.com/office/powerpoint/2010/main" val="1798638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genda_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B3141-7D0C-492A-0C1A-0DAED9EBF700}"/>
              </a:ext>
            </a:extLst>
          </p:cNvPr>
          <p:cNvSpPr>
            <a:spLocks noGrp="1"/>
          </p:cNvSpPr>
          <p:nvPr>
            <p:ph type="ctrTitle"/>
          </p:nvPr>
        </p:nvSpPr>
        <p:spPr>
          <a:xfrm>
            <a:off x="618476" y="2015813"/>
            <a:ext cx="3083047" cy="2950081"/>
          </a:xfrm>
        </p:spPr>
        <p:txBody>
          <a:bodyPr anchor="t" anchorCtr="0">
            <a:noAutofit/>
          </a:bodyPr>
          <a:lstStyle>
            <a:lvl1pPr algn="l">
              <a:defRPr sz="4800">
                <a:solidFill>
                  <a:schemeClr val="bg1"/>
                </a:solidFill>
              </a:defRPr>
            </a:lvl1pPr>
          </a:lstStyle>
          <a:p>
            <a:r>
              <a:rPr lang="en-US" noProof="0"/>
              <a:t>Click to edit Master title style</a:t>
            </a:r>
            <a:endParaRPr lang="en-AU" noProof="0"/>
          </a:p>
        </p:txBody>
      </p:sp>
      <p:sp>
        <p:nvSpPr>
          <p:cNvPr id="8" name="Text Placeholder 7">
            <a:extLst>
              <a:ext uri="{FF2B5EF4-FFF2-40B4-BE49-F238E27FC236}">
                <a16:creationId xmlns:a16="http://schemas.microsoft.com/office/drawing/2014/main" id="{DEF71FE0-E9A5-76C4-E806-2B39B6FA9B77}"/>
              </a:ext>
            </a:extLst>
          </p:cNvPr>
          <p:cNvSpPr>
            <a:spLocks noGrp="1"/>
          </p:cNvSpPr>
          <p:nvPr>
            <p:ph type="body" sz="quarter" idx="10"/>
          </p:nvPr>
        </p:nvSpPr>
        <p:spPr>
          <a:xfrm>
            <a:off x="5896708" y="2016125"/>
            <a:ext cx="5779354" cy="3459163"/>
          </a:xfrm>
        </p:spPr>
        <p:txBody>
          <a:bodyPr/>
          <a:lstStyle>
            <a:lvl1pPr>
              <a:defRPr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pic>
        <p:nvPicPr>
          <p:cNvPr id="11" name="Picture Placeholder 14" descr="Macquarie University logo">
            <a:extLst>
              <a:ext uri="{FF2B5EF4-FFF2-40B4-BE49-F238E27FC236}">
                <a16:creationId xmlns:a16="http://schemas.microsoft.com/office/drawing/2014/main" id="{01C1393F-D2BF-9508-033C-60F1932ED6A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68515" y="5756896"/>
            <a:ext cx="2268538" cy="899162"/>
          </a:xfrm>
          <a:prstGeom prst="rect">
            <a:avLst/>
          </a:prstGeom>
        </p:spPr>
      </p:pic>
      <p:sp>
        <p:nvSpPr>
          <p:cNvPr id="3" name="Picture Placeholder 4">
            <a:extLst>
              <a:ext uri="{FF2B5EF4-FFF2-40B4-BE49-F238E27FC236}">
                <a16:creationId xmlns:a16="http://schemas.microsoft.com/office/drawing/2014/main" id="{F928CADD-7AFB-7DEE-2CD0-8864DC98107B}"/>
              </a:ext>
              <a:ext uri="{C183D7F6-B498-43B3-948B-1728B52AA6E4}">
                <adec:decorative xmlns:adec="http://schemas.microsoft.com/office/drawing/2017/decorative" val="1"/>
              </a:ext>
            </a:extLst>
          </p:cNvPr>
          <p:cNvSpPr>
            <a:spLocks noGrp="1"/>
          </p:cNvSpPr>
          <p:nvPr>
            <p:ph type="pic" sz="quarter" idx="15" hasCustomPrompt="1"/>
          </p:nvPr>
        </p:nvSpPr>
        <p:spPr>
          <a:xfrm>
            <a:off x="618476" y="548775"/>
            <a:ext cx="1080000" cy="1080000"/>
          </a:xfrm>
        </p:spPr>
        <p:txBody>
          <a:bodyPr/>
          <a:lstStyle>
            <a:lvl1pPr>
              <a:defRPr>
                <a:solidFill>
                  <a:schemeClr val="bg1"/>
                </a:solidFill>
              </a:defRPr>
            </a:lvl1pPr>
          </a:lstStyle>
          <a:p>
            <a:r>
              <a:rPr lang="en-AU"/>
              <a:t>Icon</a:t>
            </a:r>
          </a:p>
        </p:txBody>
      </p:sp>
    </p:spTree>
    <p:extLst>
      <p:ext uri="{BB962C8B-B14F-4D97-AF65-F5344CB8AC3E}">
        <p14:creationId xmlns:p14="http://schemas.microsoft.com/office/powerpoint/2010/main" val="12522219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genda_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B3141-7D0C-492A-0C1A-0DAED9EBF700}"/>
              </a:ext>
            </a:extLst>
          </p:cNvPr>
          <p:cNvSpPr>
            <a:spLocks noGrp="1"/>
          </p:cNvSpPr>
          <p:nvPr>
            <p:ph type="ctrTitle"/>
          </p:nvPr>
        </p:nvSpPr>
        <p:spPr>
          <a:xfrm>
            <a:off x="618476" y="2015813"/>
            <a:ext cx="3083047" cy="2950081"/>
          </a:xfrm>
        </p:spPr>
        <p:txBody>
          <a:bodyPr anchor="t" anchorCtr="0">
            <a:noAutofit/>
          </a:bodyPr>
          <a:lstStyle>
            <a:lvl1pPr algn="l">
              <a:defRPr sz="4800">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DEF71FE0-E9A5-76C4-E806-2B39B6FA9B77}"/>
              </a:ext>
            </a:extLst>
          </p:cNvPr>
          <p:cNvSpPr>
            <a:spLocks noGrp="1"/>
          </p:cNvSpPr>
          <p:nvPr>
            <p:ph type="body" sz="quarter" idx="10"/>
          </p:nvPr>
        </p:nvSpPr>
        <p:spPr>
          <a:xfrm>
            <a:off x="5896708" y="2016125"/>
            <a:ext cx="5779354" cy="3459163"/>
          </a:xfrm>
        </p:spPr>
        <p:txBody>
          <a:bodyPr/>
          <a:lstStyle>
            <a:lvl1pPr>
              <a:defRPr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pic>
        <p:nvPicPr>
          <p:cNvPr id="11" name="Picture Placeholder 14" descr="Macquarie University logo">
            <a:extLst>
              <a:ext uri="{FF2B5EF4-FFF2-40B4-BE49-F238E27FC236}">
                <a16:creationId xmlns:a16="http://schemas.microsoft.com/office/drawing/2014/main" id="{01C1393F-D2BF-9508-033C-60F1932ED6A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68515" y="5756896"/>
            <a:ext cx="2268538" cy="899162"/>
          </a:xfrm>
          <a:prstGeom prst="rect">
            <a:avLst/>
          </a:prstGeom>
        </p:spPr>
      </p:pic>
      <p:sp>
        <p:nvSpPr>
          <p:cNvPr id="4" name="Picture Placeholder 4">
            <a:extLst>
              <a:ext uri="{FF2B5EF4-FFF2-40B4-BE49-F238E27FC236}">
                <a16:creationId xmlns:a16="http://schemas.microsoft.com/office/drawing/2014/main" id="{4E98FE92-2FEC-C608-78F4-BC70253F26B2}"/>
              </a:ext>
              <a:ext uri="{C183D7F6-B498-43B3-948B-1728B52AA6E4}">
                <adec:decorative xmlns:adec="http://schemas.microsoft.com/office/drawing/2017/decorative" val="1"/>
              </a:ext>
            </a:extLst>
          </p:cNvPr>
          <p:cNvSpPr>
            <a:spLocks noGrp="1"/>
          </p:cNvSpPr>
          <p:nvPr>
            <p:ph type="pic" sz="quarter" idx="15" hasCustomPrompt="1"/>
          </p:nvPr>
        </p:nvSpPr>
        <p:spPr>
          <a:xfrm>
            <a:off x="618476" y="548775"/>
            <a:ext cx="1080000" cy="1080000"/>
          </a:xfrm>
        </p:spPr>
        <p:txBody>
          <a:bodyPr/>
          <a:lstStyle>
            <a:lvl1pPr>
              <a:defRPr>
                <a:solidFill>
                  <a:schemeClr val="bg1"/>
                </a:solidFill>
              </a:defRPr>
            </a:lvl1pPr>
          </a:lstStyle>
          <a:p>
            <a:r>
              <a:rPr lang="en-AU"/>
              <a:t>Icon</a:t>
            </a:r>
          </a:p>
        </p:txBody>
      </p:sp>
    </p:spTree>
    <p:extLst>
      <p:ext uri="{BB962C8B-B14F-4D97-AF65-F5344CB8AC3E}">
        <p14:creationId xmlns:p14="http://schemas.microsoft.com/office/powerpoint/2010/main" val="567390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Agenda_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B3141-7D0C-492A-0C1A-0DAED9EBF700}"/>
              </a:ext>
            </a:extLst>
          </p:cNvPr>
          <p:cNvSpPr>
            <a:spLocks noGrp="1"/>
          </p:cNvSpPr>
          <p:nvPr>
            <p:ph type="ctrTitle"/>
          </p:nvPr>
        </p:nvSpPr>
        <p:spPr>
          <a:xfrm>
            <a:off x="618476" y="2015813"/>
            <a:ext cx="3083047" cy="2950081"/>
          </a:xfrm>
        </p:spPr>
        <p:txBody>
          <a:bodyPr anchor="t" anchorCtr="0">
            <a:noAutofit/>
          </a:bodyPr>
          <a:lstStyle>
            <a:lvl1pPr algn="l">
              <a:defRPr sz="4800">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DEF71FE0-E9A5-76C4-E806-2B39B6FA9B77}"/>
              </a:ext>
            </a:extLst>
          </p:cNvPr>
          <p:cNvSpPr>
            <a:spLocks noGrp="1"/>
          </p:cNvSpPr>
          <p:nvPr>
            <p:ph type="body" sz="quarter" idx="10"/>
          </p:nvPr>
        </p:nvSpPr>
        <p:spPr>
          <a:xfrm>
            <a:off x="5896708" y="2016125"/>
            <a:ext cx="5779354" cy="3459163"/>
          </a:xfrm>
        </p:spPr>
        <p:txBody>
          <a:bodyPr/>
          <a:lstStyle>
            <a:lvl1pPr>
              <a:defRPr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pic>
        <p:nvPicPr>
          <p:cNvPr id="11" name="Picture Placeholder 14" descr="Macquarie University logo">
            <a:extLst>
              <a:ext uri="{FF2B5EF4-FFF2-40B4-BE49-F238E27FC236}">
                <a16:creationId xmlns:a16="http://schemas.microsoft.com/office/drawing/2014/main" id="{01C1393F-D2BF-9508-033C-60F1932ED6A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68515" y="5756896"/>
            <a:ext cx="2268538" cy="899162"/>
          </a:xfrm>
          <a:prstGeom prst="rect">
            <a:avLst/>
          </a:prstGeom>
        </p:spPr>
      </p:pic>
      <p:sp>
        <p:nvSpPr>
          <p:cNvPr id="4" name="Picture Placeholder 4">
            <a:extLst>
              <a:ext uri="{FF2B5EF4-FFF2-40B4-BE49-F238E27FC236}">
                <a16:creationId xmlns:a16="http://schemas.microsoft.com/office/drawing/2014/main" id="{EFC6EE0D-D466-AA66-03A7-64BB651665A3}"/>
              </a:ext>
              <a:ext uri="{C183D7F6-B498-43B3-948B-1728B52AA6E4}">
                <adec:decorative xmlns:adec="http://schemas.microsoft.com/office/drawing/2017/decorative" val="1"/>
              </a:ext>
            </a:extLst>
          </p:cNvPr>
          <p:cNvSpPr>
            <a:spLocks noGrp="1"/>
          </p:cNvSpPr>
          <p:nvPr>
            <p:ph type="pic" sz="quarter" idx="15" hasCustomPrompt="1"/>
          </p:nvPr>
        </p:nvSpPr>
        <p:spPr>
          <a:xfrm>
            <a:off x="618476" y="548775"/>
            <a:ext cx="1080000" cy="1080000"/>
          </a:xfrm>
        </p:spPr>
        <p:txBody>
          <a:bodyPr/>
          <a:lstStyle>
            <a:lvl1pPr>
              <a:defRPr>
                <a:solidFill>
                  <a:schemeClr val="bg1"/>
                </a:solidFill>
              </a:defRPr>
            </a:lvl1pPr>
          </a:lstStyle>
          <a:p>
            <a:r>
              <a:rPr lang="en-AU"/>
              <a:t>Icon</a:t>
            </a:r>
          </a:p>
        </p:txBody>
      </p:sp>
    </p:spTree>
    <p:extLst>
      <p:ext uri="{BB962C8B-B14F-4D97-AF65-F5344CB8AC3E}">
        <p14:creationId xmlns:p14="http://schemas.microsoft.com/office/powerpoint/2010/main" val="6804994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genda_4">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B3141-7D0C-492A-0C1A-0DAED9EBF700}"/>
              </a:ext>
            </a:extLst>
          </p:cNvPr>
          <p:cNvSpPr>
            <a:spLocks noGrp="1"/>
          </p:cNvSpPr>
          <p:nvPr>
            <p:ph type="ctrTitle"/>
          </p:nvPr>
        </p:nvSpPr>
        <p:spPr>
          <a:xfrm>
            <a:off x="618476" y="2015813"/>
            <a:ext cx="3083047" cy="2950081"/>
          </a:xfrm>
        </p:spPr>
        <p:txBody>
          <a:bodyPr anchor="t" anchorCtr="0">
            <a:noAutofit/>
          </a:bodyPr>
          <a:lstStyle>
            <a:lvl1pPr algn="l">
              <a:defRPr sz="4800">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DEF71FE0-E9A5-76C4-E806-2B39B6FA9B77}"/>
              </a:ext>
            </a:extLst>
          </p:cNvPr>
          <p:cNvSpPr>
            <a:spLocks noGrp="1"/>
          </p:cNvSpPr>
          <p:nvPr>
            <p:ph type="body" sz="quarter" idx="10"/>
          </p:nvPr>
        </p:nvSpPr>
        <p:spPr>
          <a:xfrm>
            <a:off x="5896708" y="2016125"/>
            <a:ext cx="5779354" cy="3459163"/>
          </a:xfrm>
        </p:spPr>
        <p:txBody>
          <a:bodyPr/>
          <a:lstStyle>
            <a:lvl1pPr>
              <a:defRPr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pic>
        <p:nvPicPr>
          <p:cNvPr id="11" name="Picture Placeholder 14" descr="Macquarie University logo">
            <a:extLst>
              <a:ext uri="{FF2B5EF4-FFF2-40B4-BE49-F238E27FC236}">
                <a16:creationId xmlns:a16="http://schemas.microsoft.com/office/drawing/2014/main" id="{01C1393F-D2BF-9508-033C-60F1932ED6A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68515" y="5756896"/>
            <a:ext cx="2268538" cy="899162"/>
          </a:xfrm>
          <a:prstGeom prst="rect">
            <a:avLst/>
          </a:prstGeom>
        </p:spPr>
      </p:pic>
      <p:sp>
        <p:nvSpPr>
          <p:cNvPr id="4" name="Picture Placeholder 4">
            <a:extLst>
              <a:ext uri="{FF2B5EF4-FFF2-40B4-BE49-F238E27FC236}">
                <a16:creationId xmlns:a16="http://schemas.microsoft.com/office/drawing/2014/main" id="{19B84670-3465-E812-1124-CF2F86409001}"/>
              </a:ext>
              <a:ext uri="{C183D7F6-B498-43B3-948B-1728B52AA6E4}">
                <adec:decorative xmlns:adec="http://schemas.microsoft.com/office/drawing/2017/decorative" val="1"/>
              </a:ext>
            </a:extLst>
          </p:cNvPr>
          <p:cNvSpPr>
            <a:spLocks noGrp="1"/>
          </p:cNvSpPr>
          <p:nvPr>
            <p:ph type="pic" sz="quarter" idx="15" hasCustomPrompt="1"/>
          </p:nvPr>
        </p:nvSpPr>
        <p:spPr>
          <a:xfrm>
            <a:off x="618476" y="548775"/>
            <a:ext cx="1080000" cy="1080000"/>
          </a:xfrm>
        </p:spPr>
        <p:txBody>
          <a:bodyPr/>
          <a:lstStyle>
            <a:lvl1pPr>
              <a:defRPr>
                <a:solidFill>
                  <a:schemeClr val="bg1"/>
                </a:solidFill>
              </a:defRPr>
            </a:lvl1pPr>
          </a:lstStyle>
          <a:p>
            <a:r>
              <a:rPr lang="en-AU"/>
              <a:t>Icon</a:t>
            </a:r>
          </a:p>
        </p:txBody>
      </p:sp>
    </p:spTree>
    <p:extLst>
      <p:ext uri="{BB962C8B-B14F-4D97-AF65-F5344CB8AC3E}">
        <p14:creationId xmlns:p14="http://schemas.microsoft.com/office/powerpoint/2010/main" val="162470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Agenda_5">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B3141-7D0C-492A-0C1A-0DAED9EBF700}"/>
              </a:ext>
            </a:extLst>
          </p:cNvPr>
          <p:cNvSpPr>
            <a:spLocks noGrp="1"/>
          </p:cNvSpPr>
          <p:nvPr>
            <p:ph type="ctrTitle"/>
          </p:nvPr>
        </p:nvSpPr>
        <p:spPr>
          <a:xfrm>
            <a:off x="618476" y="2015813"/>
            <a:ext cx="3083047" cy="2950081"/>
          </a:xfrm>
        </p:spPr>
        <p:txBody>
          <a:bodyPr anchor="t" anchorCtr="0">
            <a:noAutofit/>
          </a:bodyPr>
          <a:lstStyle>
            <a:lvl1pPr algn="l">
              <a:defRPr sz="4800">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DEF71FE0-E9A5-76C4-E806-2B39B6FA9B77}"/>
              </a:ext>
            </a:extLst>
          </p:cNvPr>
          <p:cNvSpPr>
            <a:spLocks noGrp="1"/>
          </p:cNvSpPr>
          <p:nvPr>
            <p:ph type="body" sz="quarter" idx="10"/>
          </p:nvPr>
        </p:nvSpPr>
        <p:spPr>
          <a:xfrm>
            <a:off x="5896708" y="2016125"/>
            <a:ext cx="5779354" cy="3459163"/>
          </a:xfrm>
        </p:spPr>
        <p:txBody>
          <a:bodyPr/>
          <a:lstStyle>
            <a:lvl1pPr>
              <a:defRPr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pic>
        <p:nvPicPr>
          <p:cNvPr id="11" name="Picture Placeholder 14" descr="Macquarie University logo">
            <a:extLst>
              <a:ext uri="{FF2B5EF4-FFF2-40B4-BE49-F238E27FC236}">
                <a16:creationId xmlns:a16="http://schemas.microsoft.com/office/drawing/2014/main" id="{01C1393F-D2BF-9508-033C-60F1932ED6A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68515" y="5756896"/>
            <a:ext cx="2268538" cy="899162"/>
          </a:xfrm>
          <a:prstGeom prst="rect">
            <a:avLst/>
          </a:prstGeom>
        </p:spPr>
      </p:pic>
      <p:sp>
        <p:nvSpPr>
          <p:cNvPr id="3" name="Picture Placeholder 4">
            <a:extLst>
              <a:ext uri="{FF2B5EF4-FFF2-40B4-BE49-F238E27FC236}">
                <a16:creationId xmlns:a16="http://schemas.microsoft.com/office/drawing/2014/main" id="{F928CADD-7AFB-7DEE-2CD0-8864DC98107B}"/>
              </a:ext>
              <a:ext uri="{C183D7F6-B498-43B3-948B-1728B52AA6E4}">
                <adec:decorative xmlns:adec="http://schemas.microsoft.com/office/drawing/2017/decorative" val="1"/>
              </a:ext>
            </a:extLst>
          </p:cNvPr>
          <p:cNvSpPr>
            <a:spLocks noGrp="1"/>
          </p:cNvSpPr>
          <p:nvPr>
            <p:ph type="pic" sz="quarter" idx="15" hasCustomPrompt="1"/>
          </p:nvPr>
        </p:nvSpPr>
        <p:spPr>
          <a:xfrm>
            <a:off x="618476" y="368775"/>
            <a:ext cx="1260000" cy="1260000"/>
          </a:xfrm>
        </p:spPr>
        <p:txBody>
          <a:bodyPr/>
          <a:lstStyle>
            <a:lvl1pPr>
              <a:defRPr>
                <a:solidFill>
                  <a:schemeClr val="bg1"/>
                </a:solidFill>
              </a:defRPr>
            </a:lvl1pPr>
          </a:lstStyle>
          <a:p>
            <a:r>
              <a:rPr lang="en-AU"/>
              <a:t>Icon</a:t>
            </a:r>
          </a:p>
        </p:txBody>
      </p:sp>
    </p:spTree>
    <p:extLst>
      <p:ext uri="{BB962C8B-B14F-4D97-AF65-F5344CB8AC3E}">
        <p14:creationId xmlns:p14="http://schemas.microsoft.com/office/powerpoint/2010/main" val="35932302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genda_6">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B3141-7D0C-492A-0C1A-0DAED9EBF700}"/>
              </a:ext>
            </a:extLst>
          </p:cNvPr>
          <p:cNvSpPr>
            <a:spLocks noGrp="1"/>
          </p:cNvSpPr>
          <p:nvPr>
            <p:ph type="ctrTitle"/>
          </p:nvPr>
        </p:nvSpPr>
        <p:spPr>
          <a:xfrm>
            <a:off x="618476" y="2015813"/>
            <a:ext cx="3083047" cy="2950081"/>
          </a:xfrm>
        </p:spPr>
        <p:txBody>
          <a:bodyPr anchor="t" anchorCtr="0">
            <a:noAutofit/>
          </a:bodyPr>
          <a:lstStyle>
            <a:lvl1pPr algn="l">
              <a:defRPr sz="4800">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DEF71FE0-E9A5-76C4-E806-2B39B6FA9B77}"/>
              </a:ext>
            </a:extLst>
          </p:cNvPr>
          <p:cNvSpPr>
            <a:spLocks noGrp="1"/>
          </p:cNvSpPr>
          <p:nvPr>
            <p:ph type="body" sz="quarter" idx="10"/>
          </p:nvPr>
        </p:nvSpPr>
        <p:spPr>
          <a:xfrm>
            <a:off x="5896708" y="2016125"/>
            <a:ext cx="5779354" cy="3459163"/>
          </a:xfrm>
        </p:spPr>
        <p:txBody>
          <a:bodyPr/>
          <a:lstStyle>
            <a:lvl1pPr>
              <a:defRPr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pic>
        <p:nvPicPr>
          <p:cNvPr id="11" name="Picture Placeholder 14" descr="Macquarie University logo">
            <a:extLst>
              <a:ext uri="{FF2B5EF4-FFF2-40B4-BE49-F238E27FC236}">
                <a16:creationId xmlns:a16="http://schemas.microsoft.com/office/drawing/2014/main" id="{01C1393F-D2BF-9508-033C-60F1932ED6A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68515" y="5756896"/>
            <a:ext cx="2268538" cy="899162"/>
          </a:xfrm>
          <a:prstGeom prst="rect">
            <a:avLst/>
          </a:prstGeom>
        </p:spPr>
      </p:pic>
      <p:sp>
        <p:nvSpPr>
          <p:cNvPr id="3" name="Picture Placeholder 4">
            <a:extLst>
              <a:ext uri="{FF2B5EF4-FFF2-40B4-BE49-F238E27FC236}">
                <a16:creationId xmlns:a16="http://schemas.microsoft.com/office/drawing/2014/main" id="{F928CADD-7AFB-7DEE-2CD0-8864DC98107B}"/>
              </a:ext>
              <a:ext uri="{C183D7F6-B498-43B3-948B-1728B52AA6E4}">
                <adec:decorative xmlns:adec="http://schemas.microsoft.com/office/drawing/2017/decorative" val="1"/>
              </a:ext>
            </a:extLst>
          </p:cNvPr>
          <p:cNvSpPr>
            <a:spLocks noGrp="1"/>
          </p:cNvSpPr>
          <p:nvPr>
            <p:ph type="pic" sz="quarter" idx="15" hasCustomPrompt="1"/>
          </p:nvPr>
        </p:nvSpPr>
        <p:spPr>
          <a:xfrm>
            <a:off x="618476" y="368775"/>
            <a:ext cx="1260000" cy="1260000"/>
          </a:xfrm>
        </p:spPr>
        <p:txBody>
          <a:bodyPr/>
          <a:lstStyle>
            <a:lvl1pPr>
              <a:defRPr>
                <a:solidFill>
                  <a:schemeClr val="bg1"/>
                </a:solidFill>
              </a:defRPr>
            </a:lvl1pPr>
          </a:lstStyle>
          <a:p>
            <a:r>
              <a:rPr lang="en-AU"/>
              <a:t>Icon</a:t>
            </a:r>
          </a:p>
        </p:txBody>
      </p:sp>
    </p:spTree>
    <p:extLst>
      <p:ext uri="{BB962C8B-B14F-4D97-AF65-F5344CB8AC3E}">
        <p14:creationId xmlns:p14="http://schemas.microsoft.com/office/powerpoint/2010/main" val="38302992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Icon slid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C345057-457A-93A9-0719-C37936A04C46}"/>
              </a:ext>
              <a:ext uri="{C183D7F6-B498-43B3-948B-1728B52AA6E4}">
                <adec:decorative xmlns:adec="http://schemas.microsoft.com/office/drawing/2017/decorative" val="1"/>
              </a:ext>
            </a:extLst>
          </p:cNvPr>
          <p:cNvSpPr/>
          <p:nvPr userDrawn="1"/>
        </p:nvSpPr>
        <p:spPr>
          <a:xfrm>
            <a:off x="-1" y="0"/>
            <a:ext cx="4068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Rectangle 10">
            <a:extLst>
              <a:ext uri="{FF2B5EF4-FFF2-40B4-BE49-F238E27FC236}">
                <a16:creationId xmlns:a16="http://schemas.microsoft.com/office/drawing/2014/main" id="{6CF30C79-CD72-28A8-D9F7-35BD844605AA}"/>
              </a:ext>
              <a:ext uri="{C183D7F6-B498-43B3-948B-1728B52AA6E4}">
                <adec:decorative xmlns:adec="http://schemas.microsoft.com/office/drawing/2017/decorative" val="1"/>
              </a:ext>
            </a:extLst>
          </p:cNvPr>
          <p:cNvSpPr/>
          <p:nvPr userDrawn="1"/>
        </p:nvSpPr>
        <p:spPr>
          <a:xfrm>
            <a:off x="4062001" y="0"/>
            <a:ext cx="4068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11">
            <a:extLst>
              <a:ext uri="{FF2B5EF4-FFF2-40B4-BE49-F238E27FC236}">
                <a16:creationId xmlns:a16="http://schemas.microsoft.com/office/drawing/2014/main" id="{2AEC8665-1F7C-F0BA-982F-BC6A17A34E50}"/>
              </a:ext>
              <a:ext uri="{C183D7F6-B498-43B3-948B-1728B52AA6E4}">
                <adec:decorative xmlns:adec="http://schemas.microsoft.com/office/drawing/2017/decorative" val="1"/>
              </a:ext>
            </a:extLst>
          </p:cNvPr>
          <p:cNvSpPr/>
          <p:nvPr userDrawn="1"/>
        </p:nvSpPr>
        <p:spPr>
          <a:xfrm>
            <a:off x="8124003" y="0"/>
            <a:ext cx="4068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Parallelogram 5">
            <a:extLst>
              <a:ext uri="{FF2B5EF4-FFF2-40B4-BE49-F238E27FC236}">
                <a16:creationId xmlns:a16="http://schemas.microsoft.com/office/drawing/2014/main" id="{2F9F5ABC-0E42-633D-C61F-40558E0DD65C}"/>
              </a:ext>
              <a:ext uri="{C183D7F6-B498-43B3-948B-1728B52AA6E4}">
                <adec:decorative xmlns:adec="http://schemas.microsoft.com/office/drawing/2017/decorative" val="1"/>
              </a:ext>
            </a:extLst>
          </p:cNvPr>
          <p:cNvSpPr/>
          <p:nvPr userDrawn="1"/>
        </p:nvSpPr>
        <p:spPr>
          <a:xfrm rot="19475172">
            <a:off x="-327165" y="514905"/>
            <a:ext cx="900499" cy="850372"/>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499" h="850372">
                <a:moveTo>
                  <a:pt x="0" y="850372"/>
                </a:moveTo>
                <a:lnTo>
                  <a:pt x="573320" y="44399"/>
                </a:lnTo>
                <a:lnTo>
                  <a:pt x="900499" y="0"/>
                </a:lnTo>
                <a:lnTo>
                  <a:pt x="354873" y="775414"/>
                </a:lnTo>
                <a:lnTo>
                  <a:pt x="0" y="850372"/>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Text Placeholder 13">
            <a:extLst>
              <a:ext uri="{FF2B5EF4-FFF2-40B4-BE49-F238E27FC236}">
                <a16:creationId xmlns:a16="http://schemas.microsoft.com/office/drawing/2014/main" id="{B9D228C0-1D83-A28E-6AB7-6A131DB8E030}"/>
              </a:ext>
            </a:extLst>
          </p:cNvPr>
          <p:cNvSpPr>
            <a:spLocks noGrp="1"/>
          </p:cNvSpPr>
          <p:nvPr>
            <p:ph type="body" sz="quarter" idx="14"/>
          </p:nvPr>
        </p:nvSpPr>
        <p:spPr>
          <a:xfrm>
            <a:off x="634992" y="3024188"/>
            <a:ext cx="2835283" cy="2486025"/>
          </a:xfrm>
        </p:spPr>
        <p:txBody>
          <a:bodyPr/>
          <a:lstStyle>
            <a:lvl1pPr>
              <a:defRPr>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p:txBody>
      </p:sp>
      <p:sp>
        <p:nvSpPr>
          <p:cNvPr id="15" name="Text Placeholder 13">
            <a:extLst>
              <a:ext uri="{FF2B5EF4-FFF2-40B4-BE49-F238E27FC236}">
                <a16:creationId xmlns:a16="http://schemas.microsoft.com/office/drawing/2014/main" id="{B401F84A-1E40-3A5A-D286-DD95951A0806}"/>
              </a:ext>
            </a:extLst>
          </p:cNvPr>
          <p:cNvSpPr>
            <a:spLocks noGrp="1"/>
          </p:cNvSpPr>
          <p:nvPr>
            <p:ph type="body" sz="quarter" idx="15"/>
          </p:nvPr>
        </p:nvSpPr>
        <p:spPr>
          <a:xfrm>
            <a:off x="4685104" y="3024188"/>
            <a:ext cx="2954337" cy="2486025"/>
          </a:xfrm>
        </p:spPr>
        <p:txBody>
          <a:bodyPr/>
          <a:lstStyle>
            <a:lvl1pPr>
              <a:defRPr>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p:txBody>
      </p:sp>
      <p:sp>
        <p:nvSpPr>
          <p:cNvPr id="16" name="Text Placeholder 13">
            <a:extLst>
              <a:ext uri="{FF2B5EF4-FFF2-40B4-BE49-F238E27FC236}">
                <a16:creationId xmlns:a16="http://schemas.microsoft.com/office/drawing/2014/main" id="{74D697A9-98F6-1DDF-FFAA-639C79FB8103}"/>
              </a:ext>
            </a:extLst>
          </p:cNvPr>
          <p:cNvSpPr>
            <a:spLocks noGrp="1"/>
          </p:cNvSpPr>
          <p:nvPr>
            <p:ph type="body" sz="quarter" idx="16"/>
          </p:nvPr>
        </p:nvSpPr>
        <p:spPr>
          <a:xfrm>
            <a:off x="8735216" y="3024188"/>
            <a:ext cx="2954337" cy="2486025"/>
          </a:xfrm>
        </p:spPr>
        <p:txBody>
          <a:bodyPr/>
          <a:lstStyle>
            <a:lvl1pPr>
              <a:defRPr>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p:txBody>
      </p:sp>
      <p:pic>
        <p:nvPicPr>
          <p:cNvPr id="3" name="Picture Placeholder 14" descr="Macquarie University logo">
            <a:extLst>
              <a:ext uri="{FF2B5EF4-FFF2-40B4-BE49-F238E27FC236}">
                <a16:creationId xmlns:a16="http://schemas.microsoft.com/office/drawing/2014/main" id="{18204310-720D-F8CF-1749-AD3C87FB1D2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68515" y="5756896"/>
            <a:ext cx="2268538" cy="899162"/>
          </a:xfrm>
          <a:prstGeom prst="rect">
            <a:avLst/>
          </a:prstGeom>
        </p:spPr>
      </p:pic>
      <p:sp>
        <p:nvSpPr>
          <p:cNvPr id="18" name="Picture Placeholder 17">
            <a:extLst>
              <a:ext uri="{FF2B5EF4-FFF2-40B4-BE49-F238E27FC236}">
                <a16:creationId xmlns:a16="http://schemas.microsoft.com/office/drawing/2014/main" id="{1E0B7E2F-2114-6596-1D8C-EE29FB920C12}"/>
              </a:ext>
              <a:ext uri="{C183D7F6-B498-43B3-948B-1728B52AA6E4}">
                <adec:decorative xmlns:adec="http://schemas.microsoft.com/office/drawing/2017/decorative" val="1"/>
              </a:ext>
            </a:extLst>
          </p:cNvPr>
          <p:cNvSpPr>
            <a:spLocks noGrp="1"/>
          </p:cNvSpPr>
          <p:nvPr>
            <p:ph type="pic" sz="quarter" idx="17"/>
          </p:nvPr>
        </p:nvSpPr>
        <p:spPr>
          <a:xfrm>
            <a:off x="634992" y="1645497"/>
            <a:ext cx="1260000" cy="1260000"/>
          </a:xfrm>
        </p:spPr>
        <p:txBody>
          <a:bodyPr/>
          <a:lstStyle>
            <a:lvl1pPr>
              <a:defRPr>
                <a:solidFill>
                  <a:schemeClr val="bg1"/>
                </a:solidFill>
              </a:defRPr>
            </a:lvl1pPr>
          </a:lstStyle>
          <a:p>
            <a:r>
              <a:rPr lang="en-US"/>
              <a:t>Click icon to add picture</a:t>
            </a:r>
            <a:endParaRPr lang="en-AU"/>
          </a:p>
        </p:txBody>
      </p:sp>
      <p:sp>
        <p:nvSpPr>
          <p:cNvPr id="19" name="Picture Placeholder 17">
            <a:extLst>
              <a:ext uri="{FF2B5EF4-FFF2-40B4-BE49-F238E27FC236}">
                <a16:creationId xmlns:a16="http://schemas.microsoft.com/office/drawing/2014/main" id="{2B201077-19B1-0CB0-2309-0CED07C69B1E}"/>
              </a:ext>
              <a:ext uri="{C183D7F6-B498-43B3-948B-1728B52AA6E4}">
                <adec:decorative xmlns:adec="http://schemas.microsoft.com/office/drawing/2017/decorative" val="1"/>
              </a:ext>
            </a:extLst>
          </p:cNvPr>
          <p:cNvSpPr>
            <a:spLocks noGrp="1"/>
          </p:cNvSpPr>
          <p:nvPr>
            <p:ph type="pic" sz="quarter" idx="18"/>
          </p:nvPr>
        </p:nvSpPr>
        <p:spPr>
          <a:xfrm>
            <a:off x="4685104" y="1636993"/>
            <a:ext cx="1260000" cy="1260000"/>
          </a:xfrm>
        </p:spPr>
        <p:txBody>
          <a:bodyPr/>
          <a:lstStyle>
            <a:lvl1pPr>
              <a:defRPr>
                <a:solidFill>
                  <a:schemeClr val="bg1"/>
                </a:solidFill>
              </a:defRPr>
            </a:lvl1pPr>
          </a:lstStyle>
          <a:p>
            <a:r>
              <a:rPr lang="en-US"/>
              <a:t>Click icon to add picture</a:t>
            </a:r>
            <a:endParaRPr lang="en-AU"/>
          </a:p>
        </p:txBody>
      </p:sp>
      <p:sp>
        <p:nvSpPr>
          <p:cNvPr id="24" name="Picture Placeholder 17">
            <a:extLst>
              <a:ext uri="{FF2B5EF4-FFF2-40B4-BE49-F238E27FC236}">
                <a16:creationId xmlns:a16="http://schemas.microsoft.com/office/drawing/2014/main" id="{478E3CB6-F9B7-531D-DDB1-A8FCE6FE2C9B}"/>
              </a:ext>
              <a:ext uri="{C183D7F6-B498-43B3-948B-1728B52AA6E4}">
                <adec:decorative xmlns:adec="http://schemas.microsoft.com/office/drawing/2017/decorative" val="1"/>
              </a:ext>
            </a:extLst>
          </p:cNvPr>
          <p:cNvSpPr>
            <a:spLocks noGrp="1"/>
          </p:cNvSpPr>
          <p:nvPr>
            <p:ph type="pic" sz="quarter" idx="19"/>
          </p:nvPr>
        </p:nvSpPr>
        <p:spPr>
          <a:xfrm>
            <a:off x="8735216" y="1636993"/>
            <a:ext cx="1260000" cy="1260000"/>
          </a:xfrm>
        </p:spPr>
        <p:txBody>
          <a:bodyPr/>
          <a:lstStyle>
            <a:lvl1pPr>
              <a:defRPr>
                <a:solidFill>
                  <a:schemeClr val="bg1"/>
                </a:solidFill>
              </a:defRPr>
            </a:lvl1pPr>
          </a:lstStyle>
          <a:p>
            <a:r>
              <a:rPr lang="en-US"/>
              <a:t>Click icon to add picture</a:t>
            </a:r>
            <a:endParaRPr lang="en-AU"/>
          </a:p>
        </p:txBody>
      </p:sp>
      <p:sp>
        <p:nvSpPr>
          <p:cNvPr id="25" name="Text Placeholder 3">
            <a:extLst>
              <a:ext uri="{FF2B5EF4-FFF2-40B4-BE49-F238E27FC236}">
                <a16:creationId xmlns:a16="http://schemas.microsoft.com/office/drawing/2014/main" id="{FC3AE479-3582-3EBC-182B-B9C9259E3484}"/>
              </a:ext>
              <a:ext uri="{C183D7F6-B498-43B3-948B-1728B52AA6E4}">
                <adec:decorative xmlns:adec="http://schemas.microsoft.com/office/drawing/2017/decorative" val="1"/>
              </a:ext>
            </a:extLst>
          </p:cNvPr>
          <p:cNvSpPr>
            <a:spLocks noGrp="1"/>
          </p:cNvSpPr>
          <p:nvPr>
            <p:ph type="body" sz="quarter" idx="13" hasCustomPrompt="1"/>
          </p:nvPr>
        </p:nvSpPr>
        <p:spPr>
          <a:xfrm>
            <a:off x="622213" y="234685"/>
            <a:ext cx="1944233" cy="1108075"/>
          </a:xfrm>
        </p:spPr>
        <p:txBody>
          <a:bodyPr>
            <a:normAutofit/>
          </a:bodyPr>
          <a:lstStyle>
            <a:lvl1pPr marL="0" indent="0">
              <a:buNone/>
              <a:defRPr sz="2400">
                <a:solidFill>
                  <a:schemeClr val="bg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AU" dirty="0"/>
              <a:t>Section Header here</a:t>
            </a:r>
          </a:p>
        </p:txBody>
      </p:sp>
    </p:spTree>
    <p:extLst>
      <p:ext uri="{BB962C8B-B14F-4D97-AF65-F5344CB8AC3E}">
        <p14:creationId xmlns:p14="http://schemas.microsoft.com/office/powerpoint/2010/main" val="423867046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822"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Icon image">
    <p:spTree>
      <p:nvGrpSpPr>
        <p:cNvPr id="1" name=""/>
        <p:cNvGrpSpPr/>
        <p:nvPr/>
      </p:nvGrpSpPr>
      <p:grpSpPr>
        <a:xfrm>
          <a:off x="0" y="0"/>
          <a:ext cx="0" cy="0"/>
          <a:chOff x="0" y="0"/>
          <a:chExt cx="0" cy="0"/>
        </a:xfrm>
      </p:grpSpPr>
      <p:sp>
        <p:nvSpPr>
          <p:cNvPr id="12" name="Picture Placeholder 7">
            <a:extLst>
              <a:ext uri="{FF2B5EF4-FFF2-40B4-BE49-F238E27FC236}">
                <a16:creationId xmlns:a16="http://schemas.microsoft.com/office/drawing/2014/main" id="{B9116D33-ED1E-ACD8-6547-24A1C5F6429A}"/>
              </a:ext>
              <a:ext uri="{C183D7F6-B498-43B3-948B-1728B52AA6E4}">
                <adec:decorative xmlns:adec="http://schemas.microsoft.com/office/drawing/2017/decorative" val="1"/>
              </a:ext>
            </a:extLst>
          </p:cNvPr>
          <p:cNvSpPr>
            <a:spLocks noGrp="1"/>
          </p:cNvSpPr>
          <p:nvPr>
            <p:ph type="pic" sz="quarter" idx="10" hasCustomPrompt="1"/>
          </p:nvPr>
        </p:nvSpPr>
        <p:spPr>
          <a:xfrm>
            <a:off x="0" y="0"/>
            <a:ext cx="12192000" cy="6858000"/>
          </a:xfrm>
        </p:spPr>
        <p:txBody>
          <a:bodyPr/>
          <a:lstStyle>
            <a:lvl1pPr marL="0" indent="0">
              <a:buNone/>
              <a:defRPr/>
            </a:lvl1pPr>
          </a:lstStyle>
          <a:p>
            <a:r>
              <a:rPr lang="en-US"/>
              <a:t>Click icon to add picture, right-click on the picture, choose ‘Send to Back’.</a:t>
            </a:r>
          </a:p>
        </p:txBody>
      </p:sp>
      <p:sp>
        <p:nvSpPr>
          <p:cNvPr id="2" name="Title 1">
            <a:extLst>
              <a:ext uri="{FF2B5EF4-FFF2-40B4-BE49-F238E27FC236}">
                <a16:creationId xmlns:a16="http://schemas.microsoft.com/office/drawing/2014/main" id="{66EB3141-7D0C-492A-0C1A-0DAED9EBF700}"/>
              </a:ext>
            </a:extLst>
          </p:cNvPr>
          <p:cNvSpPr>
            <a:spLocks noGrp="1"/>
          </p:cNvSpPr>
          <p:nvPr>
            <p:ph type="ctrTitle"/>
          </p:nvPr>
        </p:nvSpPr>
        <p:spPr>
          <a:xfrm>
            <a:off x="623888" y="2405230"/>
            <a:ext cx="3974000" cy="779490"/>
          </a:xfrm>
        </p:spPr>
        <p:txBody>
          <a:bodyPr anchor="t" anchorCtr="0">
            <a:noAutofit/>
          </a:bodyPr>
          <a:lstStyle>
            <a:lvl1pPr algn="l">
              <a:defRPr sz="4800">
                <a:solidFill>
                  <a:schemeClr val="bg1"/>
                </a:solidFill>
              </a:defRPr>
            </a:lvl1pPr>
          </a:lstStyle>
          <a:p>
            <a:r>
              <a:rPr lang="en-US"/>
              <a:t>Click to edit Master title style</a:t>
            </a:r>
            <a:endParaRPr lang="en-AU" dirty="0"/>
          </a:p>
        </p:txBody>
      </p:sp>
      <p:sp>
        <p:nvSpPr>
          <p:cNvPr id="10" name="Parallelogram 5">
            <a:extLst>
              <a:ext uri="{FF2B5EF4-FFF2-40B4-BE49-F238E27FC236}">
                <a16:creationId xmlns:a16="http://schemas.microsoft.com/office/drawing/2014/main" id="{B6C20092-4FE0-D7B3-F7BA-0526B1B39094}"/>
              </a:ext>
              <a:ext uri="{C183D7F6-B498-43B3-948B-1728B52AA6E4}">
                <adec:decorative xmlns:adec="http://schemas.microsoft.com/office/drawing/2017/decorative" val="1"/>
              </a:ext>
            </a:extLst>
          </p:cNvPr>
          <p:cNvSpPr/>
          <p:nvPr userDrawn="1"/>
        </p:nvSpPr>
        <p:spPr>
          <a:xfrm rot="19475172">
            <a:off x="-328111"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Text Placeholder 4">
            <a:extLst>
              <a:ext uri="{FF2B5EF4-FFF2-40B4-BE49-F238E27FC236}">
                <a16:creationId xmlns:a16="http://schemas.microsoft.com/office/drawing/2014/main" id="{DEF1A787-2C4B-E603-CF81-4FC3BD1A322B}"/>
              </a:ext>
            </a:extLst>
          </p:cNvPr>
          <p:cNvSpPr>
            <a:spLocks noGrp="1"/>
          </p:cNvSpPr>
          <p:nvPr>
            <p:ph type="body" sz="quarter" idx="14"/>
          </p:nvPr>
        </p:nvSpPr>
        <p:spPr>
          <a:xfrm>
            <a:off x="623888" y="3226524"/>
            <a:ext cx="3962400" cy="2773362"/>
          </a:xfrm>
        </p:spPr>
        <p:txBody>
          <a:bodyPr/>
          <a:lstStyle>
            <a:lvl1pPr>
              <a:defRPr>
                <a:solidFill>
                  <a:schemeClr val="bg1"/>
                </a:solidFill>
              </a:defRPr>
            </a:lvl1pPr>
          </a:lstStyle>
          <a:p>
            <a:pPr lvl="0"/>
            <a:r>
              <a:rPr lang="en-US"/>
              <a:t>Click to edit Master text styles</a:t>
            </a:r>
          </a:p>
        </p:txBody>
      </p:sp>
      <p:sp>
        <p:nvSpPr>
          <p:cNvPr id="18" name="Text Placeholder 17">
            <a:extLst>
              <a:ext uri="{FF2B5EF4-FFF2-40B4-BE49-F238E27FC236}">
                <a16:creationId xmlns:a16="http://schemas.microsoft.com/office/drawing/2014/main" id="{7B8FDC32-AEEF-FFBF-7C6D-486008215602}"/>
              </a:ext>
            </a:extLst>
          </p:cNvPr>
          <p:cNvSpPr>
            <a:spLocks noGrp="1"/>
          </p:cNvSpPr>
          <p:nvPr>
            <p:ph type="body" sz="quarter" idx="15"/>
          </p:nvPr>
        </p:nvSpPr>
        <p:spPr>
          <a:xfrm>
            <a:off x="6237553" y="1547812"/>
            <a:ext cx="1800000" cy="1800000"/>
          </a:xfrm>
          <a:solidFill>
            <a:schemeClr val="tx2"/>
          </a:solidFill>
        </p:spPr>
        <p:txBody>
          <a:bodyPr lIns="90000" tIns="900000">
            <a:normAutofit/>
          </a:bodyPr>
          <a:lstStyle>
            <a:lvl1pPr>
              <a:defRPr sz="1400">
                <a:solidFill>
                  <a:schemeClr val="bg1"/>
                </a:solidFill>
              </a:defRPr>
            </a:lvl1pPr>
          </a:lstStyle>
          <a:p>
            <a:pPr lvl="0"/>
            <a:r>
              <a:rPr lang="en-US" noProof="0"/>
              <a:t>Click to edit Master text styles</a:t>
            </a:r>
          </a:p>
        </p:txBody>
      </p:sp>
      <p:sp>
        <p:nvSpPr>
          <p:cNvPr id="20" name="Picture Placeholder 19">
            <a:extLst>
              <a:ext uri="{FF2B5EF4-FFF2-40B4-BE49-F238E27FC236}">
                <a16:creationId xmlns:a16="http://schemas.microsoft.com/office/drawing/2014/main" id="{A9A6C4D4-533A-3AB8-6DF7-F11D02973380}"/>
              </a:ext>
              <a:ext uri="{C183D7F6-B498-43B3-948B-1728B52AA6E4}">
                <adec:decorative xmlns:adec="http://schemas.microsoft.com/office/drawing/2017/decorative" val="1"/>
              </a:ext>
            </a:extLst>
          </p:cNvPr>
          <p:cNvSpPr>
            <a:spLocks noGrp="1"/>
          </p:cNvSpPr>
          <p:nvPr>
            <p:ph type="pic" sz="quarter" idx="16"/>
          </p:nvPr>
        </p:nvSpPr>
        <p:spPr>
          <a:xfrm>
            <a:off x="6353563" y="1664676"/>
            <a:ext cx="648000" cy="648000"/>
          </a:xfrm>
        </p:spPr>
        <p:txBody>
          <a:bodyPr/>
          <a:lstStyle>
            <a:lvl1pPr>
              <a:defRPr>
                <a:solidFill>
                  <a:schemeClr val="bg1"/>
                </a:solidFill>
              </a:defRPr>
            </a:lvl1pPr>
          </a:lstStyle>
          <a:p>
            <a:r>
              <a:rPr lang="en-US"/>
              <a:t>Click icon to add picture</a:t>
            </a:r>
            <a:endParaRPr lang="en-AU"/>
          </a:p>
        </p:txBody>
      </p:sp>
      <p:sp>
        <p:nvSpPr>
          <p:cNvPr id="21" name="Text Placeholder 17">
            <a:extLst>
              <a:ext uri="{FF2B5EF4-FFF2-40B4-BE49-F238E27FC236}">
                <a16:creationId xmlns:a16="http://schemas.microsoft.com/office/drawing/2014/main" id="{20E75FB9-9FA9-C9F7-F781-70769DAA681D}"/>
              </a:ext>
            </a:extLst>
          </p:cNvPr>
          <p:cNvSpPr>
            <a:spLocks noGrp="1"/>
          </p:cNvSpPr>
          <p:nvPr>
            <p:ph type="body" sz="quarter" idx="17"/>
          </p:nvPr>
        </p:nvSpPr>
        <p:spPr>
          <a:xfrm>
            <a:off x="8137303" y="1547812"/>
            <a:ext cx="1800000" cy="1800000"/>
          </a:xfrm>
          <a:solidFill>
            <a:schemeClr val="tx2"/>
          </a:solidFill>
        </p:spPr>
        <p:txBody>
          <a:bodyPr lIns="90000" tIns="900000">
            <a:normAutofit/>
          </a:bodyPr>
          <a:lstStyle>
            <a:lvl1pPr>
              <a:defRPr sz="1400">
                <a:solidFill>
                  <a:schemeClr val="bg1"/>
                </a:solidFill>
              </a:defRPr>
            </a:lvl1pPr>
          </a:lstStyle>
          <a:p>
            <a:pPr lvl="0"/>
            <a:r>
              <a:rPr lang="en-US" noProof="0"/>
              <a:t>Click to edit Master text styles</a:t>
            </a:r>
          </a:p>
        </p:txBody>
      </p:sp>
      <p:sp>
        <p:nvSpPr>
          <p:cNvPr id="22" name="Picture Placeholder 19">
            <a:extLst>
              <a:ext uri="{FF2B5EF4-FFF2-40B4-BE49-F238E27FC236}">
                <a16:creationId xmlns:a16="http://schemas.microsoft.com/office/drawing/2014/main" id="{89213E1E-39B0-0CED-B90E-D0BA9C5636B4}"/>
              </a:ext>
              <a:ext uri="{C183D7F6-B498-43B3-948B-1728B52AA6E4}">
                <adec:decorative xmlns:adec="http://schemas.microsoft.com/office/drawing/2017/decorative" val="1"/>
              </a:ext>
            </a:extLst>
          </p:cNvPr>
          <p:cNvSpPr>
            <a:spLocks noGrp="1"/>
          </p:cNvSpPr>
          <p:nvPr>
            <p:ph type="pic" sz="quarter" idx="18"/>
          </p:nvPr>
        </p:nvSpPr>
        <p:spPr>
          <a:xfrm>
            <a:off x="8253313" y="1664676"/>
            <a:ext cx="648000" cy="648000"/>
          </a:xfrm>
        </p:spPr>
        <p:txBody>
          <a:bodyPr/>
          <a:lstStyle>
            <a:lvl1pPr>
              <a:defRPr>
                <a:solidFill>
                  <a:schemeClr val="bg1"/>
                </a:solidFill>
              </a:defRPr>
            </a:lvl1pPr>
          </a:lstStyle>
          <a:p>
            <a:r>
              <a:rPr lang="en-US"/>
              <a:t>Click icon to add picture</a:t>
            </a:r>
            <a:endParaRPr lang="en-AU"/>
          </a:p>
        </p:txBody>
      </p:sp>
      <p:sp>
        <p:nvSpPr>
          <p:cNvPr id="23" name="Text Placeholder 17">
            <a:extLst>
              <a:ext uri="{FF2B5EF4-FFF2-40B4-BE49-F238E27FC236}">
                <a16:creationId xmlns:a16="http://schemas.microsoft.com/office/drawing/2014/main" id="{84690C5B-D54F-E23F-209A-00636AD4674A}"/>
              </a:ext>
            </a:extLst>
          </p:cNvPr>
          <p:cNvSpPr>
            <a:spLocks noGrp="1"/>
          </p:cNvSpPr>
          <p:nvPr>
            <p:ph type="body" sz="quarter" idx="19"/>
          </p:nvPr>
        </p:nvSpPr>
        <p:spPr>
          <a:xfrm>
            <a:off x="10037053" y="1547812"/>
            <a:ext cx="1800000" cy="1800000"/>
          </a:xfrm>
          <a:solidFill>
            <a:schemeClr val="tx2"/>
          </a:solidFill>
        </p:spPr>
        <p:txBody>
          <a:bodyPr lIns="90000" tIns="900000">
            <a:normAutofit/>
          </a:bodyPr>
          <a:lstStyle>
            <a:lvl1pPr>
              <a:defRPr sz="1400">
                <a:solidFill>
                  <a:schemeClr val="bg1"/>
                </a:solidFill>
              </a:defRPr>
            </a:lvl1pPr>
          </a:lstStyle>
          <a:p>
            <a:pPr lvl="0"/>
            <a:r>
              <a:rPr lang="en-US" noProof="0"/>
              <a:t>Click to edit Master text styles</a:t>
            </a:r>
          </a:p>
        </p:txBody>
      </p:sp>
      <p:sp>
        <p:nvSpPr>
          <p:cNvPr id="24" name="Picture Placeholder 19">
            <a:extLst>
              <a:ext uri="{FF2B5EF4-FFF2-40B4-BE49-F238E27FC236}">
                <a16:creationId xmlns:a16="http://schemas.microsoft.com/office/drawing/2014/main" id="{483DAB54-804B-85DC-9108-9A16CE80D0B8}"/>
              </a:ext>
              <a:ext uri="{C183D7F6-B498-43B3-948B-1728B52AA6E4}">
                <adec:decorative xmlns:adec="http://schemas.microsoft.com/office/drawing/2017/decorative" val="1"/>
              </a:ext>
            </a:extLst>
          </p:cNvPr>
          <p:cNvSpPr>
            <a:spLocks noGrp="1"/>
          </p:cNvSpPr>
          <p:nvPr>
            <p:ph type="pic" sz="quarter" idx="20"/>
          </p:nvPr>
        </p:nvSpPr>
        <p:spPr>
          <a:xfrm>
            <a:off x="10153063" y="1664676"/>
            <a:ext cx="648000" cy="648000"/>
          </a:xfrm>
        </p:spPr>
        <p:txBody>
          <a:bodyPr/>
          <a:lstStyle>
            <a:lvl1pPr>
              <a:defRPr>
                <a:solidFill>
                  <a:schemeClr val="bg1"/>
                </a:solidFill>
              </a:defRPr>
            </a:lvl1pPr>
          </a:lstStyle>
          <a:p>
            <a:r>
              <a:rPr lang="en-US"/>
              <a:t>Click icon to add picture</a:t>
            </a:r>
            <a:endParaRPr lang="en-AU"/>
          </a:p>
        </p:txBody>
      </p:sp>
      <p:sp>
        <p:nvSpPr>
          <p:cNvPr id="25" name="Text Placeholder 17">
            <a:extLst>
              <a:ext uri="{FF2B5EF4-FFF2-40B4-BE49-F238E27FC236}">
                <a16:creationId xmlns:a16="http://schemas.microsoft.com/office/drawing/2014/main" id="{6327513C-81B5-9C56-FEF2-2D63A6B46665}"/>
              </a:ext>
            </a:extLst>
          </p:cNvPr>
          <p:cNvSpPr>
            <a:spLocks noGrp="1"/>
          </p:cNvSpPr>
          <p:nvPr>
            <p:ph type="body" sz="quarter" idx="21"/>
          </p:nvPr>
        </p:nvSpPr>
        <p:spPr>
          <a:xfrm>
            <a:off x="6237553" y="3464676"/>
            <a:ext cx="1800000" cy="1800000"/>
          </a:xfrm>
          <a:solidFill>
            <a:schemeClr val="tx2"/>
          </a:solidFill>
        </p:spPr>
        <p:txBody>
          <a:bodyPr lIns="90000" tIns="900000">
            <a:normAutofit/>
          </a:bodyPr>
          <a:lstStyle>
            <a:lvl1pPr>
              <a:defRPr sz="1400">
                <a:solidFill>
                  <a:schemeClr val="bg1"/>
                </a:solidFill>
              </a:defRPr>
            </a:lvl1pPr>
          </a:lstStyle>
          <a:p>
            <a:pPr lvl="0"/>
            <a:r>
              <a:rPr lang="en-US" noProof="0"/>
              <a:t>Click to edit Master text styles</a:t>
            </a:r>
          </a:p>
        </p:txBody>
      </p:sp>
      <p:sp>
        <p:nvSpPr>
          <p:cNvPr id="26" name="Picture Placeholder 19">
            <a:extLst>
              <a:ext uri="{FF2B5EF4-FFF2-40B4-BE49-F238E27FC236}">
                <a16:creationId xmlns:a16="http://schemas.microsoft.com/office/drawing/2014/main" id="{13888F12-A8E0-E827-891A-633AFFE48A52}"/>
              </a:ext>
              <a:ext uri="{C183D7F6-B498-43B3-948B-1728B52AA6E4}">
                <adec:decorative xmlns:adec="http://schemas.microsoft.com/office/drawing/2017/decorative" val="1"/>
              </a:ext>
            </a:extLst>
          </p:cNvPr>
          <p:cNvSpPr>
            <a:spLocks noGrp="1"/>
          </p:cNvSpPr>
          <p:nvPr>
            <p:ph type="pic" sz="quarter" idx="22"/>
          </p:nvPr>
        </p:nvSpPr>
        <p:spPr>
          <a:xfrm>
            <a:off x="6353563" y="3581540"/>
            <a:ext cx="648000" cy="648000"/>
          </a:xfrm>
        </p:spPr>
        <p:txBody>
          <a:bodyPr/>
          <a:lstStyle>
            <a:lvl1pPr>
              <a:defRPr>
                <a:solidFill>
                  <a:schemeClr val="bg1"/>
                </a:solidFill>
              </a:defRPr>
            </a:lvl1pPr>
          </a:lstStyle>
          <a:p>
            <a:r>
              <a:rPr lang="en-US"/>
              <a:t>Click icon to add picture</a:t>
            </a:r>
            <a:endParaRPr lang="en-AU"/>
          </a:p>
        </p:txBody>
      </p:sp>
      <p:sp>
        <p:nvSpPr>
          <p:cNvPr id="27" name="Text Placeholder 17">
            <a:extLst>
              <a:ext uri="{FF2B5EF4-FFF2-40B4-BE49-F238E27FC236}">
                <a16:creationId xmlns:a16="http://schemas.microsoft.com/office/drawing/2014/main" id="{A51173F1-532B-091C-CBD9-8FBD306D0904}"/>
              </a:ext>
            </a:extLst>
          </p:cNvPr>
          <p:cNvSpPr>
            <a:spLocks noGrp="1"/>
          </p:cNvSpPr>
          <p:nvPr>
            <p:ph type="body" sz="quarter" idx="23"/>
          </p:nvPr>
        </p:nvSpPr>
        <p:spPr>
          <a:xfrm>
            <a:off x="8137303" y="3464676"/>
            <a:ext cx="1800000" cy="1800000"/>
          </a:xfrm>
          <a:solidFill>
            <a:schemeClr val="tx2"/>
          </a:solidFill>
        </p:spPr>
        <p:txBody>
          <a:bodyPr lIns="90000" tIns="900000">
            <a:normAutofit/>
          </a:bodyPr>
          <a:lstStyle>
            <a:lvl1pPr>
              <a:defRPr sz="1400">
                <a:solidFill>
                  <a:schemeClr val="bg1"/>
                </a:solidFill>
              </a:defRPr>
            </a:lvl1pPr>
          </a:lstStyle>
          <a:p>
            <a:pPr lvl="0"/>
            <a:r>
              <a:rPr lang="en-US" noProof="0"/>
              <a:t>Click to edit Master text styles</a:t>
            </a:r>
          </a:p>
        </p:txBody>
      </p:sp>
      <p:sp>
        <p:nvSpPr>
          <p:cNvPr id="28" name="Picture Placeholder 19">
            <a:extLst>
              <a:ext uri="{FF2B5EF4-FFF2-40B4-BE49-F238E27FC236}">
                <a16:creationId xmlns:a16="http://schemas.microsoft.com/office/drawing/2014/main" id="{1B7EB5CE-9C07-9E38-BB4B-F7CF68788033}"/>
              </a:ext>
              <a:ext uri="{C183D7F6-B498-43B3-948B-1728B52AA6E4}">
                <adec:decorative xmlns:adec="http://schemas.microsoft.com/office/drawing/2017/decorative" val="1"/>
              </a:ext>
            </a:extLst>
          </p:cNvPr>
          <p:cNvSpPr>
            <a:spLocks noGrp="1"/>
          </p:cNvSpPr>
          <p:nvPr>
            <p:ph type="pic" sz="quarter" idx="24"/>
          </p:nvPr>
        </p:nvSpPr>
        <p:spPr>
          <a:xfrm>
            <a:off x="8253313" y="3581540"/>
            <a:ext cx="648000" cy="648000"/>
          </a:xfrm>
        </p:spPr>
        <p:txBody>
          <a:bodyPr/>
          <a:lstStyle>
            <a:lvl1pPr>
              <a:defRPr>
                <a:solidFill>
                  <a:schemeClr val="bg1"/>
                </a:solidFill>
              </a:defRPr>
            </a:lvl1pPr>
          </a:lstStyle>
          <a:p>
            <a:r>
              <a:rPr lang="en-US"/>
              <a:t>Click icon to add picture</a:t>
            </a:r>
            <a:endParaRPr lang="en-AU"/>
          </a:p>
        </p:txBody>
      </p:sp>
      <p:sp>
        <p:nvSpPr>
          <p:cNvPr id="29" name="Text Placeholder 17">
            <a:extLst>
              <a:ext uri="{FF2B5EF4-FFF2-40B4-BE49-F238E27FC236}">
                <a16:creationId xmlns:a16="http://schemas.microsoft.com/office/drawing/2014/main" id="{AF5CA855-FEA3-F6C2-9B61-4E24397455D1}"/>
              </a:ext>
            </a:extLst>
          </p:cNvPr>
          <p:cNvSpPr>
            <a:spLocks noGrp="1"/>
          </p:cNvSpPr>
          <p:nvPr>
            <p:ph type="body" sz="quarter" idx="25"/>
          </p:nvPr>
        </p:nvSpPr>
        <p:spPr>
          <a:xfrm>
            <a:off x="10037053" y="3464676"/>
            <a:ext cx="1800000" cy="1800000"/>
          </a:xfrm>
          <a:solidFill>
            <a:schemeClr val="tx2"/>
          </a:solidFill>
        </p:spPr>
        <p:txBody>
          <a:bodyPr lIns="90000" tIns="900000">
            <a:normAutofit/>
          </a:bodyPr>
          <a:lstStyle>
            <a:lvl1pPr>
              <a:defRPr sz="1400">
                <a:solidFill>
                  <a:schemeClr val="bg1"/>
                </a:solidFill>
              </a:defRPr>
            </a:lvl1pPr>
          </a:lstStyle>
          <a:p>
            <a:pPr lvl="0"/>
            <a:r>
              <a:rPr lang="en-US" noProof="0"/>
              <a:t>Click to edit Master text styles</a:t>
            </a:r>
          </a:p>
        </p:txBody>
      </p:sp>
      <p:sp>
        <p:nvSpPr>
          <p:cNvPr id="11" name="Picture Placeholder 15" descr="Macquarie University logo">
            <a:extLst>
              <a:ext uri="{FF2B5EF4-FFF2-40B4-BE49-F238E27FC236}">
                <a16:creationId xmlns:a16="http://schemas.microsoft.com/office/drawing/2014/main" id="{CCCE9325-F6E9-4DA5-DDB3-056EEED87F02}"/>
              </a:ext>
            </a:extLst>
          </p:cNvPr>
          <p:cNvSpPr>
            <a:spLocks noGrp="1"/>
          </p:cNvSpPr>
          <p:nvPr>
            <p:ph type="pic" sz="quarter" idx="12" hasCustomPrompt="1"/>
          </p:nvPr>
        </p:nvSpPr>
        <p:spPr>
          <a:xfrm>
            <a:off x="9568515" y="5756896"/>
            <a:ext cx="2268538" cy="899162"/>
          </a:xfrm>
        </p:spPr>
        <p:txBody>
          <a:bodyPr/>
          <a:lstStyle>
            <a:lvl1pPr marL="0" indent="0">
              <a:buNone/>
              <a:defRPr/>
            </a:lvl1pPr>
          </a:lstStyle>
          <a:p>
            <a:r>
              <a:rPr lang="en-US"/>
              <a:t>Click icon to add </a:t>
            </a:r>
            <a:br>
              <a:rPr lang="en-US"/>
            </a:br>
            <a:r>
              <a:rPr lang="en-US"/>
              <a:t>MU logo</a:t>
            </a:r>
          </a:p>
          <a:p>
            <a:endParaRPr lang="en-AU"/>
          </a:p>
        </p:txBody>
      </p:sp>
      <p:sp>
        <p:nvSpPr>
          <p:cNvPr id="30" name="Picture Placeholder 19">
            <a:extLst>
              <a:ext uri="{FF2B5EF4-FFF2-40B4-BE49-F238E27FC236}">
                <a16:creationId xmlns:a16="http://schemas.microsoft.com/office/drawing/2014/main" id="{3706B99D-E9B6-6A35-B1BE-60CC82A373B7}"/>
              </a:ext>
              <a:ext uri="{C183D7F6-B498-43B3-948B-1728B52AA6E4}">
                <adec:decorative xmlns:adec="http://schemas.microsoft.com/office/drawing/2017/decorative" val="1"/>
              </a:ext>
            </a:extLst>
          </p:cNvPr>
          <p:cNvSpPr>
            <a:spLocks noGrp="1"/>
          </p:cNvSpPr>
          <p:nvPr>
            <p:ph type="pic" sz="quarter" idx="26"/>
          </p:nvPr>
        </p:nvSpPr>
        <p:spPr>
          <a:xfrm>
            <a:off x="10153063" y="3581540"/>
            <a:ext cx="648000" cy="648000"/>
          </a:xfrm>
        </p:spPr>
        <p:txBody>
          <a:bodyPr/>
          <a:lstStyle>
            <a:lvl1pPr>
              <a:defRPr>
                <a:solidFill>
                  <a:schemeClr val="bg1"/>
                </a:solidFill>
              </a:defRPr>
            </a:lvl1pPr>
          </a:lstStyle>
          <a:p>
            <a:r>
              <a:rPr lang="en-US"/>
              <a:t>Click icon to add picture</a:t>
            </a:r>
            <a:endParaRPr lang="en-AU"/>
          </a:p>
        </p:txBody>
      </p:sp>
      <p:sp>
        <p:nvSpPr>
          <p:cNvPr id="31" name="Text Placeholder 3">
            <a:extLst>
              <a:ext uri="{FF2B5EF4-FFF2-40B4-BE49-F238E27FC236}">
                <a16:creationId xmlns:a16="http://schemas.microsoft.com/office/drawing/2014/main" id="{8297D644-FE1D-0BE1-4752-A3F34B1FCA47}"/>
              </a:ext>
              <a:ext uri="{C183D7F6-B498-43B3-948B-1728B52AA6E4}">
                <adec:decorative xmlns:adec="http://schemas.microsoft.com/office/drawing/2017/decorative" val="1"/>
              </a:ext>
            </a:extLst>
          </p:cNvPr>
          <p:cNvSpPr>
            <a:spLocks noGrp="1"/>
          </p:cNvSpPr>
          <p:nvPr>
            <p:ph type="body" sz="quarter" idx="13" hasCustomPrompt="1"/>
          </p:nvPr>
        </p:nvSpPr>
        <p:spPr>
          <a:xfrm>
            <a:off x="623888" y="234685"/>
            <a:ext cx="1944233" cy="1108075"/>
          </a:xfrm>
        </p:spPr>
        <p:txBody>
          <a:bodyPr>
            <a:normAutofit/>
          </a:bodyPr>
          <a:lstStyle>
            <a:lvl1pPr marL="0" indent="0">
              <a:buNone/>
              <a:defRPr sz="2400">
                <a:solidFill>
                  <a:schemeClr val="bg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AU" dirty="0"/>
              <a:t>Section Header here</a:t>
            </a:r>
          </a:p>
        </p:txBody>
      </p:sp>
    </p:spTree>
    <p:extLst>
      <p:ext uri="{BB962C8B-B14F-4D97-AF65-F5344CB8AC3E}">
        <p14:creationId xmlns:p14="http://schemas.microsoft.com/office/powerpoint/2010/main" val="1551355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Image slide">
    <p:spTree>
      <p:nvGrpSpPr>
        <p:cNvPr id="1" name=""/>
        <p:cNvGrpSpPr/>
        <p:nvPr/>
      </p:nvGrpSpPr>
      <p:grpSpPr>
        <a:xfrm>
          <a:off x="0" y="0"/>
          <a:ext cx="0" cy="0"/>
          <a:chOff x="0" y="0"/>
          <a:chExt cx="0" cy="0"/>
        </a:xfrm>
      </p:grpSpPr>
      <p:sp>
        <p:nvSpPr>
          <p:cNvPr id="12" name="Picture Placeholder 7">
            <a:extLst>
              <a:ext uri="{FF2B5EF4-FFF2-40B4-BE49-F238E27FC236}">
                <a16:creationId xmlns:a16="http://schemas.microsoft.com/office/drawing/2014/main" id="{B9116D33-ED1E-ACD8-6547-24A1C5F6429A}"/>
              </a:ext>
              <a:ext uri="{C183D7F6-B498-43B3-948B-1728B52AA6E4}">
                <adec:decorative xmlns:adec="http://schemas.microsoft.com/office/drawing/2017/decorative" val="1"/>
              </a:ext>
            </a:extLst>
          </p:cNvPr>
          <p:cNvSpPr>
            <a:spLocks noGrp="1"/>
          </p:cNvSpPr>
          <p:nvPr>
            <p:ph type="pic" sz="quarter" idx="10" hasCustomPrompt="1"/>
          </p:nvPr>
        </p:nvSpPr>
        <p:spPr>
          <a:xfrm>
            <a:off x="0" y="0"/>
            <a:ext cx="12192000" cy="6858000"/>
          </a:xfrm>
        </p:spPr>
        <p:txBody>
          <a:bodyPr/>
          <a:lstStyle>
            <a:lvl1pPr marL="0" indent="0">
              <a:buNone/>
              <a:defRPr/>
            </a:lvl1pPr>
          </a:lstStyle>
          <a:p>
            <a:r>
              <a:rPr lang="en-US"/>
              <a:t>Click icon to add picture, right-click on the picture, choose ‘Send to Back’.</a:t>
            </a:r>
          </a:p>
        </p:txBody>
      </p:sp>
      <p:sp>
        <p:nvSpPr>
          <p:cNvPr id="2" name="Title 1">
            <a:extLst>
              <a:ext uri="{FF2B5EF4-FFF2-40B4-BE49-F238E27FC236}">
                <a16:creationId xmlns:a16="http://schemas.microsoft.com/office/drawing/2014/main" id="{66EB3141-7D0C-492A-0C1A-0DAED9EBF700}"/>
              </a:ext>
            </a:extLst>
          </p:cNvPr>
          <p:cNvSpPr>
            <a:spLocks noGrp="1"/>
          </p:cNvSpPr>
          <p:nvPr>
            <p:ph type="ctrTitle"/>
          </p:nvPr>
        </p:nvSpPr>
        <p:spPr>
          <a:xfrm>
            <a:off x="623888" y="2405230"/>
            <a:ext cx="3973999" cy="779490"/>
          </a:xfrm>
        </p:spPr>
        <p:txBody>
          <a:bodyPr anchor="t" anchorCtr="0">
            <a:noAutofit/>
          </a:bodyPr>
          <a:lstStyle>
            <a:lvl1pPr algn="l">
              <a:defRPr sz="4800">
                <a:solidFill>
                  <a:schemeClr val="bg1"/>
                </a:solidFill>
              </a:defRPr>
            </a:lvl1pPr>
          </a:lstStyle>
          <a:p>
            <a:r>
              <a:rPr lang="en-US" noProof="0"/>
              <a:t>Click to edit Master title style</a:t>
            </a:r>
            <a:endParaRPr lang="en-AU" noProof="0" dirty="0"/>
          </a:p>
        </p:txBody>
      </p:sp>
      <p:sp>
        <p:nvSpPr>
          <p:cNvPr id="4" name="Text Placeholder 3">
            <a:extLst>
              <a:ext uri="{FF2B5EF4-FFF2-40B4-BE49-F238E27FC236}">
                <a16:creationId xmlns:a16="http://schemas.microsoft.com/office/drawing/2014/main" id="{99588B92-B466-03E5-A651-7A4A4E94BA0F}"/>
              </a:ext>
              <a:ext uri="{C183D7F6-B498-43B3-948B-1728B52AA6E4}">
                <adec:decorative xmlns:adec="http://schemas.microsoft.com/office/drawing/2017/decorative" val="1"/>
              </a:ext>
            </a:extLst>
          </p:cNvPr>
          <p:cNvSpPr>
            <a:spLocks noGrp="1"/>
          </p:cNvSpPr>
          <p:nvPr>
            <p:ph type="body" sz="quarter" idx="13" hasCustomPrompt="1"/>
          </p:nvPr>
        </p:nvSpPr>
        <p:spPr>
          <a:xfrm>
            <a:off x="623887" y="234685"/>
            <a:ext cx="1944233" cy="1108075"/>
          </a:xfrm>
        </p:spPr>
        <p:txBody>
          <a:bodyPr>
            <a:normAutofit/>
          </a:bodyPr>
          <a:lstStyle>
            <a:lvl1pPr marL="0" indent="0">
              <a:buNone/>
              <a:defRPr sz="2400">
                <a:solidFill>
                  <a:schemeClr val="bg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AU" dirty="0"/>
              <a:t>Section Header here</a:t>
            </a:r>
          </a:p>
        </p:txBody>
      </p:sp>
      <p:sp>
        <p:nvSpPr>
          <p:cNvPr id="10" name="Parallelogram 5">
            <a:extLst>
              <a:ext uri="{FF2B5EF4-FFF2-40B4-BE49-F238E27FC236}">
                <a16:creationId xmlns:a16="http://schemas.microsoft.com/office/drawing/2014/main" id="{B6C20092-4FE0-D7B3-F7BA-0526B1B39094}"/>
              </a:ext>
              <a:ext uri="{C183D7F6-B498-43B3-948B-1728B52AA6E4}">
                <adec:decorative xmlns:adec="http://schemas.microsoft.com/office/drawing/2017/decorative" val="1"/>
              </a:ext>
            </a:extLst>
          </p:cNvPr>
          <p:cNvSpPr/>
          <p:nvPr userDrawn="1"/>
        </p:nvSpPr>
        <p:spPr>
          <a:xfrm rot="19475172">
            <a:off x="-328111"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Text Placeholder 4">
            <a:extLst>
              <a:ext uri="{FF2B5EF4-FFF2-40B4-BE49-F238E27FC236}">
                <a16:creationId xmlns:a16="http://schemas.microsoft.com/office/drawing/2014/main" id="{DEF1A787-2C4B-E603-CF81-4FC3BD1A322B}"/>
              </a:ext>
            </a:extLst>
          </p:cNvPr>
          <p:cNvSpPr>
            <a:spLocks noGrp="1"/>
          </p:cNvSpPr>
          <p:nvPr>
            <p:ph type="body" sz="quarter" idx="14"/>
          </p:nvPr>
        </p:nvSpPr>
        <p:spPr>
          <a:xfrm>
            <a:off x="623887" y="3226524"/>
            <a:ext cx="3962400" cy="2773362"/>
          </a:xfrm>
        </p:spPr>
        <p:txBody>
          <a:bodyPr/>
          <a:lstStyle>
            <a:lvl1pPr>
              <a:defRPr>
                <a:solidFill>
                  <a:schemeClr val="bg1"/>
                </a:solidFill>
              </a:defRPr>
            </a:lvl1pPr>
          </a:lstStyle>
          <a:p>
            <a:pPr lvl="0"/>
            <a:r>
              <a:rPr lang="en-US" noProof="0"/>
              <a:t>Click to edit Master text styles</a:t>
            </a:r>
          </a:p>
        </p:txBody>
      </p:sp>
      <p:sp>
        <p:nvSpPr>
          <p:cNvPr id="11" name="Picture Placeholder 15" descr="Macquarie University logo">
            <a:extLst>
              <a:ext uri="{FF2B5EF4-FFF2-40B4-BE49-F238E27FC236}">
                <a16:creationId xmlns:a16="http://schemas.microsoft.com/office/drawing/2014/main" id="{CCCE9325-F6E9-4DA5-DDB3-056EEED87F02}"/>
              </a:ext>
            </a:extLst>
          </p:cNvPr>
          <p:cNvSpPr>
            <a:spLocks noGrp="1"/>
          </p:cNvSpPr>
          <p:nvPr>
            <p:ph type="pic" sz="quarter" idx="12" hasCustomPrompt="1"/>
          </p:nvPr>
        </p:nvSpPr>
        <p:spPr>
          <a:xfrm>
            <a:off x="9568515" y="5756896"/>
            <a:ext cx="2268538" cy="899162"/>
          </a:xfrm>
        </p:spPr>
        <p:txBody>
          <a:bodyPr/>
          <a:lstStyle>
            <a:lvl1pPr marL="0" indent="0">
              <a:buNone/>
              <a:defRPr/>
            </a:lvl1pPr>
          </a:lstStyle>
          <a:p>
            <a:r>
              <a:rPr lang="en-US"/>
              <a:t>Click icon to add </a:t>
            </a:r>
            <a:br>
              <a:rPr lang="en-US"/>
            </a:br>
            <a:r>
              <a:rPr lang="en-US"/>
              <a:t>MU logo</a:t>
            </a:r>
          </a:p>
          <a:p>
            <a:endParaRPr lang="en-AU"/>
          </a:p>
        </p:txBody>
      </p:sp>
    </p:spTree>
    <p:extLst>
      <p:ext uri="{BB962C8B-B14F-4D97-AF65-F5344CB8AC3E}">
        <p14:creationId xmlns:p14="http://schemas.microsoft.com/office/powerpoint/2010/main" val="23828193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One column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7" y="245155"/>
            <a:ext cx="8956211" cy="538616"/>
          </a:xfrm>
        </p:spPr>
        <p:txBody>
          <a:bodyPr/>
          <a:lstStyle>
            <a:lvl1pPr algn="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8" y="741399"/>
            <a:ext cx="8956211" cy="314516"/>
          </a:xfrm>
        </p:spPr>
        <p:txBody>
          <a:bodyPr>
            <a:noAutofit/>
          </a:bodyPr>
          <a:lstStyle>
            <a:lvl1pPr marL="0" indent="0" algn="l">
              <a:buNone/>
              <a:defRPr sz="2000" cap="all" baseline="0">
                <a:solidFill>
                  <a:schemeClr val="bg2"/>
                </a:solidFill>
              </a:defRPr>
            </a:lvl1pPr>
          </a:lstStyle>
          <a:p>
            <a:pPr lvl="0"/>
            <a:r>
              <a:rPr lang="en-US" noProof="0"/>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p:txBody>
          <a:bodyPr/>
          <a:lstStyle>
            <a:lvl1pPr algn="l">
              <a:defRPr/>
            </a:lvl1pPr>
          </a:lstStyle>
          <a:p>
            <a:pPr lvl="0"/>
            <a:r>
              <a:rPr lang="en-US" noProof="0"/>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p>
            <a:fld id="{1E2051AE-7B41-4B15-BBA3-E5C7244AA2B8}" type="datetime1">
              <a:rPr lang="en-AU" smtClean="0"/>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p>
            <a:fld id="{6F6F96F8-3C4A-44BA-8813-69AD9933C9F2}" type="slidenum">
              <a:rPr lang="en-AU" smtClean="0"/>
              <a:t>‹#›</a:t>
            </a:fld>
            <a:endParaRPr lang="en-AU"/>
          </a:p>
        </p:txBody>
      </p:sp>
    </p:spTree>
    <p:extLst>
      <p:ext uri="{BB962C8B-B14F-4D97-AF65-F5344CB8AC3E}">
        <p14:creationId xmlns:p14="http://schemas.microsoft.com/office/powerpoint/2010/main" val="35942413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ne column content_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7" y="245155"/>
            <a:ext cx="8956211" cy="538616"/>
          </a:xfrm>
        </p:spPr>
        <p:txBody>
          <a:bodyPr/>
          <a:lstStyle>
            <a:lvl1pPr algn="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8" y="741399"/>
            <a:ext cx="8956211" cy="314516"/>
          </a:xfrm>
        </p:spPr>
        <p:txBody>
          <a:bodyPr>
            <a:noAutofit/>
          </a:bodyPr>
          <a:lstStyle>
            <a:lvl1pPr marL="0" indent="0" algn="l">
              <a:buNone/>
              <a:defRPr sz="2000" cap="all" baseline="0">
                <a:solidFill>
                  <a:schemeClr val="bg2"/>
                </a:solidFill>
              </a:defRPr>
            </a:lvl1pPr>
          </a:lstStyle>
          <a:p>
            <a:pPr lvl="0"/>
            <a:r>
              <a:rPr lang="en-US" noProof="0"/>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p:txBody>
          <a:bodyPr/>
          <a:lstStyle>
            <a:lvl1pPr algn="l">
              <a:defRPr/>
            </a:lvl1pPr>
          </a:lstStyle>
          <a:p>
            <a:pPr lvl="0"/>
            <a:r>
              <a:rPr lang="en-US" noProof="0"/>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p>
            <a:fld id="{1E2051AE-7B41-4B15-BBA3-E5C7244AA2B8}" type="datetime1">
              <a:rPr lang="en-AU" smtClean="0"/>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p>
            <a:fld id="{6F6F96F8-3C4A-44BA-8813-69AD9933C9F2}" type="slidenum">
              <a:rPr lang="en-AU" smtClean="0"/>
              <a:t>‹#›</a:t>
            </a:fld>
            <a:endParaRPr lang="en-AU"/>
          </a:p>
        </p:txBody>
      </p:sp>
    </p:spTree>
    <p:extLst>
      <p:ext uri="{BB962C8B-B14F-4D97-AF65-F5344CB8AC3E}">
        <p14:creationId xmlns:p14="http://schemas.microsoft.com/office/powerpoint/2010/main" val="30734415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One column content_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48757" cy="538616"/>
          </a:xfrm>
        </p:spPr>
        <p:txBody>
          <a:bodyPr/>
          <a:lstStyle>
            <a:lvl1pPr algn="l">
              <a:defRPr>
                <a:solidFill>
                  <a:schemeClr val="bg1"/>
                </a:solidFill>
              </a:defRPr>
            </a:lvl1pPr>
          </a:lstStyle>
          <a:p>
            <a:r>
              <a:rPr lang="en-US"/>
              <a:t>Click to edit Master title style</a:t>
            </a:r>
            <a:endParaRPr lang="en-AU"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48757" cy="314516"/>
          </a:xfrm>
        </p:spPr>
        <p:txBody>
          <a:bodyPr>
            <a:noAutofit/>
          </a:bodyPr>
          <a:lstStyle>
            <a:lvl1pPr marL="0" indent="0" algn="l">
              <a:buNone/>
              <a:defRPr sz="2000" cap="all" baseline="0">
                <a:solidFill>
                  <a:schemeClr val="bg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p:txBody>
          <a:bodyPr/>
          <a:lstStyle>
            <a:lvl1pPr algn="l">
              <a:defRPr>
                <a:solidFill>
                  <a:schemeClr val="bg1"/>
                </a:solidFill>
              </a:defRPr>
            </a:lvl1pPr>
          </a:lstStyle>
          <a:p>
            <a:pPr lvl="0"/>
            <a:r>
              <a:rPr lang="en-US" noProof="0"/>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28231C16-44E7-4139-883C-EF004203D0B3}"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pic>
        <p:nvPicPr>
          <p:cNvPr id="7" name="Picture 6">
            <a:extLst>
              <a:ext uri="{FF2B5EF4-FFF2-40B4-BE49-F238E27FC236}">
                <a16:creationId xmlns:a16="http://schemas.microsoft.com/office/drawing/2014/main" id="{54EB25DE-3A94-5C1B-43AD-C39D36828D5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5834"/>
            <a:ext cx="2267717" cy="899162"/>
          </a:xfrm>
          <a:prstGeom prst="rect">
            <a:avLst/>
          </a:prstGeom>
        </p:spPr>
      </p:pic>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a:solidFill>
                  <a:schemeClr val="bg1"/>
                </a:solidFill>
              </a:defRPr>
            </a:lvl1pPr>
          </a:lstStyle>
          <a:p>
            <a:fld id="{6F6F96F8-3C4A-44BA-8813-69AD9933C9F2}" type="slidenum">
              <a:rPr lang="en-AU" smtClean="0"/>
              <a:pPr/>
              <a:t>‹#›</a:t>
            </a:fld>
            <a:endParaRPr lang="en-AU"/>
          </a:p>
        </p:txBody>
      </p:sp>
      <p:sp>
        <p:nvSpPr>
          <p:cNvPr id="9" name="Parallelogram 5">
            <a:extLst>
              <a:ext uri="{FF2B5EF4-FFF2-40B4-BE49-F238E27FC236}">
                <a16:creationId xmlns:a16="http://schemas.microsoft.com/office/drawing/2014/main" id="{074BAC25-4106-EF74-B049-3A0208984BF2}"/>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Connector 9">
            <a:extLst>
              <a:ext uri="{FF2B5EF4-FFF2-40B4-BE49-F238E27FC236}">
                <a16:creationId xmlns:a16="http://schemas.microsoft.com/office/drawing/2014/main" id="{67FAA034-6E1F-19E2-D4F0-6DB7F2037A90}"/>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21073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One column content_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48757" cy="538616"/>
          </a:xfrm>
        </p:spPr>
        <p:txBody>
          <a:bodyPr/>
          <a:lstStyle>
            <a:lvl1pPr algn="l">
              <a:defRPr>
                <a:solidFill>
                  <a:schemeClr val="bg1"/>
                </a:solidFill>
              </a:defRPr>
            </a:lvl1pPr>
          </a:lstStyle>
          <a:p>
            <a:r>
              <a:rPr lang="en-US"/>
              <a:t>Click to edit Master title style</a:t>
            </a:r>
            <a:endParaRPr lang="en-AU"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48757" cy="314516"/>
          </a:xfrm>
        </p:spPr>
        <p:txBody>
          <a:bodyPr>
            <a:noAutofit/>
          </a:bodyPr>
          <a:lstStyle>
            <a:lvl1pPr marL="0" indent="0" algn="l">
              <a:buNone/>
              <a:defRPr sz="2000" cap="all" baseline="0">
                <a:solidFill>
                  <a:schemeClr val="bg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p:txBody>
          <a:bodyPr/>
          <a:lstStyle>
            <a:lvl1pPr>
              <a:defRPr>
                <a:solidFill>
                  <a:schemeClr val="bg1"/>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5B44ADFF-E0DE-4E1B-8F9A-8E0EE7EAAFC2}"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pic>
        <p:nvPicPr>
          <p:cNvPr id="7" name="Picture 6">
            <a:extLst>
              <a:ext uri="{FF2B5EF4-FFF2-40B4-BE49-F238E27FC236}">
                <a16:creationId xmlns:a16="http://schemas.microsoft.com/office/drawing/2014/main" id="{54EB25DE-3A94-5C1B-43AD-C39D36828D5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a:solidFill>
                  <a:schemeClr val="bg1"/>
                </a:solidFill>
              </a:defRPr>
            </a:lvl1pPr>
          </a:lstStyle>
          <a:p>
            <a:fld id="{6F6F96F8-3C4A-44BA-8813-69AD9933C9F2}" type="slidenum">
              <a:rPr lang="en-AU" smtClean="0"/>
              <a:pPr/>
              <a:t>‹#›</a:t>
            </a:fld>
            <a:endParaRPr lang="en-AU"/>
          </a:p>
        </p:txBody>
      </p:sp>
      <p:sp>
        <p:nvSpPr>
          <p:cNvPr id="9" name="Parallelogram 5">
            <a:extLst>
              <a:ext uri="{FF2B5EF4-FFF2-40B4-BE49-F238E27FC236}">
                <a16:creationId xmlns:a16="http://schemas.microsoft.com/office/drawing/2014/main" id="{074BAC25-4106-EF74-B049-3A0208984BF2}"/>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Connector 9">
            <a:extLst>
              <a:ext uri="{FF2B5EF4-FFF2-40B4-BE49-F238E27FC236}">
                <a16:creationId xmlns:a16="http://schemas.microsoft.com/office/drawing/2014/main" id="{67FAA034-6E1F-19E2-D4F0-6DB7F2037A90}"/>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38370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One column content_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p:txBody>
          <a:bodyPr/>
          <a:lstStyle>
            <a:lvl1pPr>
              <a:defRPr>
                <a:solidFill>
                  <a:schemeClr val="bg1"/>
                </a:solidFill>
              </a:defRPr>
            </a:lvl1pPr>
          </a:lstStyle>
          <a:p>
            <a:pPr lvl="0"/>
            <a:r>
              <a:rPr lang="en-US" noProof="0"/>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EC46558D-EE21-4867-863A-88FAB82CC6C4}" type="datetime1">
              <a:rPr lang="en-AU" smtClean="0"/>
              <a:pPr/>
              <a:t>27/5/2025</a:t>
            </a:fld>
            <a:endParaRPr lang="en-AU" dirty="0"/>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pic>
        <p:nvPicPr>
          <p:cNvPr id="7" name="Picture 6">
            <a:extLst>
              <a:ext uri="{FF2B5EF4-FFF2-40B4-BE49-F238E27FC236}">
                <a16:creationId xmlns:a16="http://schemas.microsoft.com/office/drawing/2014/main" id="{54EB25DE-3A94-5C1B-43AD-C39D36828D5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a:solidFill>
                  <a:schemeClr val="bg1"/>
                </a:solidFill>
              </a:defRPr>
            </a:lvl1pPr>
          </a:lstStyle>
          <a:p>
            <a:fld id="{6F6F96F8-3C4A-44BA-8813-69AD9933C9F2}" type="slidenum">
              <a:rPr lang="en-AU" smtClean="0"/>
              <a:pPr/>
              <a:t>‹#›</a:t>
            </a:fld>
            <a:endParaRPr lang="en-AU"/>
          </a:p>
        </p:txBody>
      </p:sp>
      <p:sp>
        <p:nvSpPr>
          <p:cNvPr id="9" name="Parallelogram 5">
            <a:extLst>
              <a:ext uri="{FF2B5EF4-FFF2-40B4-BE49-F238E27FC236}">
                <a16:creationId xmlns:a16="http://schemas.microsoft.com/office/drawing/2014/main" id="{074BAC25-4106-EF74-B049-3A0208984BF2}"/>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Connector 9">
            <a:extLst>
              <a:ext uri="{FF2B5EF4-FFF2-40B4-BE49-F238E27FC236}">
                <a16:creationId xmlns:a16="http://schemas.microsoft.com/office/drawing/2014/main" id="{67FAA034-6E1F-19E2-D4F0-6DB7F2037A90}"/>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52330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One column content_5">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p:txBody>
          <a:bodyPr/>
          <a:lstStyle>
            <a:lvl1pPr>
              <a:defRPr>
                <a:solidFill>
                  <a:schemeClr val="bg1"/>
                </a:solidFill>
              </a:defRPr>
            </a:lvl1pPr>
          </a:lstStyle>
          <a:p>
            <a:pPr lvl="0"/>
            <a:r>
              <a:rPr lang="en-US" noProof="0"/>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F41BBA1E-D19D-444D-8A10-C058460E469D}" type="datetime1">
              <a:rPr lang="en-AU" smtClean="0"/>
              <a:pPr/>
              <a:t>27/5/2025</a:t>
            </a:fld>
            <a:endParaRPr lang="en-AU" dirty="0"/>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pic>
        <p:nvPicPr>
          <p:cNvPr id="7" name="Picture 6">
            <a:extLst>
              <a:ext uri="{FF2B5EF4-FFF2-40B4-BE49-F238E27FC236}">
                <a16:creationId xmlns:a16="http://schemas.microsoft.com/office/drawing/2014/main" id="{54EB25DE-3A94-5C1B-43AD-C39D36828D5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a:solidFill>
                  <a:schemeClr val="bg1"/>
                </a:solidFill>
              </a:defRPr>
            </a:lvl1pPr>
          </a:lstStyle>
          <a:p>
            <a:fld id="{6F6F96F8-3C4A-44BA-8813-69AD9933C9F2}" type="slidenum">
              <a:rPr lang="en-AU" smtClean="0"/>
              <a:pPr/>
              <a:t>‹#›</a:t>
            </a:fld>
            <a:endParaRPr lang="en-AU"/>
          </a:p>
        </p:txBody>
      </p:sp>
      <p:sp>
        <p:nvSpPr>
          <p:cNvPr id="9" name="Parallelogram 5">
            <a:extLst>
              <a:ext uri="{FF2B5EF4-FFF2-40B4-BE49-F238E27FC236}">
                <a16:creationId xmlns:a16="http://schemas.microsoft.com/office/drawing/2014/main" id="{074BAC25-4106-EF74-B049-3A0208984BF2}"/>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Connector 9">
            <a:extLst>
              <a:ext uri="{FF2B5EF4-FFF2-40B4-BE49-F238E27FC236}">
                <a16:creationId xmlns:a16="http://schemas.microsoft.com/office/drawing/2014/main" id="{67FAA034-6E1F-19E2-D4F0-6DB7F2037A90}"/>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1750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One column content_6">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p:txBody>
          <a:bodyPr/>
          <a:lstStyle>
            <a:lvl1pPr>
              <a:defRPr>
                <a:solidFill>
                  <a:schemeClr val="bg1"/>
                </a:solidFill>
              </a:defRPr>
            </a:lvl1pPr>
          </a:lstStyle>
          <a:p>
            <a:pPr lvl="0"/>
            <a:r>
              <a:rPr lang="en-US" noProof="0"/>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C54126BB-6A39-4234-B263-79576A7CDB49}" type="datetime1">
              <a:rPr lang="en-AU" smtClean="0"/>
              <a:pPr/>
              <a:t>27/5/2025</a:t>
            </a:fld>
            <a:endParaRPr lang="en-AU" dirty="0"/>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pic>
        <p:nvPicPr>
          <p:cNvPr id="7" name="Picture 6">
            <a:extLst>
              <a:ext uri="{FF2B5EF4-FFF2-40B4-BE49-F238E27FC236}">
                <a16:creationId xmlns:a16="http://schemas.microsoft.com/office/drawing/2014/main" id="{54EB25DE-3A94-5C1B-43AD-C39D36828D5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a:solidFill>
                  <a:schemeClr val="bg1"/>
                </a:solidFill>
              </a:defRPr>
            </a:lvl1pPr>
          </a:lstStyle>
          <a:p>
            <a:fld id="{6F6F96F8-3C4A-44BA-8813-69AD9933C9F2}" type="slidenum">
              <a:rPr lang="en-AU" smtClean="0"/>
              <a:pPr/>
              <a:t>‹#›</a:t>
            </a:fld>
            <a:endParaRPr lang="en-AU"/>
          </a:p>
        </p:txBody>
      </p:sp>
      <p:sp>
        <p:nvSpPr>
          <p:cNvPr id="9" name="Parallelogram 5">
            <a:extLst>
              <a:ext uri="{FF2B5EF4-FFF2-40B4-BE49-F238E27FC236}">
                <a16:creationId xmlns:a16="http://schemas.microsoft.com/office/drawing/2014/main" id="{074BAC25-4106-EF74-B049-3A0208984BF2}"/>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Connector 9">
            <a:extLst>
              <a:ext uri="{FF2B5EF4-FFF2-40B4-BE49-F238E27FC236}">
                <a16:creationId xmlns:a16="http://schemas.microsoft.com/office/drawing/2014/main" id="{67FAA034-6E1F-19E2-D4F0-6DB7F2037A90}"/>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058444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ne column bulle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49177" cy="538616"/>
          </a:xfrm>
        </p:spPr>
        <p:txBody>
          <a:body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49177" cy="314516"/>
          </a:xfrm>
        </p:spPr>
        <p:txBody>
          <a:bodyPr>
            <a:noAutofit/>
          </a:bodyPr>
          <a:lstStyle>
            <a:lvl1pPr marL="0" indent="0">
              <a:buNone/>
              <a:defRPr sz="2000" cap="all" baseline="0">
                <a:solidFill>
                  <a:schemeClr val="bg2"/>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p:txBody>
          <a:bodyPr/>
          <a:lstStyle>
            <a:lvl1pPr marL="285750" indent="-285750">
              <a:spcBef>
                <a:spcPts val="600"/>
              </a:spcBef>
              <a:spcAft>
                <a:spcPts val="600"/>
              </a:spcAft>
              <a:buFont typeface="Arial" panose="020B0604020202020204" pitchFamily="34" charset="0"/>
              <a:buChar char="•"/>
              <a:defRPr/>
            </a:lvl1pPr>
            <a:lvl2pPr marL="533400" indent="-261938">
              <a:spcBef>
                <a:spcPts val="600"/>
              </a:spcBef>
              <a:spcAft>
                <a:spcPts val="600"/>
              </a:spcAft>
              <a:buFont typeface="Courier New" panose="02070309020205020404" pitchFamily="49" charset="0"/>
              <a:buChar char="-"/>
              <a:defRPr sz="1800"/>
            </a:lvl2pPr>
            <a:lvl3pPr marL="804863" indent="-285750">
              <a:spcBef>
                <a:spcPts val="600"/>
              </a:spcBef>
              <a:spcAft>
                <a:spcPts val="600"/>
              </a:spcAft>
              <a:defRPr sz="1800"/>
            </a:lvl3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p>
            <a:fld id="{52CBB040-018E-42AD-A88C-CBB8700A35B1}" type="datetime1">
              <a:rPr lang="en-AU" smtClean="0"/>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p>
            <a:fld id="{6F6F96F8-3C4A-44BA-8813-69AD9933C9F2}" type="slidenum">
              <a:rPr lang="en-AU" smtClean="0"/>
              <a:t>‹#›</a:t>
            </a:fld>
            <a:endParaRPr lang="en-AU"/>
          </a:p>
        </p:txBody>
      </p:sp>
    </p:spTree>
    <p:extLst>
      <p:ext uri="{BB962C8B-B14F-4D97-AF65-F5344CB8AC3E}">
        <p14:creationId xmlns:p14="http://schemas.microsoft.com/office/powerpoint/2010/main" val="41450489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One column bullets_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49177" cy="538616"/>
          </a:xfrm>
        </p:spPr>
        <p:txBody>
          <a:body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49177" cy="314516"/>
          </a:xfrm>
        </p:spPr>
        <p:txBody>
          <a:bodyPr>
            <a:noAutofit/>
          </a:bodyPr>
          <a:lstStyle>
            <a:lvl1pPr marL="0" indent="0">
              <a:buNone/>
              <a:defRPr sz="2000" cap="all" baseline="0">
                <a:solidFill>
                  <a:schemeClr val="bg2"/>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p:txBody>
          <a:bodyPr/>
          <a:lstStyle>
            <a:lvl1pPr marL="285750" indent="-285750">
              <a:spcBef>
                <a:spcPts val="600"/>
              </a:spcBef>
              <a:spcAft>
                <a:spcPts val="600"/>
              </a:spcAft>
              <a:buFont typeface="Arial" panose="020B0604020202020204" pitchFamily="34" charset="0"/>
              <a:buChar char="•"/>
              <a:defRPr/>
            </a:lvl1pPr>
            <a:lvl2pPr marL="533400" indent="-261938">
              <a:spcBef>
                <a:spcPts val="600"/>
              </a:spcBef>
              <a:spcAft>
                <a:spcPts val="600"/>
              </a:spcAft>
              <a:buFont typeface="Courier New" panose="02070309020205020404" pitchFamily="49" charset="0"/>
              <a:buChar char="-"/>
              <a:defRPr sz="1800"/>
            </a:lvl2pPr>
            <a:lvl3pPr marL="804863" indent="-285750">
              <a:spcBef>
                <a:spcPts val="600"/>
              </a:spcBef>
              <a:spcAft>
                <a:spcPts val="600"/>
              </a:spcAft>
              <a:defRPr sz="1800"/>
            </a:lvl3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p>
            <a:fld id="{52CBB040-018E-42AD-A88C-CBB8700A35B1}" type="datetime1">
              <a:rPr lang="en-AU" smtClean="0"/>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p>
            <a:fld id="{6F6F96F8-3C4A-44BA-8813-69AD9933C9F2}" type="slidenum">
              <a:rPr lang="en-AU" smtClean="0"/>
              <a:t>‹#›</a:t>
            </a:fld>
            <a:endParaRPr lang="en-AU"/>
          </a:p>
        </p:txBody>
      </p:sp>
    </p:spTree>
    <p:extLst>
      <p:ext uri="{BB962C8B-B14F-4D97-AF65-F5344CB8AC3E}">
        <p14:creationId xmlns:p14="http://schemas.microsoft.com/office/powerpoint/2010/main" val="42128007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One column bullets_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p:txBody>
          <a:bodyPr/>
          <a:lstStyle>
            <a:lvl1pPr marL="285750" indent="-285750">
              <a:spcBef>
                <a:spcPts val="600"/>
              </a:spcBef>
              <a:spcAft>
                <a:spcPts val="600"/>
              </a:spcAft>
              <a:buFont typeface="Arial" panose="020B0604020202020204" pitchFamily="34" charset="0"/>
              <a:buChar char="•"/>
              <a:defRPr>
                <a:solidFill>
                  <a:schemeClr val="bg1"/>
                </a:solidFill>
              </a:defRPr>
            </a:lvl1pPr>
            <a:lvl2pPr marL="533400" indent="-261938">
              <a:spcBef>
                <a:spcPts val="600"/>
              </a:spcBef>
              <a:spcAft>
                <a:spcPts val="600"/>
              </a:spcAft>
              <a:buFont typeface="Courier New" panose="02070309020205020404" pitchFamily="49" charset="0"/>
              <a:buChar char="-"/>
              <a:defRPr sz="1800">
                <a:solidFill>
                  <a:schemeClr val="bg1"/>
                </a:solidFill>
              </a:defRPr>
            </a:lvl2pPr>
            <a:lvl3pPr marL="804863" indent="-285750">
              <a:spcBef>
                <a:spcPts val="600"/>
              </a:spcBef>
              <a:spcAft>
                <a:spcPts val="600"/>
              </a:spcAft>
              <a:defRPr sz="1800">
                <a:solidFill>
                  <a:schemeClr val="bg1"/>
                </a:solidFill>
              </a:defRPr>
            </a:lvl3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69F6EB90-3E04-4FA1-8E4B-ABD94C9B4A64}" type="datetime1">
              <a:rPr lang="en-AU" smtClean="0"/>
              <a:pPr/>
              <a:t>27/5/2025</a:t>
            </a:fld>
            <a:endParaRPr lang="en-AU" dirty="0"/>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pic>
        <p:nvPicPr>
          <p:cNvPr id="7" name="Picture 6">
            <a:extLst>
              <a:ext uri="{FF2B5EF4-FFF2-40B4-BE49-F238E27FC236}">
                <a16:creationId xmlns:a16="http://schemas.microsoft.com/office/drawing/2014/main" id="{A861B9DE-00EB-2B74-DFCD-83C08CFDCF9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5834"/>
            <a:ext cx="2267717" cy="899162"/>
          </a:xfrm>
          <a:prstGeom prst="rect">
            <a:avLst/>
          </a:prstGeom>
        </p:spPr>
      </p:pic>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a:solidFill>
                  <a:schemeClr val="bg1"/>
                </a:solidFill>
              </a:defRPr>
            </a:lvl1pPr>
          </a:lstStyle>
          <a:p>
            <a:fld id="{6F6F96F8-3C4A-44BA-8813-69AD9933C9F2}" type="slidenum">
              <a:rPr lang="en-AU" smtClean="0"/>
              <a:pPr/>
              <a:t>‹#›</a:t>
            </a:fld>
            <a:endParaRPr lang="en-AU"/>
          </a:p>
        </p:txBody>
      </p:sp>
      <p:sp>
        <p:nvSpPr>
          <p:cNvPr id="9" name="Parallelogram 5">
            <a:extLst>
              <a:ext uri="{FF2B5EF4-FFF2-40B4-BE49-F238E27FC236}">
                <a16:creationId xmlns:a16="http://schemas.microsoft.com/office/drawing/2014/main" id="{833F42EB-AF2E-884E-1409-E92FA29BE212}"/>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Connector 9">
            <a:extLst>
              <a:ext uri="{FF2B5EF4-FFF2-40B4-BE49-F238E27FC236}">
                <a16:creationId xmlns:a16="http://schemas.microsoft.com/office/drawing/2014/main" id="{C0784099-A981-D119-84CF-C11B843F621B}"/>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15827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One column bullets_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p:txBody>
          <a:bodyPr/>
          <a:lstStyle>
            <a:lvl1pPr marL="285750" indent="-285750">
              <a:spcBef>
                <a:spcPts val="600"/>
              </a:spcBef>
              <a:spcAft>
                <a:spcPts val="600"/>
              </a:spcAft>
              <a:buFont typeface="Arial" panose="020B0604020202020204" pitchFamily="34" charset="0"/>
              <a:buChar char="•"/>
              <a:defRPr>
                <a:solidFill>
                  <a:schemeClr val="bg1"/>
                </a:solidFill>
              </a:defRPr>
            </a:lvl1pPr>
            <a:lvl2pPr marL="533400" indent="-261938">
              <a:spcBef>
                <a:spcPts val="600"/>
              </a:spcBef>
              <a:spcAft>
                <a:spcPts val="600"/>
              </a:spcAft>
              <a:buFont typeface="Courier New" panose="02070309020205020404" pitchFamily="49" charset="0"/>
              <a:buChar char="-"/>
              <a:defRPr sz="1800">
                <a:solidFill>
                  <a:schemeClr val="bg1"/>
                </a:solidFill>
              </a:defRPr>
            </a:lvl2pPr>
            <a:lvl3pPr marL="804863" indent="-285750">
              <a:spcBef>
                <a:spcPts val="600"/>
              </a:spcBef>
              <a:spcAft>
                <a:spcPts val="600"/>
              </a:spcAft>
              <a:defRPr sz="1800">
                <a:solidFill>
                  <a:schemeClr val="bg1"/>
                </a:solidFill>
              </a:defRPr>
            </a:lvl3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6DF5B54C-3EA0-4EF4-94D1-28722274E68A}"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pic>
        <p:nvPicPr>
          <p:cNvPr id="7" name="Picture 6">
            <a:extLst>
              <a:ext uri="{FF2B5EF4-FFF2-40B4-BE49-F238E27FC236}">
                <a16:creationId xmlns:a16="http://schemas.microsoft.com/office/drawing/2014/main" id="{A861B9DE-00EB-2B74-DFCD-83C08CFDCF9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a:solidFill>
                  <a:schemeClr val="bg1"/>
                </a:solidFill>
              </a:defRPr>
            </a:lvl1pPr>
          </a:lstStyle>
          <a:p>
            <a:fld id="{6F6F96F8-3C4A-44BA-8813-69AD9933C9F2}" type="slidenum">
              <a:rPr lang="en-AU" smtClean="0"/>
              <a:pPr/>
              <a:t>‹#›</a:t>
            </a:fld>
            <a:endParaRPr lang="en-AU"/>
          </a:p>
        </p:txBody>
      </p:sp>
      <p:sp>
        <p:nvSpPr>
          <p:cNvPr id="9" name="Parallelogram 5">
            <a:extLst>
              <a:ext uri="{FF2B5EF4-FFF2-40B4-BE49-F238E27FC236}">
                <a16:creationId xmlns:a16="http://schemas.microsoft.com/office/drawing/2014/main" id="{833F42EB-AF2E-884E-1409-E92FA29BE212}"/>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Connector 9">
            <a:extLst>
              <a:ext uri="{FF2B5EF4-FFF2-40B4-BE49-F238E27FC236}">
                <a16:creationId xmlns:a16="http://schemas.microsoft.com/office/drawing/2014/main" id="{C0784099-A981-D119-84CF-C11B843F621B}"/>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50654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One column bullets_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p:txBody>
          <a:bodyPr/>
          <a:lstStyle>
            <a:lvl1pPr marL="285750" indent="-285750">
              <a:spcBef>
                <a:spcPts val="600"/>
              </a:spcBef>
              <a:spcAft>
                <a:spcPts val="600"/>
              </a:spcAft>
              <a:buFont typeface="Arial" panose="020B0604020202020204" pitchFamily="34" charset="0"/>
              <a:buChar char="•"/>
              <a:defRPr>
                <a:solidFill>
                  <a:schemeClr val="bg1"/>
                </a:solidFill>
              </a:defRPr>
            </a:lvl1pPr>
            <a:lvl2pPr marL="533400" indent="-261938">
              <a:spcBef>
                <a:spcPts val="600"/>
              </a:spcBef>
              <a:spcAft>
                <a:spcPts val="600"/>
              </a:spcAft>
              <a:buFont typeface="Courier New" panose="02070309020205020404" pitchFamily="49" charset="0"/>
              <a:buChar char="-"/>
              <a:defRPr sz="1800">
                <a:solidFill>
                  <a:schemeClr val="bg1"/>
                </a:solidFill>
              </a:defRPr>
            </a:lvl2pPr>
            <a:lvl3pPr marL="804863" indent="-285750">
              <a:spcBef>
                <a:spcPts val="600"/>
              </a:spcBef>
              <a:spcAft>
                <a:spcPts val="600"/>
              </a:spcAft>
              <a:defRPr sz="1800">
                <a:solidFill>
                  <a:schemeClr val="bg1"/>
                </a:solidFill>
              </a:defRPr>
            </a:lvl3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0319BB77-AA20-4C7D-B95C-21A753E4AB1F}"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pic>
        <p:nvPicPr>
          <p:cNvPr id="7" name="Picture 6">
            <a:extLst>
              <a:ext uri="{FF2B5EF4-FFF2-40B4-BE49-F238E27FC236}">
                <a16:creationId xmlns:a16="http://schemas.microsoft.com/office/drawing/2014/main" id="{A861B9DE-00EB-2B74-DFCD-83C08CFDCF9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a:solidFill>
                  <a:schemeClr val="bg1"/>
                </a:solidFill>
              </a:defRPr>
            </a:lvl1pPr>
          </a:lstStyle>
          <a:p>
            <a:fld id="{6F6F96F8-3C4A-44BA-8813-69AD9933C9F2}" type="slidenum">
              <a:rPr lang="en-AU" smtClean="0"/>
              <a:pPr/>
              <a:t>‹#›</a:t>
            </a:fld>
            <a:endParaRPr lang="en-AU"/>
          </a:p>
        </p:txBody>
      </p:sp>
      <p:sp>
        <p:nvSpPr>
          <p:cNvPr id="9" name="Parallelogram 5">
            <a:extLst>
              <a:ext uri="{FF2B5EF4-FFF2-40B4-BE49-F238E27FC236}">
                <a16:creationId xmlns:a16="http://schemas.microsoft.com/office/drawing/2014/main" id="{833F42EB-AF2E-884E-1409-E92FA29BE212}"/>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Connector 9">
            <a:extLst>
              <a:ext uri="{FF2B5EF4-FFF2-40B4-BE49-F238E27FC236}">
                <a16:creationId xmlns:a16="http://schemas.microsoft.com/office/drawing/2014/main" id="{C0784099-A981-D119-84CF-C11B843F621B}"/>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71966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One column bullets_5">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p:txBody>
          <a:bodyPr/>
          <a:lstStyle>
            <a:lvl1pPr marL="285750" indent="-285750">
              <a:spcBef>
                <a:spcPts val="600"/>
              </a:spcBef>
              <a:spcAft>
                <a:spcPts val="600"/>
              </a:spcAft>
              <a:buFont typeface="Arial" panose="020B0604020202020204" pitchFamily="34" charset="0"/>
              <a:buChar char="•"/>
              <a:defRPr>
                <a:solidFill>
                  <a:schemeClr val="bg1"/>
                </a:solidFill>
              </a:defRPr>
            </a:lvl1pPr>
            <a:lvl2pPr marL="533400" indent="-261938">
              <a:spcBef>
                <a:spcPts val="600"/>
              </a:spcBef>
              <a:spcAft>
                <a:spcPts val="600"/>
              </a:spcAft>
              <a:buFont typeface="Courier New" panose="02070309020205020404" pitchFamily="49" charset="0"/>
              <a:buChar char="-"/>
              <a:defRPr sz="1800">
                <a:solidFill>
                  <a:schemeClr val="bg1"/>
                </a:solidFill>
              </a:defRPr>
            </a:lvl2pPr>
            <a:lvl3pPr marL="804863" indent="-285750">
              <a:spcBef>
                <a:spcPts val="600"/>
              </a:spcBef>
              <a:spcAft>
                <a:spcPts val="600"/>
              </a:spcAft>
              <a:defRPr sz="1800">
                <a:solidFill>
                  <a:schemeClr val="bg1"/>
                </a:solidFill>
              </a:defRPr>
            </a:lvl3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099A19C1-B89F-4FB2-9EA8-17E304F1580B}"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pic>
        <p:nvPicPr>
          <p:cNvPr id="7" name="Picture 6">
            <a:extLst>
              <a:ext uri="{FF2B5EF4-FFF2-40B4-BE49-F238E27FC236}">
                <a16:creationId xmlns:a16="http://schemas.microsoft.com/office/drawing/2014/main" id="{A861B9DE-00EB-2B74-DFCD-83C08CFDCF9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a:solidFill>
                  <a:schemeClr val="bg1"/>
                </a:solidFill>
              </a:defRPr>
            </a:lvl1pPr>
          </a:lstStyle>
          <a:p>
            <a:fld id="{6F6F96F8-3C4A-44BA-8813-69AD9933C9F2}" type="slidenum">
              <a:rPr lang="en-AU" smtClean="0"/>
              <a:pPr/>
              <a:t>‹#›</a:t>
            </a:fld>
            <a:endParaRPr lang="en-AU"/>
          </a:p>
        </p:txBody>
      </p:sp>
      <p:sp>
        <p:nvSpPr>
          <p:cNvPr id="9" name="Parallelogram 5">
            <a:extLst>
              <a:ext uri="{FF2B5EF4-FFF2-40B4-BE49-F238E27FC236}">
                <a16:creationId xmlns:a16="http://schemas.microsoft.com/office/drawing/2014/main" id="{833F42EB-AF2E-884E-1409-E92FA29BE212}"/>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Connector 9">
            <a:extLst>
              <a:ext uri="{FF2B5EF4-FFF2-40B4-BE49-F238E27FC236}">
                <a16:creationId xmlns:a16="http://schemas.microsoft.com/office/drawing/2014/main" id="{C0784099-A981-D119-84CF-C11B843F621B}"/>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542709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One column bullets_6">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p:txBody>
          <a:bodyPr/>
          <a:lstStyle>
            <a:lvl1pPr marL="285750" indent="-285750">
              <a:spcBef>
                <a:spcPts val="600"/>
              </a:spcBef>
              <a:spcAft>
                <a:spcPts val="600"/>
              </a:spcAft>
              <a:buFont typeface="Arial" panose="020B0604020202020204" pitchFamily="34" charset="0"/>
              <a:buChar char="•"/>
              <a:defRPr>
                <a:solidFill>
                  <a:schemeClr val="bg1"/>
                </a:solidFill>
              </a:defRPr>
            </a:lvl1pPr>
            <a:lvl2pPr marL="533400" indent="-261938">
              <a:spcBef>
                <a:spcPts val="600"/>
              </a:spcBef>
              <a:spcAft>
                <a:spcPts val="600"/>
              </a:spcAft>
              <a:buFont typeface="Courier New" panose="02070309020205020404" pitchFamily="49" charset="0"/>
              <a:buChar char="-"/>
              <a:defRPr sz="1800">
                <a:solidFill>
                  <a:schemeClr val="bg1"/>
                </a:solidFill>
              </a:defRPr>
            </a:lvl2pPr>
            <a:lvl3pPr marL="804863" indent="-285750">
              <a:spcBef>
                <a:spcPts val="600"/>
              </a:spcBef>
              <a:spcAft>
                <a:spcPts val="600"/>
              </a:spcAft>
              <a:defRPr sz="1800">
                <a:solidFill>
                  <a:schemeClr val="bg1"/>
                </a:solidFill>
              </a:defRPr>
            </a:lvl3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CD12AFE0-22D7-40E7-B902-21D5A1A55BCC}"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pic>
        <p:nvPicPr>
          <p:cNvPr id="7" name="Picture 6">
            <a:extLst>
              <a:ext uri="{FF2B5EF4-FFF2-40B4-BE49-F238E27FC236}">
                <a16:creationId xmlns:a16="http://schemas.microsoft.com/office/drawing/2014/main" id="{A861B9DE-00EB-2B74-DFCD-83C08CFDCF9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a:solidFill>
                  <a:schemeClr val="bg1"/>
                </a:solidFill>
              </a:defRPr>
            </a:lvl1pPr>
          </a:lstStyle>
          <a:p>
            <a:fld id="{6F6F96F8-3C4A-44BA-8813-69AD9933C9F2}" type="slidenum">
              <a:rPr lang="en-AU" smtClean="0"/>
              <a:pPr/>
              <a:t>‹#›</a:t>
            </a:fld>
            <a:endParaRPr lang="en-AU"/>
          </a:p>
        </p:txBody>
      </p:sp>
      <p:sp>
        <p:nvSpPr>
          <p:cNvPr id="9" name="Parallelogram 5">
            <a:extLst>
              <a:ext uri="{FF2B5EF4-FFF2-40B4-BE49-F238E27FC236}">
                <a16:creationId xmlns:a16="http://schemas.microsoft.com/office/drawing/2014/main" id="{833F42EB-AF2E-884E-1409-E92FA29BE212}"/>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Connector 9">
            <a:extLst>
              <a:ext uri="{FF2B5EF4-FFF2-40B4-BE49-F238E27FC236}">
                <a16:creationId xmlns:a16="http://schemas.microsoft.com/office/drawing/2014/main" id="{C0784099-A981-D119-84CF-C11B843F621B}"/>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400019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column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420" y="245155"/>
            <a:ext cx="8921510" cy="538616"/>
          </a:xfrm>
        </p:spPr>
        <p:txBody>
          <a:body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888" y="741399"/>
            <a:ext cx="8920572" cy="314516"/>
          </a:xfrm>
        </p:spPr>
        <p:txBody>
          <a:bodyPr>
            <a:noAutofit/>
          </a:bodyPr>
          <a:lstStyle>
            <a:lvl1pPr marL="0" indent="0">
              <a:buNone/>
              <a:defRPr sz="2000" cap="all" baseline="0">
                <a:solidFill>
                  <a:schemeClr val="bg2"/>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a:xfrm>
            <a:off x="623888" y="1536772"/>
            <a:ext cx="5400000" cy="4640191"/>
          </a:xfrm>
        </p:spPr>
        <p:txBody>
          <a:bodyPr numCol="1" spcCol="0"/>
          <a:lstStyle>
            <a:lvl1pPr>
              <a:defRPr/>
            </a:lvl1pPr>
          </a:lstStyle>
          <a:p>
            <a:pPr lvl="0"/>
            <a:r>
              <a:rPr lang="en-US" noProof="0"/>
              <a:t>Click to edit Master text styles</a:t>
            </a:r>
          </a:p>
        </p:txBody>
      </p:sp>
      <p:sp>
        <p:nvSpPr>
          <p:cNvPr id="7" name="Content Placeholder 2">
            <a:extLst>
              <a:ext uri="{FF2B5EF4-FFF2-40B4-BE49-F238E27FC236}">
                <a16:creationId xmlns:a16="http://schemas.microsoft.com/office/drawing/2014/main" id="{2E198D5F-2353-8F82-1A7C-184ADFC68D14}"/>
              </a:ext>
            </a:extLst>
          </p:cNvPr>
          <p:cNvSpPr>
            <a:spLocks noGrp="1"/>
          </p:cNvSpPr>
          <p:nvPr>
            <p:ph idx="14"/>
          </p:nvPr>
        </p:nvSpPr>
        <p:spPr>
          <a:xfrm>
            <a:off x="6264388" y="1536771"/>
            <a:ext cx="5400000" cy="4640191"/>
          </a:xfrm>
        </p:spPr>
        <p:txBody>
          <a:bodyPr numCol="1" spcCol="0"/>
          <a:lstStyle>
            <a:lvl1pPr>
              <a:defRPr/>
            </a:lvl1pPr>
          </a:lstStyle>
          <a:p>
            <a:pPr lvl="0"/>
            <a:r>
              <a:rPr lang="en-US" noProof="0"/>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p>
            <a:fld id="{3392925F-8D67-4B3F-B3F8-B3B03D51667B}" type="datetime1">
              <a:rPr lang="en-AU" smtClean="0"/>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p>
            <a:fld id="{6F6F96F8-3C4A-44BA-8813-69AD9933C9F2}" type="slidenum">
              <a:rPr lang="en-AU" smtClean="0"/>
              <a:t>‹#›</a:t>
            </a:fld>
            <a:endParaRPr lang="en-AU"/>
          </a:p>
        </p:txBody>
      </p:sp>
    </p:spTree>
    <p:extLst>
      <p:ext uri="{BB962C8B-B14F-4D97-AF65-F5344CB8AC3E}">
        <p14:creationId xmlns:p14="http://schemas.microsoft.com/office/powerpoint/2010/main" val="200922874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Two column content_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420" y="245155"/>
            <a:ext cx="8921510" cy="538616"/>
          </a:xfrm>
        </p:spPr>
        <p:txBody>
          <a:body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888" y="741399"/>
            <a:ext cx="8920572" cy="314516"/>
          </a:xfrm>
        </p:spPr>
        <p:txBody>
          <a:bodyPr>
            <a:noAutofit/>
          </a:bodyPr>
          <a:lstStyle>
            <a:lvl1pPr marL="0" indent="0">
              <a:buNone/>
              <a:defRPr sz="2000" cap="all" baseline="0">
                <a:solidFill>
                  <a:schemeClr val="bg2"/>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a:xfrm>
            <a:off x="623888" y="1536772"/>
            <a:ext cx="5400000" cy="4640191"/>
          </a:xfrm>
        </p:spPr>
        <p:txBody>
          <a:bodyPr numCol="1" spcCol="0"/>
          <a:lstStyle>
            <a:lvl1pPr>
              <a:defRPr/>
            </a:lvl1pPr>
          </a:lstStyle>
          <a:p>
            <a:pPr lvl="0"/>
            <a:r>
              <a:rPr lang="en-US" noProof="0"/>
              <a:t>Click to edit Master text styles</a:t>
            </a:r>
          </a:p>
        </p:txBody>
      </p:sp>
      <p:sp>
        <p:nvSpPr>
          <p:cNvPr id="7" name="Content Placeholder 2">
            <a:extLst>
              <a:ext uri="{FF2B5EF4-FFF2-40B4-BE49-F238E27FC236}">
                <a16:creationId xmlns:a16="http://schemas.microsoft.com/office/drawing/2014/main" id="{2E198D5F-2353-8F82-1A7C-184ADFC68D14}"/>
              </a:ext>
            </a:extLst>
          </p:cNvPr>
          <p:cNvSpPr>
            <a:spLocks noGrp="1"/>
          </p:cNvSpPr>
          <p:nvPr>
            <p:ph idx="14"/>
          </p:nvPr>
        </p:nvSpPr>
        <p:spPr>
          <a:xfrm>
            <a:off x="6264388" y="1536771"/>
            <a:ext cx="5400000" cy="4640191"/>
          </a:xfrm>
        </p:spPr>
        <p:txBody>
          <a:bodyPr numCol="1" spcCol="0"/>
          <a:lstStyle>
            <a:lvl1pPr>
              <a:defRPr/>
            </a:lvl1pPr>
          </a:lstStyle>
          <a:p>
            <a:pPr lvl="0"/>
            <a:r>
              <a:rPr lang="en-US" noProof="0"/>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p>
            <a:fld id="{3392925F-8D67-4B3F-B3F8-B3B03D51667B}" type="datetime1">
              <a:rPr lang="en-AU" smtClean="0"/>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p>
            <a:fld id="{6F6F96F8-3C4A-44BA-8813-69AD9933C9F2}" type="slidenum">
              <a:rPr lang="en-AU" smtClean="0"/>
              <a:t>‹#›</a:t>
            </a:fld>
            <a:endParaRPr lang="en-AU"/>
          </a:p>
        </p:txBody>
      </p:sp>
    </p:spTree>
    <p:extLst>
      <p:ext uri="{BB962C8B-B14F-4D97-AF65-F5344CB8AC3E}">
        <p14:creationId xmlns:p14="http://schemas.microsoft.com/office/powerpoint/2010/main" val="73400981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wo column content_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8A0278DC-7CD8-4282-9C25-9DAFB8D0C73C}"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sp>
        <p:nvSpPr>
          <p:cNvPr id="11" name="Content Placeholder 2">
            <a:extLst>
              <a:ext uri="{FF2B5EF4-FFF2-40B4-BE49-F238E27FC236}">
                <a16:creationId xmlns:a16="http://schemas.microsoft.com/office/drawing/2014/main" id="{2E5E1D35-C7B4-C428-3B31-EE74D666CEE9}"/>
              </a:ext>
            </a:extLst>
          </p:cNvPr>
          <p:cNvSpPr>
            <a:spLocks noGrp="1"/>
          </p:cNvSpPr>
          <p:nvPr>
            <p:ph idx="1"/>
          </p:nvPr>
        </p:nvSpPr>
        <p:spPr>
          <a:xfrm>
            <a:off x="623419" y="1536772"/>
            <a:ext cx="5418838" cy="4640191"/>
          </a:xfrm>
        </p:spPr>
        <p:txBody>
          <a:bodyPr numCol="1" spcCol="0"/>
          <a:lstStyle>
            <a:lvl1pPr>
              <a:defRPr>
                <a:solidFill>
                  <a:schemeClr val="bg1"/>
                </a:solidFill>
              </a:defRPr>
            </a:lvl1pPr>
          </a:lstStyle>
          <a:p>
            <a:pPr lvl="0"/>
            <a:r>
              <a:rPr lang="en-US" noProof="0"/>
              <a:t>Click to edit Master text styles</a:t>
            </a:r>
          </a:p>
        </p:txBody>
      </p:sp>
      <p:sp>
        <p:nvSpPr>
          <p:cNvPr id="12" name="Content Placeholder 2">
            <a:extLst>
              <a:ext uri="{FF2B5EF4-FFF2-40B4-BE49-F238E27FC236}">
                <a16:creationId xmlns:a16="http://schemas.microsoft.com/office/drawing/2014/main" id="{FEDB7845-855C-F9EA-62B3-98DC91CE81BF}"/>
              </a:ext>
            </a:extLst>
          </p:cNvPr>
          <p:cNvSpPr>
            <a:spLocks noGrp="1"/>
          </p:cNvSpPr>
          <p:nvPr>
            <p:ph idx="14"/>
          </p:nvPr>
        </p:nvSpPr>
        <p:spPr>
          <a:xfrm>
            <a:off x="6264388" y="1536771"/>
            <a:ext cx="5400000" cy="4640191"/>
          </a:xfrm>
        </p:spPr>
        <p:txBody>
          <a:bodyPr numCol="1" spcCol="0"/>
          <a:lstStyle>
            <a:lvl1pPr>
              <a:defRPr>
                <a:solidFill>
                  <a:schemeClr val="bg1"/>
                </a:solidFill>
              </a:defRPr>
            </a:lvl1pPr>
          </a:lstStyle>
          <a:p>
            <a:pPr lvl="0"/>
            <a:r>
              <a:rPr lang="en-US" noProof="0"/>
              <a:t>Click to edit Master text styles</a:t>
            </a:r>
          </a:p>
        </p:txBody>
      </p:sp>
      <p:pic>
        <p:nvPicPr>
          <p:cNvPr id="7" name="Picture 6" descr="Macquarie University logo">
            <a:extLst>
              <a:ext uri="{FF2B5EF4-FFF2-40B4-BE49-F238E27FC236}">
                <a16:creationId xmlns:a16="http://schemas.microsoft.com/office/drawing/2014/main" id="{54EB25DE-3A94-5C1B-43AD-C39D36828D5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5834"/>
            <a:ext cx="2267717" cy="899162"/>
          </a:xfrm>
          <a:prstGeom prst="rect">
            <a:avLst/>
          </a:prstGeom>
        </p:spPr>
      </p:pic>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a:solidFill>
                  <a:schemeClr val="bg1"/>
                </a:solidFill>
              </a:defRPr>
            </a:lvl1pPr>
          </a:lstStyle>
          <a:p>
            <a:fld id="{6F6F96F8-3C4A-44BA-8813-69AD9933C9F2}" type="slidenum">
              <a:rPr lang="en-AU" smtClean="0"/>
              <a:pPr/>
              <a:t>‹#›</a:t>
            </a:fld>
            <a:endParaRPr lang="en-AU"/>
          </a:p>
        </p:txBody>
      </p:sp>
      <p:sp>
        <p:nvSpPr>
          <p:cNvPr id="9" name="Parallelogram 5">
            <a:extLst>
              <a:ext uri="{FF2B5EF4-FFF2-40B4-BE49-F238E27FC236}">
                <a16:creationId xmlns:a16="http://schemas.microsoft.com/office/drawing/2014/main" id="{074BAC25-4106-EF74-B049-3A0208984BF2}"/>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Connector 9">
            <a:extLst>
              <a:ext uri="{FF2B5EF4-FFF2-40B4-BE49-F238E27FC236}">
                <a16:creationId xmlns:a16="http://schemas.microsoft.com/office/drawing/2014/main" id="{67FAA034-6E1F-19E2-D4F0-6DB7F2037A90}"/>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727122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wo column content_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11" name="Content Placeholder 2">
            <a:extLst>
              <a:ext uri="{FF2B5EF4-FFF2-40B4-BE49-F238E27FC236}">
                <a16:creationId xmlns:a16="http://schemas.microsoft.com/office/drawing/2014/main" id="{4159EA08-664E-1799-BD61-535D45495DB6}"/>
              </a:ext>
            </a:extLst>
          </p:cNvPr>
          <p:cNvSpPr>
            <a:spLocks noGrp="1"/>
          </p:cNvSpPr>
          <p:nvPr>
            <p:ph idx="1"/>
          </p:nvPr>
        </p:nvSpPr>
        <p:spPr>
          <a:xfrm>
            <a:off x="623887" y="1536772"/>
            <a:ext cx="5418369" cy="4640191"/>
          </a:xfrm>
        </p:spPr>
        <p:txBody>
          <a:bodyPr numCol="1" spcCol="0"/>
          <a:lstStyle>
            <a:lvl1pPr>
              <a:defRPr>
                <a:solidFill>
                  <a:schemeClr val="bg1"/>
                </a:solidFill>
              </a:defRPr>
            </a:lvl1pPr>
          </a:lstStyle>
          <a:p>
            <a:pPr lvl="0"/>
            <a:r>
              <a:rPr lang="en-US" noProof="0"/>
              <a:t>Click to edit Master text styles</a:t>
            </a:r>
          </a:p>
        </p:txBody>
      </p:sp>
      <p:sp>
        <p:nvSpPr>
          <p:cNvPr id="12" name="Content Placeholder 2">
            <a:extLst>
              <a:ext uri="{FF2B5EF4-FFF2-40B4-BE49-F238E27FC236}">
                <a16:creationId xmlns:a16="http://schemas.microsoft.com/office/drawing/2014/main" id="{5D989424-02DC-36D9-E30B-4A39560A401A}"/>
              </a:ext>
            </a:extLst>
          </p:cNvPr>
          <p:cNvSpPr>
            <a:spLocks noGrp="1"/>
          </p:cNvSpPr>
          <p:nvPr>
            <p:ph idx="14"/>
          </p:nvPr>
        </p:nvSpPr>
        <p:spPr>
          <a:xfrm>
            <a:off x="6264388" y="1536771"/>
            <a:ext cx="5400000" cy="4640191"/>
          </a:xfrm>
        </p:spPr>
        <p:txBody>
          <a:bodyPr numCol="1" spcCol="0"/>
          <a:lstStyle>
            <a:lvl1pPr>
              <a:defRPr>
                <a:solidFill>
                  <a:schemeClr val="bg1"/>
                </a:solidFill>
              </a:defRPr>
            </a:lvl1pPr>
          </a:lstStyle>
          <a:p>
            <a:pPr lvl="0"/>
            <a:r>
              <a:rPr lang="en-US" noProof="0"/>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F4BFC16B-4E91-4459-BE5C-E4095F89C477}" type="datetime1">
              <a:rPr lang="en-AU" smtClean="0"/>
              <a:pPr/>
              <a:t>27/5/2025</a:t>
            </a:fld>
            <a:endParaRPr lang="en-AU" dirty="0"/>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pic>
        <p:nvPicPr>
          <p:cNvPr id="7" name="Picture 6">
            <a:extLst>
              <a:ext uri="{FF2B5EF4-FFF2-40B4-BE49-F238E27FC236}">
                <a16:creationId xmlns:a16="http://schemas.microsoft.com/office/drawing/2014/main" id="{54EB25DE-3A94-5C1B-43AD-C39D36828D5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a:solidFill>
                  <a:schemeClr val="bg1"/>
                </a:solidFill>
              </a:defRPr>
            </a:lvl1pPr>
          </a:lstStyle>
          <a:p>
            <a:fld id="{6F6F96F8-3C4A-44BA-8813-69AD9933C9F2}" type="slidenum">
              <a:rPr lang="en-AU" smtClean="0"/>
              <a:pPr/>
              <a:t>‹#›</a:t>
            </a:fld>
            <a:endParaRPr lang="en-AU"/>
          </a:p>
        </p:txBody>
      </p:sp>
      <p:sp>
        <p:nvSpPr>
          <p:cNvPr id="9" name="Parallelogram 5">
            <a:extLst>
              <a:ext uri="{FF2B5EF4-FFF2-40B4-BE49-F238E27FC236}">
                <a16:creationId xmlns:a16="http://schemas.microsoft.com/office/drawing/2014/main" id="{074BAC25-4106-EF74-B049-3A0208984BF2}"/>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Connector 9">
            <a:extLst>
              <a:ext uri="{FF2B5EF4-FFF2-40B4-BE49-F238E27FC236}">
                <a16:creationId xmlns:a16="http://schemas.microsoft.com/office/drawing/2014/main" id="{67FAA034-6E1F-19E2-D4F0-6DB7F2037A90}"/>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00104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wo column content_4">
    <p:bg>
      <p:bgPr>
        <a:solidFill>
          <a:schemeClr val="accent3"/>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AE7664C-5779-3E1F-F4D6-844A64572BE8}"/>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13" name="Text Placeholder 7">
            <a:extLst>
              <a:ext uri="{FF2B5EF4-FFF2-40B4-BE49-F238E27FC236}">
                <a16:creationId xmlns:a16="http://schemas.microsoft.com/office/drawing/2014/main" id="{FD32799B-1953-A47A-9BA9-6D1C3A187811}"/>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14" name="Content Placeholder 2">
            <a:extLst>
              <a:ext uri="{FF2B5EF4-FFF2-40B4-BE49-F238E27FC236}">
                <a16:creationId xmlns:a16="http://schemas.microsoft.com/office/drawing/2014/main" id="{C9B4A525-0C60-15A1-97DA-073C9CCC7019}"/>
              </a:ext>
            </a:extLst>
          </p:cNvPr>
          <p:cNvSpPr>
            <a:spLocks noGrp="1"/>
          </p:cNvSpPr>
          <p:nvPr>
            <p:ph idx="1"/>
          </p:nvPr>
        </p:nvSpPr>
        <p:spPr>
          <a:xfrm>
            <a:off x="623419" y="1536772"/>
            <a:ext cx="5400000" cy="4640191"/>
          </a:xfrm>
        </p:spPr>
        <p:txBody>
          <a:bodyPr numCol="1" spcCol="0"/>
          <a:lstStyle>
            <a:lvl1pPr>
              <a:defRPr>
                <a:solidFill>
                  <a:schemeClr val="bg1"/>
                </a:solidFill>
              </a:defRPr>
            </a:lvl1pPr>
          </a:lstStyle>
          <a:p>
            <a:pPr lvl="0"/>
            <a:r>
              <a:rPr lang="en-US" noProof="0"/>
              <a:t>Click to edit Master text styles</a:t>
            </a:r>
          </a:p>
        </p:txBody>
      </p:sp>
      <p:sp>
        <p:nvSpPr>
          <p:cNvPr id="15" name="Content Placeholder 2">
            <a:extLst>
              <a:ext uri="{FF2B5EF4-FFF2-40B4-BE49-F238E27FC236}">
                <a16:creationId xmlns:a16="http://schemas.microsoft.com/office/drawing/2014/main" id="{21469D60-470E-F8B4-9391-9D65BE9BE584}"/>
              </a:ext>
            </a:extLst>
          </p:cNvPr>
          <p:cNvSpPr>
            <a:spLocks noGrp="1"/>
          </p:cNvSpPr>
          <p:nvPr>
            <p:ph idx="14"/>
          </p:nvPr>
        </p:nvSpPr>
        <p:spPr>
          <a:xfrm>
            <a:off x="6264388" y="1536771"/>
            <a:ext cx="5400000" cy="4640191"/>
          </a:xfrm>
        </p:spPr>
        <p:txBody>
          <a:bodyPr numCol="1" spcCol="0"/>
          <a:lstStyle>
            <a:lvl1pPr>
              <a:defRPr>
                <a:solidFill>
                  <a:schemeClr val="bg1"/>
                </a:solidFill>
              </a:defRPr>
            </a:lvl1pPr>
          </a:lstStyle>
          <a:p>
            <a:pPr lvl="0"/>
            <a:r>
              <a:rPr lang="en-US" noProof="0"/>
              <a:t>Click to edit Master text styles</a:t>
            </a:r>
          </a:p>
        </p:txBody>
      </p:sp>
      <p:sp>
        <p:nvSpPr>
          <p:cNvPr id="16" name="Date Placeholder 3">
            <a:extLst>
              <a:ext uri="{FF2B5EF4-FFF2-40B4-BE49-F238E27FC236}">
                <a16:creationId xmlns:a16="http://schemas.microsoft.com/office/drawing/2014/main" id="{62FEC5C9-EEC9-BF33-6969-C4B0460488EF}"/>
              </a:ext>
              <a:ext uri="{C183D7F6-B498-43B3-948B-1728B52AA6E4}">
                <adec:decorative xmlns:adec="http://schemas.microsoft.com/office/drawing/2017/decorative" val="1"/>
              </a:ext>
            </a:extLst>
          </p:cNvPr>
          <p:cNvSpPr>
            <a:spLocks noGrp="1"/>
          </p:cNvSpPr>
          <p:nvPr>
            <p:ph type="dt" sz="half" idx="10"/>
          </p:nvPr>
        </p:nvSpPr>
        <p:spPr>
          <a:xfrm>
            <a:off x="528299" y="6356350"/>
            <a:ext cx="2743200" cy="365125"/>
          </a:xfrm>
        </p:spPr>
        <p:txBody>
          <a:bodyPr/>
          <a:lstStyle>
            <a:lvl1pPr>
              <a:defRPr>
                <a:solidFill>
                  <a:schemeClr val="bg1"/>
                </a:solidFill>
              </a:defRPr>
            </a:lvl1pPr>
          </a:lstStyle>
          <a:p>
            <a:fld id="{F4BFC16B-4E91-4459-BE5C-E4095F89C477}" type="datetime1">
              <a:rPr lang="en-AU" smtClean="0"/>
              <a:pPr/>
              <a:t>27/5/2025</a:t>
            </a:fld>
            <a:endParaRPr lang="en-AU" dirty="0"/>
          </a:p>
        </p:txBody>
      </p:sp>
      <p:sp>
        <p:nvSpPr>
          <p:cNvPr id="17" name="Footer Placeholder 4">
            <a:extLst>
              <a:ext uri="{FF2B5EF4-FFF2-40B4-BE49-F238E27FC236}">
                <a16:creationId xmlns:a16="http://schemas.microsoft.com/office/drawing/2014/main" id="{91FA8702-AD60-AC4D-8A41-F073610CE16E}"/>
              </a:ext>
              <a:ext uri="{C183D7F6-B498-43B3-948B-1728B52AA6E4}">
                <adec:decorative xmlns:adec="http://schemas.microsoft.com/office/drawing/2017/decorative" val="1"/>
              </a:ext>
            </a:extLst>
          </p:cNvPr>
          <p:cNvSpPr>
            <a:spLocks noGrp="1"/>
          </p:cNvSpPr>
          <p:nvPr>
            <p:ph type="ftr" sz="quarter" idx="11"/>
          </p:nvPr>
        </p:nvSpPr>
        <p:spPr>
          <a:xfrm>
            <a:off x="4038600" y="6368504"/>
            <a:ext cx="4114800" cy="365125"/>
          </a:xfrm>
        </p:spPr>
        <p:txBody>
          <a:bodyPr/>
          <a:lstStyle>
            <a:lvl1pPr>
              <a:defRPr>
                <a:solidFill>
                  <a:schemeClr val="bg1"/>
                </a:solidFill>
              </a:defRPr>
            </a:lvl1pPr>
          </a:lstStyle>
          <a:p>
            <a:endParaRPr lang="en-AU"/>
          </a:p>
        </p:txBody>
      </p:sp>
      <p:pic>
        <p:nvPicPr>
          <p:cNvPr id="18" name="Picture 17">
            <a:extLst>
              <a:ext uri="{FF2B5EF4-FFF2-40B4-BE49-F238E27FC236}">
                <a16:creationId xmlns:a16="http://schemas.microsoft.com/office/drawing/2014/main" id="{0B5C316F-5F5F-A8AF-FFC7-D1E2A23D0843}"/>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19" name="Slide Number Placeholder 5">
            <a:extLst>
              <a:ext uri="{FF2B5EF4-FFF2-40B4-BE49-F238E27FC236}">
                <a16:creationId xmlns:a16="http://schemas.microsoft.com/office/drawing/2014/main" id="{8A73C674-C95A-486C-E3A5-21B701D857A3}"/>
              </a:ext>
            </a:extLst>
          </p:cNvPr>
          <p:cNvSpPr>
            <a:spLocks noGrp="1"/>
          </p:cNvSpPr>
          <p:nvPr>
            <p:ph type="sldNum" sz="quarter" idx="12"/>
          </p:nvPr>
        </p:nvSpPr>
        <p:spPr>
          <a:xfrm>
            <a:off x="8920501" y="6356350"/>
            <a:ext cx="2743200" cy="365125"/>
          </a:xfrm>
        </p:spPr>
        <p:txBody>
          <a:bodyPr rIns="0"/>
          <a:lstStyle>
            <a:lvl1pPr>
              <a:defRPr>
                <a:solidFill>
                  <a:schemeClr val="bg1"/>
                </a:solidFill>
              </a:defRPr>
            </a:lvl1pPr>
          </a:lstStyle>
          <a:p>
            <a:fld id="{6F6F96F8-3C4A-44BA-8813-69AD9933C9F2}" type="slidenum">
              <a:rPr lang="en-AU" smtClean="0"/>
              <a:pPr/>
              <a:t>‹#›</a:t>
            </a:fld>
            <a:endParaRPr lang="en-AU"/>
          </a:p>
        </p:txBody>
      </p:sp>
      <p:sp>
        <p:nvSpPr>
          <p:cNvPr id="20" name="Parallelogram 5">
            <a:extLst>
              <a:ext uri="{FF2B5EF4-FFF2-40B4-BE49-F238E27FC236}">
                <a16:creationId xmlns:a16="http://schemas.microsoft.com/office/drawing/2014/main" id="{B5CB9F99-0B34-954B-C9AB-C425CC258D0D}"/>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1" name="Straight Connector 20">
            <a:extLst>
              <a:ext uri="{FF2B5EF4-FFF2-40B4-BE49-F238E27FC236}">
                <a16:creationId xmlns:a16="http://schemas.microsoft.com/office/drawing/2014/main" id="{7E4B093C-5946-CDA3-8575-2E61F52EF842}"/>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642702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wo column content_5">
    <p:bg>
      <p:bgPr>
        <a:solidFill>
          <a:schemeClr val="accent5"/>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8F0E32C-D968-3ABF-1F2D-4292E6C287BA}"/>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13" name="Text Placeholder 7">
            <a:extLst>
              <a:ext uri="{FF2B5EF4-FFF2-40B4-BE49-F238E27FC236}">
                <a16:creationId xmlns:a16="http://schemas.microsoft.com/office/drawing/2014/main" id="{E842825D-89E4-6CFC-1DBF-028A6BA37B12}"/>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14" name="Content Placeholder 2">
            <a:extLst>
              <a:ext uri="{FF2B5EF4-FFF2-40B4-BE49-F238E27FC236}">
                <a16:creationId xmlns:a16="http://schemas.microsoft.com/office/drawing/2014/main" id="{D59AC769-9C6E-74E7-9201-A879B5DF91CA}"/>
              </a:ext>
            </a:extLst>
          </p:cNvPr>
          <p:cNvSpPr>
            <a:spLocks noGrp="1"/>
          </p:cNvSpPr>
          <p:nvPr>
            <p:ph idx="1"/>
          </p:nvPr>
        </p:nvSpPr>
        <p:spPr>
          <a:xfrm>
            <a:off x="623419" y="1536772"/>
            <a:ext cx="5400000" cy="4640191"/>
          </a:xfrm>
        </p:spPr>
        <p:txBody>
          <a:bodyPr numCol="1" spcCol="0"/>
          <a:lstStyle>
            <a:lvl1pPr>
              <a:defRPr>
                <a:solidFill>
                  <a:schemeClr val="bg1"/>
                </a:solidFill>
              </a:defRPr>
            </a:lvl1pPr>
          </a:lstStyle>
          <a:p>
            <a:pPr lvl="0"/>
            <a:r>
              <a:rPr lang="en-US" noProof="0"/>
              <a:t>Click to edit Master text styles</a:t>
            </a:r>
          </a:p>
        </p:txBody>
      </p:sp>
      <p:sp>
        <p:nvSpPr>
          <p:cNvPr id="15" name="Content Placeholder 2">
            <a:extLst>
              <a:ext uri="{FF2B5EF4-FFF2-40B4-BE49-F238E27FC236}">
                <a16:creationId xmlns:a16="http://schemas.microsoft.com/office/drawing/2014/main" id="{FD2A374A-A0EB-B045-E264-F86F631A4BF2}"/>
              </a:ext>
            </a:extLst>
          </p:cNvPr>
          <p:cNvSpPr>
            <a:spLocks noGrp="1"/>
          </p:cNvSpPr>
          <p:nvPr>
            <p:ph idx="14"/>
          </p:nvPr>
        </p:nvSpPr>
        <p:spPr>
          <a:xfrm>
            <a:off x="6264388" y="1536771"/>
            <a:ext cx="5400000" cy="4640191"/>
          </a:xfrm>
        </p:spPr>
        <p:txBody>
          <a:bodyPr numCol="1" spcCol="0"/>
          <a:lstStyle>
            <a:lvl1pPr>
              <a:defRPr>
                <a:solidFill>
                  <a:schemeClr val="bg1"/>
                </a:solidFill>
              </a:defRPr>
            </a:lvl1pPr>
          </a:lstStyle>
          <a:p>
            <a:pPr lvl="0"/>
            <a:r>
              <a:rPr lang="en-US" noProof="0"/>
              <a:t>Click to edit Master text styles</a:t>
            </a:r>
          </a:p>
        </p:txBody>
      </p:sp>
      <p:sp>
        <p:nvSpPr>
          <p:cNvPr id="16" name="Date Placeholder 3">
            <a:extLst>
              <a:ext uri="{FF2B5EF4-FFF2-40B4-BE49-F238E27FC236}">
                <a16:creationId xmlns:a16="http://schemas.microsoft.com/office/drawing/2014/main" id="{3FCB9D98-EE90-5A15-90BC-715FD48026F7}"/>
              </a:ext>
              <a:ext uri="{C183D7F6-B498-43B3-948B-1728B52AA6E4}">
                <adec:decorative xmlns:adec="http://schemas.microsoft.com/office/drawing/2017/decorative" val="1"/>
              </a:ext>
            </a:extLst>
          </p:cNvPr>
          <p:cNvSpPr>
            <a:spLocks noGrp="1"/>
          </p:cNvSpPr>
          <p:nvPr>
            <p:ph type="dt" sz="half" idx="10"/>
          </p:nvPr>
        </p:nvSpPr>
        <p:spPr>
          <a:xfrm>
            <a:off x="528299" y="6356350"/>
            <a:ext cx="2743200" cy="365125"/>
          </a:xfrm>
        </p:spPr>
        <p:txBody>
          <a:bodyPr/>
          <a:lstStyle>
            <a:lvl1pPr>
              <a:defRPr>
                <a:solidFill>
                  <a:schemeClr val="bg1"/>
                </a:solidFill>
              </a:defRPr>
            </a:lvl1pPr>
          </a:lstStyle>
          <a:p>
            <a:fld id="{F4BFC16B-4E91-4459-BE5C-E4095F89C477}" type="datetime1">
              <a:rPr lang="en-AU" smtClean="0"/>
              <a:pPr/>
              <a:t>27/5/2025</a:t>
            </a:fld>
            <a:endParaRPr lang="en-AU"/>
          </a:p>
        </p:txBody>
      </p:sp>
      <p:sp>
        <p:nvSpPr>
          <p:cNvPr id="17" name="Footer Placeholder 4">
            <a:extLst>
              <a:ext uri="{FF2B5EF4-FFF2-40B4-BE49-F238E27FC236}">
                <a16:creationId xmlns:a16="http://schemas.microsoft.com/office/drawing/2014/main" id="{09A1F435-E8D5-5A38-42C5-20C32F7C619A}"/>
              </a:ext>
              <a:ext uri="{C183D7F6-B498-43B3-948B-1728B52AA6E4}">
                <adec:decorative xmlns:adec="http://schemas.microsoft.com/office/drawing/2017/decorative" val="1"/>
              </a:ext>
            </a:extLst>
          </p:cNvPr>
          <p:cNvSpPr>
            <a:spLocks noGrp="1"/>
          </p:cNvSpPr>
          <p:nvPr>
            <p:ph type="ftr" sz="quarter" idx="11"/>
          </p:nvPr>
        </p:nvSpPr>
        <p:spPr>
          <a:xfrm>
            <a:off x="4038600" y="6368504"/>
            <a:ext cx="4114800" cy="365125"/>
          </a:xfrm>
        </p:spPr>
        <p:txBody>
          <a:bodyPr/>
          <a:lstStyle>
            <a:lvl1pPr>
              <a:defRPr>
                <a:solidFill>
                  <a:schemeClr val="bg1"/>
                </a:solidFill>
              </a:defRPr>
            </a:lvl1pPr>
          </a:lstStyle>
          <a:p>
            <a:endParaRPr lang="en-AU"/>
          </a:p>
        </p:txBody>
      </p:sp>
      <p:pic>
        <p:nvPicPr>
          <p:cNvPr id="18" name="Picture 17">
            <a:extLst>
              <a:ext uri="{FF2B5EF4-FFF2-40B4-BE49-F238E27FC236}">
                <a16:creationId xmlns:a16="http://schemas.microsoft.com/office/drawing/2014/main" id="{1B0181B7-6D68-DE66-E35F-D676E96AC0B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19" name="Slide Number Placeholder 5">
            <a:extLst>
              <a:ext uri="{FF2B5EF4-FFF2-40B4-BE49-F238E27FC236}">
                <a16:creationId xmlns:a16="http://schemas.microsoft.com/office/drawing/2014/main" id="{96965BE5-1757-CF18-464A-440C9A8022B5}"/>
              </a:ext>
            </a:extLst>
          </p:cNvPr>
          <p:cNvSpPr>
            <a:spLocks noGrp="1"/>
          </p:cNvSpPr>
          <p:nvPr>
            <p:ph type="sldNum" sz="quarter" idx="12"/>
          </p:nvPr>
        </p:nvSpPr>
        <p:spPr>
          <a:xfrm>
            <a:off x="8920501" y="6356350"/>
            <a:ext cx="2743200" cy="365125"/>
          </a:xfrm>
        </p:spPr>
        <p:txBody>
          <a:bodyPr rIns="0"/>
          <a:lstStyle>
            <a:lvl1pPr>
              <a:defRPr>
                <a:solidFill>
                  <a:schemeClr val="bg1"/>
                </a:solidFill>
              </a:defRPr>
            </a:lvl1pPr>
          </a:lstStyle>
          <a:p>
            <a:fld id="{6F6F96F8-3C4A-44BA-8813-69AD9933C9F2}" type="slidenum">
              <a:rPr lang="en-AU" smtClean="0"/>
              <a:pPr/>
              <a:t>‹#›</a:t>
            </a:fld>
            <a:endParaRPr lang="en-AU"/>
          </a:p>
        </p:txBody>
      </p:sp>
      <p:sp>
        <p:nvSpPr>
          <p:cNvPr id="20" name="Parallelogram 5">
            <a:extLst>
              <a:ext uri="{FF2B5EF4-FFF2-40B4-BE49-F238E27FC236}">
                <a16:creationId xmlns:a16="http://schemas.microsoft.com/office/drawing/2014/main" id="{70F3FCAD-9D63-C229-8F8F-A0A067D05768}"/>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1" name="Straight Connector 20">
            <a:extLst>
              <a:ext uri="{FF2B5EF4-FFF2-40B4-BE49-F238E27FC236}">
                <a16:creationId xmlns:a16="http://schemas.microsoft.com/office/drawing/2014/main" id="{FF98A0B2-78F7-18C9-985F-DE1FD6F00690}"/>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027146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wo column content_6">
    <p:bg>
      <p:bgPr>
        <a:solidFill>
          <a:schemeClr val="accent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8466974-72CD-0FBA-8648-12400493DDA5}"/>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13" name="Text Placeholder 7">
            <a:extLst>
              <a:ext uri="{FF2B5EF4-FFF2-40B4-BE49-F238E27FC236}">
                <a16:creationId xmlns:a16="http://schemas.microsoft.com/office/drawing/2014/main" id="{BC001C96-6017-6F30-8180-9453AC660E8E}"/>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14" name="Content Placeholder 2">
            <a:extLst>
              <a:ext uri="{FF2B5EF4-FFF2-40B4-BE49-F238E27FC236}">
                <a16:creationId xmlns:a16="http://schemas.microsoft.com/office/drawing/2014/main" id="{D765A84B-F8D2-0B08-EDED-0F02BCF6811A}"/>
              </a:ext>
            </a:extLst>
          </p:cNvPr>
          <p:cNvSpPr>
            <a:spLocks noGrp="1"/>
          </p:cNvSpPr>
          <p:nvPr>
            <p:ph idx="1"/>
          </p:nvPr>
        </p:nvSpPr>
        <p:spPr>
          <a:xfrm>
            <a:off x="623419" y="1536772"/>
            <a:ext cx="5400000" cy="4640191"/>
          </a:xfrm>
        </p:spPr>
        <p:txBody>
          <a:bodyPr numCol="1" spcCol="0"/>
          <a:lstStyle>
            <a:lvl1pPr>
              <a:defRPr>
                <a:solidFill>
                  <a:schemeClr val="bg1"/>
                </a:solidFill>
              </a:defRPr>
            </a:lvl1pPr>
          </a:lstStyle>
          <a:p>
            <a:pPr lvl="0"/>
            <a:r>
              <a:rPr lang="en-US" noProof="0"/>
              <a:t>Click to edit Master text styles</a:t>
            </a:r>
          </a:p>
        </p:txBody>
      </p:sp>
      <p:sp>
        <p:nvSpPr>
          <p:cNvPr id="15" name="Content Placeholder 2">
            <a:extLst>
              <a:ext uri="{FF2B5EF4-FFF2-40B4-BE49-F238E27FC236}">
                <a16:creationId xmlns:a16="http://schemas.microsoft.com/office/drawing/2014/main" id="{2853EEA7-8482-9CDC-298C-B75832DF133E}"/>
              </a:ext>
            </a:extLst>
          </p:cNvPr>
          <p:cNvSpPr>
            <a:spLocks noGrp="1"/>
          </p:cNvSpPr>
          <p:nvPr>
            <p:ph idx="14"/>
          </p:nvPr>
        </p:nvSpPr>
        <p:spPr>
          <a:xfrm>
            <a:off x="6264388" y="1536771"/>
            <a:ext cx="5400000" cy="4640191"/>
          </a:xfrm>
        </p:spPr>
        <p:txBody>
          <a:bodyPr numCol="1" spcCol="0"/>
          <a:lstStyle>
            <a:lvl1pPr>
              <a:defRPr>
                <a:solidFill>
                  <a:schemeClr val="bg1"/>
                </a:solidFill>
              </a:defRPr>
            </a:lvl1pPr>
          </a:lstStyle>
          <a:p>
            <a:pPr lvl="0"/>
            <a:r>
              <a:rPr lang="en-US" noProof="0"/>
              <a:t>Click to edit Master text styles</a:t>
            </a:r>
          </a:p>
        </p:txBody>
      </p:sp>
      <p:sp>
        <p:nvSpPr>
          <p:cNvPr id="16" name="Date Placeholder 3">
            <a:extLst>
              <a:ext uri="{FF2B5EF4-FFF2-40B4-BE49-F238E27FC236}">
                <a16:creationId xmlns:a16="http://schemas.microsoft.com/office/drawing/2014/main" id="{8A6DE66F-30FD-4A81-98E6-4D1013370947}"/>
              </a:ext>
              <a:ext uri="{C183D7F6-B498-43B3-948B-1728B52AA6E4}">
                <adec:decorative xmlns:adec="http://schemas.microsoft.com/office/drawing/2017/decorative" val="1"/>
              </a:ext>
            </a:extLst>
          </p:cNvPr>
          <p:cNvSpPr>
            <a:spLocks noGrp="1"/>
          </p:cNvSpPr>
          <p:nvPr>
            <p:ph type="dt" sz="half" idx="10"/>
          </p:nvPr>
        </p:nvSpPr>
        <p:spPr>
          <a:xfrm>
            <a:off x="528299" y="6356350"/>
            <a:ext cx="2743200" cy="365125"/>
          </a:xfrm>
        </p:spPr>
        <p:txBody>
          <a:bodyPr/>
          <a:lstStyle>
            <a:lvl1pPr>
              <a:defRPr>
                <a:solidFill>
                  <a:schemeClr val="bg1"/>
                </a:solidFill>
              </a:defRPr>
            </a:lvl1pPr>
          </a:lstStyle>
          <a:p>
            <a:fld id="{F4BFC16B-4E91-4459-BE5C-E4095F89C477}" type="datetime1">
              <a:rPr lang="en-AU" smtClean="0"/>
              <a:pPr/>
              <a:t>27/5/2025</a:t>
            </a:fld>
            <a:endParaRPr lang="en-AU"/>
          </a:p>
        </p:txBody>
      </p:sp>
      <p:sp>
        <p:nvSpPr>
          <p:cNvPr id="17" name="Footer Placeholder 4">
            <a:extLst>
              <a:ext uri="{FF2B5EF4-FFF2-40B4-BE49-F238E27FC236}">
                <a16:creationId xmlns:a16="http://schemas.microsoft.com/office/drawing/2014/main" id="{10D7763B-61E4-26EB-CB99-84DA451A5E7C}"/>
              </a:ext>
              <a:ext uri="{C183D7F6-B498-43B3-948B-1728B52AA6E4}">
                <adec:decorative xmlns:adec="http://schemas.microsoft.com/office/drawing/2017/decorative" val="1"/>
              </a:ext>
            </a:extLst>
          </p:cNvPr>
          <p:cNvSpPr>
            <a:spLocks noGrp="1"/>
          </p:cNvSpPr>
          <p:nvPr>
            <p:ph type="ftr" sz="quarter" idx="11"/>
          </p:nvPr>
        </p:nvSpPr>
        <p:spPr>
          <a:xfrm>
            <a:off x="4038600" y="6368504"/>
            <a:ext cx="4114800" cy="365125"/>
          </a:xfrm>
        </p:spPr>
        <p:txBody>
          <a:bodyPr/>
          <a:lstStyle>
            <a:lvl1pPr>
              <a:defRPr>
                <a:solidFill>
                  <a:schemeClr val="bg1"/>
                </a:solidFill>
              </a:defRPr>
            </a:lvl1pPr>
          </a:lstStyle>
          <a:p>
            <a:endParaRPr lang="en-AU"/>
          </a:p>
        </p:txBody>
      </p:sp>
      <p:pic>
        <p:nvPicPr>
          <p:cNvPr id="18" name="Picture 17">
            <a:extLst>
              <a:ext uri="{FF2B5EF4-FFF2-40B4-BE49-F238E27FC236}">
                <a16:creationId xmlns:a16="http://schemas.microsoft.com/office/drawing/2014/main" id="{39DD5EBB-0C82-4241-1D79-4B598A7808D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19" name="Slide Number Placeholder 5">
            <a:extLst>
              <a:ext uri="{FF2B5EF4-FFF2-40B4-BE49-F238E27FC236}">
                <a16:creationId xmlns:a16="http://schemas.microsoft.com/office/drawing/2014/main" id="{08D85B45-6269-EEBD-4C3B-99F0004D7967}"/>
              </a:ext>
            </a:extLst>
          </p:cNvPr>
          <p:cNvSpPr>
            <a:spLocks noGrp="1"/>
          </p:cNvSpPr>
          <p:nvPr>
            <p:ph type="sldNum" sz="quarter" idx="12"/>
          </p:nvPr>
        </p:nvSpPr>
        <p:spPr>
          <a:xfrm>
            <a:off x="8920501" y="6356350"/>
            <a:ext cx="2743200" cy="365125"/>
          </a:xfrm>
        </p:spPr>
        <p:txBody>
          <a:bodyPr rIns="0"/>
          <a:lstStyle>
            <a:lvl1pPr>
              <a:defRPr>
                <a:solidFill>
                  <a:schemeClr val="bg1"/>
                </a:solidFill>
              </a:defRPr>
            </a:lvl1pPr>
          </a:lstStyle>
          <a:p>
            <a:fld id="{6F6F96F8-3C4A-44BA-8813-69AD9933C9F2}" type="slidenum">
              <a:rPr lang="en-AU" smtClean="0"/>
              <a:pPr/>
              <a:t>‹#›</a:t>
            </a:fld>
            <a:endParaRPr lang="en-AU"/>
          </a:p>
        </p:txBody>
      </p:sp>
      <p:sp>
        <p:nvSpPr>
          <p:cNvPr id="20" name="Parallelogram 5">
            <a:extLst>
              <a:ext uri="{FF2B5EF4-FFF2-40B4-BE49-F238E27FC236}">
                <a16:creationId xmlns:a16="http://schemas.microsoft.com/office/drawing/2014/main" id="{28DA3552-89A0-B89E-6926-F7298004F5E6}"/>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1" name="Straight Connector 20">
            <a:extLst>
              <a:ext uri="{FF2B5EF4-FFF2-40B4-BE49-F238E27FC236}">
                <a16:creationId xmlns:a16="http://schemas.microsoft.com/office/drawing/2014/main" id="{9FF7AD83-2B6B-41D5-DF68-E825723D8DD0}"/>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635831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lumn bulle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4357" y="245155"/>
            <a:ext cx="9030697" cy="538616"/>
          </a:xfrm>
        </p:spPr>
        <p:txBody>
          <a:body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888" y="741399"/>
            <a:ext cx="9030697" cy="314516"/>
          </a:xfrm>
        </p:spPr>
        <p:txBody>
          <a:bodyPr>
            <a:noAutofit/>
          </a:bodyPr>
          <a:lstStyle>
            <a:lvl1pPr marL="0" indent="0">
              <a:buNone/>
              <a:defRPr sz="2000" cap="all" baseline="0">
                <a:solidFill>
                  <a:schemeClr val="bg2"/>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a:xfrm>
            <a:off x="623888" y="1536772"/>
            <a:ext cx="5436000" cy="4640191"/>
          </a:xfrm>
        </p:spPr>
        <p:txBody>
          <a:bodyPr/>
          <a:lstStyle>
            <a:lvl1pPr marL="285750" indent="-285750">
              <a:spcBef>
                <a:spcPts val="600"/>
              </a:spcBef>
              <a:spcAft>
                <a:spcPts val="600"/>
              </a:spcAft>
              <a:buFont typeface="Arial" panose="020B0604020202020204" pitchFamily="34" charset="0"/>
              <a:buChar char="•"/>
              <a:defRPr/>
            </a:lvl1pPr>
            <a:lvl2pPr marL="533400" indent="-261938">
              <a:spcBef>
                <a:spcPts val="600"/>
              </a:spcBef>
              <a:spcAft>
                <a:spcPts val="600"/>
              </a:spcAft>
              <a:buFont typeface="Courier New" panose="02070309020205020404" pitchFamily="49" charset="0"/>
              <a:buChar char="-"/>
              <a:defRPr sz="1800"/>
            </a:lvl2pPr>
            <a:lvl3pPr marL="804863" indent="-285750">
              <a:spcBef>
                <a:spcPts val="600"/>
              </a:spcBef>
              <a:spcAft>
                <a:spcPts val="600"/>
              </a:spcAft>
              <a:defRPr sz="1800"/>
            </a:lvl3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7" name="Content Placeholder 2">
            <a:extLst>
              <a:ext uri="{FF2B5EF4-FFF2-40B4-BE49-F238E27FC236}">
                <a16:creationId xmlns:a16="http://schemas.microsoft.com/office/drawing/2014/main" id="{6931A489-A239-28B6-0E71-73D32F0406EB}"/>
              </a:ext>
            </a:extLst>
          </p:cNvPr>
          <p:cNvSpPr>
            <a:spLocks noGrp="1"/>
          </p:cNvSpPr>
          <p:nvPr>
            <p:ph idx="14"/>
          </p:nvPr>
        </p:nvSpPr>
        <p:spPr>
          <a:xfrm>
            <a:off x="6227699" y="1536772"/>
            <a:ext cx="5436000" cy="4640191"/>
          </a:xfrm>
        </p:spPr>
        <p:txBody>
          <a:bodyPr/>
          <a:lstStyle>
            <a:lvl1pPr marL="285750" indent="-285750">
              <a:spcBef>
                <a:spcPts val="600"/>
              </a:spcBef>
              <a:spcAft>
                <a:spcPts val="600"/>
              </a:spcAft>
              <a:buFont typeface="Arial" panose="020B0604020202020204" pitchFamily="34" charset="0"/>
              <a:buChar char="•"/>
              <a:defRPr/>
            </a:lvl1pPr>
            <a:lvl2pPr marL="533400" indent="-261938">
              <a:spcBef>
                <a:spcPts val="600"/>
              </a:spcBef>
              <a:spcAft>
                <a:spcPts val="600"/>
              </a:spcAft>
              <a:buFont typeface="Courier New" panose="02070309020205020404" pitchFamily="49" charset="0"/>
              <a:buChar char="-"/>
              <a:defRPr sz="1800"/>
            </a:lvl2pPr>
            <a:lvl3pPr marL="804863" indent="-285750">
              <a:spcBef>
                <a:spcPts val="600"/>
              </a:spcBef>
              <a:spcAft>
                <a:spcPts val="600"/>
              </a:spcAft>
              <a:defRPr sz="1800"/>
            </a:lvl3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p>
            <a:fld id="{482F3A2F-5C37-47AC-B476-DD06A4228197}" type="datetime1">
              <a:rPr lang="en-AU" smtClean="0"/>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p>
            <a:fld id="{6F6F96F8-3C4A-44BA-8813-69AD9933C9F2}" type="slidenum">
              <a:rPr lang="en-AU" smtClean="0"/>
              <a:t>‹#›</a:t>
            </a:fld>
            <a:endParaRPr lang="en-AU"/>
          </a:p>
        </p:txBody>
      </p:sp>
    </p:spTree>
    <p:extLst>
      <p:ext uri="{BB962C8B-B14F-4D97-AF65-F5344CB8AC3E}">
        <p14:creationId xmlns:p14="http://schemas.microsoft.com/office/powerpoint/2010/main" val="306360434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Two column bullets_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4357" y="245155"/>
            <a:ext cx="9030697" cy="538616"/>
          </a:xfrm>
        </p:spPr>
        <p:txBody>
          <a:body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888" y="741399"/>
            <a:ext cx="9030697" cy="314516"/>
          </a:xfrm>
        </p:spPr>
        <p:txBody>
          <a:bodyPr>
            <a:noAutofit/>
          </a:bodyPr>
          <a:lstStyle>
            <a:lvl1pPr marL="0" indent="0">
              <a:buNone/>
              <a:defRPr sz="2000" cap="all" baseline="0">
                <a:solidFill>
                  <a:schemeClr val="bg2"/>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a:xfrm>
            <a:off x="623888" y="1536772"/>
            <a:ext cx="5436000" cy="4640191"/>
          </a:xfrm>
        </p:spPr>
        <p:txBody>
          <a:bodyPr/>
          <a:lstStyle>
            <a:lvl1pPr marL="285750" indent="-285750">
              <a:spcBef>
                <a:spcPts val="600"/>
              </a:spcBef>
              <a:spcAft>
                <a:spcPts val="600"/>
              </a:spcAft>
              <a:buFont typeface="Arial" panose="020B0604020202020204" pitchFamily="34" charset="0"/>
              <a:buChar char="•"/>
              <a:defRPr/>
            </a:lvl1pPr>
            <a:lvl2pPr marL="533400" indent="-261938">
              <a:spcBef>
                <a:spcPts val="600"/>
              </a:spcBef>
              <a:spcAft>
                <a:spcPts val="600"/>
              </a:spcAft>
              <a:buFont typeface="Courier New" panose="02070309020205020404" pitchFamily="49" charset="0"/>
              <a:buChar char="-"/>
              <a:defRPr sz="1800"/>
            </a:lvl2pPr>
            <a:lvl3pPr marL="804863" indent="-285750">
              <a:spcBef>
                <a:spcPts val="600"/>
              </a:spcBef>
              <a:spcAft>
                <a:spcPts val="600"/>
              </a:spcAft>
              <a:defRPr sz="1800"/>
            </a:lvl3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7" name="Content Placeholder 2">
            <a:extLst>
              <a:ext uri="{FF2B5EF4-FFF2-40B4-BE49-F238E27FC236}">
                <a16:creationId xmlns:a16="http://schemas.microsoft.com/office/drawing/2014/main" id="{6931A489-A239-28B6-0E71-73D32F0406EB}"/>
              </a:ext>
            </a:extLst>
          </p:cNvPr>
          <p:cNvSpPr>
            <a:spLocks noGrp="1"/>
          </p:cNvSpPr>
          <p:nvPr>
            <p:ph idx="14"/>
          </p:nvPr>
        </p:nvSpPr>
        <p:spPr>
          <a:xfrm>
            <a:off x="6227699" y="1536772"/>
            <a:ext cx="5436000" cy="4640191"/>
          </a:xfrm>
        </p:spPr>
        <p:txBody>
          <a:bodyPr/>
          <a:lstStyle>
            <a:lvl1pPr marL="285750" indent="-285750">
              <a:spcBef>
                <a:spcPts val="600"/>
              </a:spcBef>
              <a:spcAft>
                <a:spcPts val="600"/>
              </a:spcAft>
              <a:buFont typeface="Arial" panose="020B0604020202020204" pitchFamily="34" charset="0"/>
              <a:buChar char="•"/>
              <a:defRPr/>
            </a:lvl1pPr>
            <a:lvl2pPr marL="533400" indent="-261938">
              <a:spcBef>
                <a:spcPts val="600"/>
              </a:spcBef>
              <a:spcAft>
                <a:spcPts val="600"/>
              </a:spcAft>
              <a:buFont typeface="Courier New" panose="02070309020205020404" pitchFamily="49" charset="0"/>
              <a:buChar char="-"/>
              <a:defRPr sz="1800"/>
            </a:lvl2pPr>
            <a:lvl3pPr marL="804863" indent="-285750">
              <a:spcBef>
                <a:spcPts val="600"/>
              </a:spcBef>
              <a:spcAft>
                <a:spcPts val="600"/>
              </a:spcAft>
              <a:defRPr sz="1800"/>
            </a:lvl3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p>
            <a:fld id="{482F3A2F-5C37-47AC-B476-DD06A4228197}" type="datetime1">
              <a:rPr lang="en-AU" smtClean="0"/>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p>
            <a:fld id="{6F6F96F8-3C4A-44BA-8813-69AD9933C9F2}" type="slidenum">
              <a:rPr lang="en-AU" smtClean="0"/>
              <a:t>‹#›</a:t>
            </a:fld>
            <a:endParaRPr lang="en-AU"/>
          </a:p>
        </p:txBody>
      </p:sp>
    </p:spTree>
    <p:extLst>
      <p:ext uri="{BB962C8B-B14F-4D97-AF65-F5344CB8AC3E}">
        <p14:creationId xmlns:p14="http://schemas.microsoft.com/office/powerpoint/2010/main" val="365725962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wo column bullets_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9063183" cy="538616"/>
          </a:xfrm>
        </p:spPr>
        <p:txBody>
          <a:bodyPr/>
          <a:lstStyle>
            <a:lvl1pPr>
              <a:defRPr>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9063183"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F394D937-F24A-4B87-89F5-44DC6A7C819C}"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sp>
        <p:nvSpPr>
          <p:cNvPr id="11" name="Content Placeholder 2">
            <a:extLst>
              <a:ext uri="{FF2B5EF4-FFF2-40B4-BE49-F238E27FC236}">
                <a16:creationId xmlns:a16="http://schemas.microsoft.com/office/drawing/2014/main" id="{B55587D6-25E8-7A7E-5594-D27ED25EB55A}"/>
              </a:ext>
              <a:ext uri="{C183D7F6-B498-43B3-948B-1728B52AA6E4}">
                <adec:decorative xmlns:adec="http://schemas.microsoft.com/office/drawing/2017/decorative" val="0"/>
              </a:ext>
            </a:extLst>
          </p:cNvPr>
          <p:cNvSpPr>
            <a:spLocks noGrp="1"/>
          </p:cNvSpPr>
          <p:nvPr>
            <p:ph idx="1"/>
          </p:nvPr>
        </p:nvSpPr>
        <p:spPr>
          <a:xfrm>
            <a:off x="624651" y="1536772"/>
            <a:ext cx="5436000" cy="4640191"/>
          </a:xfrm>
        </p:spPr>
        <p:txBody>
          <a:bodyPr/>
          <a:lstStyle>
            <a:lvl1pPr marL="285750" indent="-285750">
              <a:spcBef>
                <a:spcPts val="600"/>
              </a:spcBef>
              <a:spcAft>
                <a:spcPts val="600"/>
              </a:spcAft>
              <a:buFont typeface="Arial" panose="020B0604020202020204" pitchFamily="34" charset="0"/>
              <a:buChar char="•"/>
              <a:defRPr>
                <a:solidFill>
                  <a:schemeClr val="bg1"/>
                </a:solidFill>
              </a:defRPr>
            </a:lvl1pPr>
            <a:lvl2pPr marL="533400" indent="-261938">
              <a:spcBef>
                <a:spcPts val="600"/>
              </a:spcBef>
              <a:spcAft>
                <a:spcPts val="600"/>
              </a:spcAft>
              <a:buFont typeface="Courier New" panose="02070309020205020404" pitchFamily="49" charset="0"/>
              <a:buChar char="-"/>
              <a:defRPr sz="1800">
                <a:solidFill>
                  <a:schemeClr val="bg1"/>
                </a:solidFill>
              </a:defRPr>
            </a:lvl2pPr>
            <a:lvl3pPr marL="804863" indent="-285750">
              <a:spcBef>
                <a:spcPts val="600"/>
              </a:spcBef>
              <a:spcAft>
                <a:spcPts val="600"/>
              </a:spcAft>
              <a:defRPr sz="1800">
                <a:solidFill>
                  <a:schemeClr val="bg1"/>
                </a:solidFill>
              </a:defRPr>
            </a:lvl3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12" name="Content Placeholder 2">
            <a:extLst>
              <a:ext uri="{FF2B5EF4-FFF2-40B4-BE49-F238E27FC236}">
                <a16:creationId xmlns:a16="http://schemas.microsoft.com/office/drawing/2014/main" id="{E75AB094-0B4A-18B2-2659-FD54664CE568}"/>
              </a:ext>
            </a:extLst>
          </p:cNvPr>
          <p:cNvSpPr>
            <a:spLocks noGrp="1"/>
          </p:cNvSpPr>
          <p:nvPr>
            <p:ph idx="14"/>
          </p:nvPr>
        </p:nvSpPr>
        <p:spPr>
          <a:xfrm>
            <a:off x="6227699" y="1536772"/>
            <a:ext cx="5436000" cy="4640191"/>
          </a:xfrm>
        </p:spPr>
        <p:txBody>
          <a:bodyPr/>
          <a:lstStyle>
            <a:lvl1pPr marL="285750" indent="-285750">
              <a:spcBef>
                <a:spcPts val="600"/>
              </a:spcBef>
              <a:spcAft>
                <a:spcPts val="600"/>
              </a:spcAft>
              <a:buFont typeface="Arial" panose="020B0604020202020204" pitchFamily="34" charset="0"/>
              <a:buChar char="•"/>
              <a:defRPr>
                <a:solidFill>
                  <a:schemeClr val="bg1"/>
                </a:solidFill>
              </a:defRPr>
            </a:lvl1pPr>
            <a:lvl2pPr marL="533400" indent="-261938">
              <a:spcBef>
                <a:spcPts val="600"/>
              </a:spcBef>
              <a:spcAft>
                <a:spcPts val="600"/>
              </a:spcAft>
              <a:buFont typeface="Courier New" panose="02070309020205020404" pitchFamily="49" charset="0"/>
              <a:buChar char="-"/>
              <a:defRPr sz="1800">
                <a:solidFill>
                  <a:schemeClr val="bg1"/>
                </a:solidFill>
              </a:defRPr>
            </a:lvl2pPr>
            <a:lvl3pPr marL="804863" indent="-285750">
              <a:spcBef>
                <a:spcPts val="600"/>
              </a:spcBef>
              <a:spcAft>
                <a:spcPts val="600"/>
              </a:spcAft>
              <a:defRPr sz="1800">
                <a:solidFill>
                  <a:schemeClr val="bg1"/>
                </a:solidFill>
              </a:defRPr>
            </a:lvl3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pic>
        <p:nvPicPr>
          <p:cNvPr id="7" name="Picture 6">
            <a:extLst>
              <a:ext uri="{FF2B5EF4-FFF2-40B4-BE49-F238E27FC236}">
                <a16:creationId xmlns:a16="http://schemas.microsoft.com/office/drawing/2014/main" id="{A861B9DE-00EB-2B74-DFCD-83C08CFDCF9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5834"/>
            <a:ext cx="2267717" cy="899162"/>
          </a:xfrm>
          <a:prstGeom prst="rect">
            <a:avLst/>
          </a:prstGeom>
        </p:spPr>
      </p:pic>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a:solidFill>
                  <a:schemeClr val="bg1"/>
                </a:solidFill>
              </a:defRPr>
            </a:lvl1pPr>
          </a:lstStyle>
          <a:p>
            <a:fld id="{6F6F96F8-3C4A-44BA-8813-69AD9933C9F2}" type="slidenum">
              <a:rPr lang="en-AU" smtClean="0"/>
              <a:pPr/>
              <a:t>‹#›</a:t>
            </a:fld>
            <a:endParaRPr lang="en-AU"/>
          </a:p>
        </p:txBody>
      </p:sp>
      <p:sp>
        <p:nvSpPr>
          <p:cNvPr id="9" name="Parallelogram 5">
            <a:extLst>
              <a:ext uri="{FF2B5EF4-FFF2-40B4-BE49-F238E27FC236}">
                <a16:creationId xmlns:a16="http://schemas.microsoft.com/office/drawing/2014/main" id="{833F42EB-AF2E-884E-1409-E92FA29BE212}"/>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Connector 9">
            <a:extLst>
              <a:ext uri="{FF2B5EF4-FFF2-40B4-BE49-F238E27FC236}">
                <a16:creationId xmlns:a16="http://schemas.microsoft.com/office/drawing/2014/main" id="{C0784099-A981-D119-84CF-C11B843F621B}"/>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42011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wo column bullets_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11" name="Content Placeholder 2">
            <a:extLst>
              <a:ext uri="{FF2B5EF4-FFF2-40B4-BE49-F238E27FC236}">
                <a16:creationId xmlns:a16="http://schemas.microsoft.com/office/drawing/2014/main" id="{AD25A313-65A1-6CDF-EE97-8414DB86B0CD}"/>
              </a:ext>
            </a:extLst>
          </p:cNvPr>
          <p:cNvSpPr>
            <a:spLocks noGrp="1"/>
          </p:cNvSpPr>
          <p:nvPr>
            <p:ph idx="1"/>
          </p:nvPr>
        </p:nvSpPr>
        <p:spPr>
          <a:xfrm>
            <a:off x="623888" y="1536772"/>
            <a:ext cx="5436000" cy="4640191"/>
          </a:xfrm>
        </p:spPr>
        <p:txBody>
          <a:bodyPr/>
          <a:lstStyle>
            <a:lvl1pPr marL="285750" indent="-285750">
              <a:spcBef>
                <a:spcPts val="600"/>
              </a:spcBef>
              <a:spcAft>
                <a:spcPts val="600"/>
              </a:spcAft>
              <a:buFont typeface="Arial" panose="020B0604020202020204" pitchFamily="34" charset="0"/>
              <a:buChar char="•"/>
              <a:defRPr>
                <a:solidFill>
                  <a:schemeClr val="bg1"/>
                </a:solidFill>
              </a:defRPr>
            </a:lvl1pPr>
            <a:lvl2pPr marL="533400" indent="-261938">
              <a:spcBef>
                <a:spcPts val="600"/>
              </a:spcBef>
              <a:spcAft>
                <a:spcPts val="600"/>
              </a:spcAft>
              <a:buFont typeface="Courier New" panose="02070309020205020404" pitchFamily="49" charset="0"/>
              <a:buChar char="-"/>
              <a:defRPr sz="1800">
                <a:solidFill>
                  <a:schemeClr val="bg1"/>
                </a:solidFill>
              </a:defRPr>
            </a:lvl2pPr>
            <a:lvl3pPr marL="804863" indent="-285750">
              <a:spcBef>
                <a:spcPts val="600"/>
              </a:spcBef>
              <a:spcAft>
                <a:spcPts val="600"/>
              </a:spcAft>
              <a:defRPr sz="1800">
                <a:solidFill>
                  <a:schemeClr val="bg1"/>
                </a:solidFill>
              </a:defRPr>
            </a:lvl3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12" name="Content Placeholder 2">
            <a:extLst>
              <a:ext uri="{FF2B5EF4-FFF2-40B4-BE49-F238E27FC236}">
                <a16:creationId xmlns:a16="http://schemas.microsoft.com/office/drawing/2014/main" id="{9D1AEE8C-622E-205F-253A-51A473815FA7}"/>
              </a:ext>
            </a:extLst>
          </p:cNvPr>
          <p:cNvSpPr>
            <a:spLocks noGrp="1"/>
          </p:cNvSpPr>
          <p:nvPr>
            <p:ph idx="14"/>
          </p:nvPr>
        </p:nvSpPr>
        <p:spPr>
          <a:xfrm>
            <a:off x="6227699" y="1536772"/>
            <a:ext cx="5436000" cy="4640191"/>
          </a:xfrm>
        </p:spPr>
        <p:txBody>
          <a:bodyPr/>
          <a:lstStyle>
            <a:lvl1pPr marL="285750" indent="-285750">
              <a:spcBef>
                <a:spcPts val="600"/>
              </a:spcBef>
              <a:spcAft>
                <a:spcPts val="600"/>
              </a:spcAft>
              <a:buFont typeface="Arial" panose="020B0604020202020204" pitchFamily="34" charset="0"/>
              <a:buChar char="•"/>
              <a:defRPr>
                <a:solidFill>
                  <a:schemeClr val="bg1"/>
                </a:solidFill>
              </a:defRPr>
            </a:lvl1pPr>
            <a:lvl2pPr marL="533400" indent="-261938">
              <a:spcBef>
                <a:spcPts val="600"/>
              </a:spcBef>
              <a:spcAft>
                <a:spcPts val="600"/>
              </a:spcAft>
              <a:buFont typeface="Courier New" panose="02070309020205020404" pitchFamily="49" charset="0"/>
              <a:buChar char="-"/>
              <a:defRPr sz="1800">
                <a:solidFill>
                  <a:schemeClr val="bg1"/>
                </a:solidFill>
              </a:defRPr>
            </a:lvl2pPr>
            <a:lvl3pPr marL="804863" indent="-285750">
              <a:spcBef>
                <a:spcPts val="600"/>
              </a:spcBef>
              <a:spcAft>
                <a:spcPts val="600"/>
              </a:spcAft>
              <a:defRPr sz="1800">
                <a:solidFill>
                  <a:schemeClr val="bg1"/>
                </a:solidFill>
              </a:defRPr>
            </a:lvl3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033BACA3-B532-4EAA-90F7-C05FFCCD393A}"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pic>
        <p:nvPicPr>
          <p:cNvPr id="7" name="Picture 6">
            <a:extLst>
              <a:ext uri="{FF2B5EF4-FFF2-40B4-BE49-F238E27FC236}">
                <a16:creationId xmlns:a16="http://schemas.microsoft.com/office/drawing/2014/main" id="{A861B9DE-00EB-2B74-DFCD-83C08CFDCF9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a:solidFill>
                  <a:schemeClr val="bg1"/>
                </a:solidFill>
              </a:defRPr>
            </a:lvl1pPr>
          </a:lstStyle>
          <a:p>
            <a:fld id="{6F6F96F8-3C4A-44BA-8813-69AD9933C9F2}" type="slidenum">
              <a:rPr lang="en-AU" smtClean="0"/>
              <a:pPr/>
              <a:t>‹#›</a:t>
            </a:fld>
            <a:endParaRPr lang="en-AU"/>
          </a:p>
        </p:txBody>
      </p:sp>
      <p:sp>
        <p:nvSpPr>
          <p:cNvPr id="9" name="Parallelogram 5">
            <a:extLst>
              <a:ext uri="{FF2B5EF4-FFF2-40B4-BE49-F238E27FC236}">
                <a16:creationId xmlns:a16="http://schemas.microsoft.com/office/drawing/2014/main" id="{833F42EB-AF2E-884E-1409-E92FA29BE212}"/>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Connector 9">
            <a:extLst>
              <a:ext uri="{FF2B5EF4-FFF2-40B4-BE49-F238E27FC236}">
                <a16:creationId xmlns:a16="http://schemas.microsoft.com/office/drawing/2014/main" id="{C0784099-A981-D119-84CF-C11B843F621B}"/>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16803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wo column bullets_4">
    <p:bg>
      <p:bgPr>
        <a:solidFill>
          <a:schemeClr val="accent3"/>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28ED48E-9805-4B60-8740-6A3426BA23AA}"/>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13" name="Text Placeholder 7">
            <a:extLst>
              <a:ext uri="{FF2B5EF4-FFF2-40B4-BE49-F238E27FC236}">
                <a16:creationId xmlns:a16="http://schemas.microsoft.com/office/drawing/2014/main" id="{3FEFF94A-DBE0-5C75-888A-BD0DEDC7B273}"/>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14" name="Content Placeholder 2">
            <a:extLst>
              <a:ext uri="{FF2B5EF4-FFF2-40B4-BE49-F238E27FC236}">
                <a16:creationId xmlns:a16="http://schemas.microsoft.com/office/drawing/2014/main" id="{F74EBD25-5AA1-BEEC-3CCF-40CC25C127E8}"/>
              </a:ext>
            </a:extLst>
          </p:cNvPr>
          <p:cNvSpPr>
            <a:spLocks noGrp="1"/>
          </p:cNvSpPr>
          <p:nvPr>
            <p:ph idx="1"/>
          </p:nvPr>
        </p:nvSpPr>
        <p:spPr>
          <a:xfrm>
            <a:off x="623419" y="1536772"/>
            <a:ext cx="5454838" cy="4640191"/>
          </a:xfrm>
        </p:spPr>
        <p:txBody>
          <a:bodyPr/>
          <a:lstStyle>
            <a:lvl1pPr marL="285750" indent="-285750">
              <a:spcBef>
                <a:spcPts val="600"/>
              </a:spcBef>
              <a:spcAft>
                <a:spcPts val="600"/>
              </a:spcAft>
              <a:buFont typeface="Arial" panose="020B0604020202020204" pitchFamily="34" charset="0"/>
              <a:buChar char="•"/>
              <a:defRPr>
                <a:solidFill>
                  <a:schemeClr val="bg1"/>
                </a:solidFill>
              </a:defRPr>
            </a:lvl1pPr>
            <a:lvl2pPr marL="533400" indent="-261938">
              <a:spcBef>
                <a:spcPts val="600"/>
              </a:spcBef>
              <a:spcAft>
                <a:spcPts val="600"/>
              </a:spcAft>
              <a:buFont typeface="Courier New" panose="02070309020205020404" pitchFamily="49" charset="0"/>
              <a:buChar char="-"/>
              <a:defRPr sz="1800">
                <a:solidFill>
                  <a:schemeClr val="bg1"/>
                </a:solidFill>
              </a:defRPr>
            </a:lvl2pPr>
            <a:lvl3pPr marL="804863" indent="-285750">
              <a:spcBef>
                <a:spcPts val="600"/>
              </a:spcBef>
              <a:spcAft>
                <a:spcPts val="600"/>
              </a:spcAft>
              <a:defRPr sz="1800">
                <a:solidFill>
                  <a:schemeClr val="bg1"/>
                </a:solidFill>
              </a:defRPr>
            </a:lvl3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15" name="Content Placeholder 2">
            <a:extLst>
              <a:ext uri="{FF2B5EF4-FFF2-40B4-BE49-F238E27FC236}">
                <a16:creationId xmlns:a16="http://schemas.microsoft.com/office/drawing/2014/main" id="{2FB0FA61-C614-8FC6-E9FF-A7C45394C903}"/>
              </a:ext>
            </a:extLst>
          </p:cNvPr>
          <p:cNvSpPr>
            <a:spLocks noGrp="1"/>
          </p:cNvSpPr>
          <p:nvPr>
            <p:ph idx="14"/>
          </p:nvPr>
        </p:nvSpPr>
        <p:spPr>
          <a:xfrm>
            <a:off x="6227699" y="1536772"/>
            <a:ext cx="5436000" cy="4640191"/>
          </a:xfrm>
        </p:spPr>
        <p:txBody>
          <a:bodyPr/>
          <a:lstStyle>
            <a:lvl1pPr marL="285750" indent="-285750">
              <a:spcBef>
                <a:spcPts val="600"/>
              </a:spcBef>
              <a:spcAft>
                <a:spcPts val="600"/>
              </a:spcAft>
              <a:buFont typeface="Arial" panose="020B0604020202020204" pitchFamily="34" charset="0"/>
              <a:buChar char="•"/>
              <a:defRPr>
                <a:solidFill>
                  <a:schemeClr val="bg1"/>
                </a:solidFill>
              </a:defRPr>
            </a:lvl1pPr>
            <a:lvl2pPr marL="533400" indent="-261938">
              <a:spcBef>
                <a:spcPts val="600"/>
              </a:spcBef>
              <a:spcAft>
                <a:spcPts val="600"/>
              </a:spcAft>
              <a:buFont typeface="Courier New" panose="02070309020205020404" pitchFamily="49" charset="0"/>
              <a:buChar char="-"/>
              <a:defRPr sz="1800">
                <a:solidFill>
                  <a:schemeClr val="bg1"/>
                </a:solidFill>
              </a:defRPr>
            </a:lvl2pPr>
            <a:lvl3pPr marL="804863" indent="-285750">
              <a:spcBef>
                <a:spcPts val="600"/>
              </a:spcBef>
              <a:spcAft>
                <a:spcPts val="600"/>
              </a:spcAft>
              <a:defRPr sz="1800">
                <a:solidFill>
                  <a:schemeClr val="bg1"/>
                </a:solidFill>
              </a:defRPr>
            </a:lvl3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16" name="Date Placeholder 3">
            <a:extLst>
              <a:ext uri="{FF2B5EF4-FFF2-40B4-BE49-F238E27FC236}">
                <a16:creationId xmlns:a16="http://schemas.microsoft.com/office/drawing/2014/main" id="{A6B96D17-38D7-CD42-9FFA-59FAA3D06494}"/>
              </a:ext>
              <a:ext uri="{C183D7F6-B498-43B3-948B-1728B52AA6E4}">
                <adec:decorative xmlns:adec="http://schemas.microsoft.com/office/drawing/2017/decorative" val="1"/>
              </a:ext>
            </a:extLst>
          </p:cNvPr>
          <p:cNvSpPr>
            <a:spLocks noGrp="1"/>
          </p:cNvSpPr>
          <p:nvPr>
            <p:ph type="dt" sz="half" idx="10"/>
          </p:nvPr>
        </p:nvSpPr>
        <p:spPr>
          <a:xfrm>
            <a:off x="528299" y="6356350"/>
            <a:ext cx="2743200" cy="365125"/>
          </a:xfrm>
        </p:spPr>
        <p:txBody>
          <a:bodyPr/>
          <a:lstStyle>
            <a:lvl1pPr>
              <a:defRPr>
                <a:solidFill>
                  <a:schemeClr val="bg1"/>
                </a:solidFill>
              </a:defRPr>
            </a:lvl1pPr>
          </a:lstStyle>
          <a:p>
            <a:fld id="{033BACA3-B532-4EAA-90F7-C05FFCCD393A}" type="datetime1">
              <a:rPr lang="en-AU" smtClean="0"/>
              <a:pPr/>
              <a:t>27/5/2025</a:t>
            </a:fld>
            <a:endParaRPr lang="en-AU"/>
          </a:p>
        </p:txBody>
      </p:sp>
      <p:sp>
        <p:nvSpPr>
          <p:cNvPr id="17" name="Footer Placeholder 4">
            <a:extLst>
              <a:ext uri="{FF2B5EF4-FFF2-40B4-BE49-F238E27FC236}">
                <a16:creationId xmlns:a16="http://schemas.microsoft.com/office/drawing/2014/main" id="{C9B9B777-6C9C-9A43-305B-DC31867BF85E}"/>
              </a:ext>
              <a:ext uri="{C183D7F6-B498-43B3-948B-1728B52AA6E4}">
                <adec:decorative xmlns:adec="http://schemas.microsoft.com/office/drawing/2017/decorative" val="1"/>
              </a:ext>
            </a:extLst>
          </p:cNvPr>
          <p:cNvSpPr>
            <a:spLocks noGrp="1"/>
          </p:cNvSpPr>
          <p:nvPr>
            <p:ph type="ftr" sz="quarter" idx="11"/>
          </p:nvPr>
        </p:nvSpPr>
        <p:spPr>
          <a:xfrm>
            <a:off x="4038600" y="6368504"/>
            <a:ext cx="4114800" cy="365125"/>
          </a:xfrm>
        </p:spPr>
        <p:txBody>
          <a:bodyPr/>
          <a:lstStyle>
            <a:lvl1pPr>
              <a:defRPr>
                <a:solidFill>
                  <a:schemeClr val="bg1"/>
                </a:solidFill>
              </a:defRPr>
            </a:lvl1pPr>
          </a:lstStyle>
          <a:p>
            <a:endParaRPr lang="en-AU"/>
          </a:p>
        </p:txBody>
      </p:sp>
      <p:pic>
        <p:nvPicPr>
          <p:cNvPr id="18" name="Picture 17">
            <a:extLst>
              <a:ext uri="{FF2B5EF4-FFF2-40B4-BE49-F238E27FC236}">
                <a16:creationId xmlns:a16="http://schemas.microsoft.com/office/drawing/2014/main" id="{20BB52E4-3636-78DC-560F-B844EA02AA6A}"/>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19" name="Slide Number Placeholder 5">
            <a:extLst>
              <a:ext uri="{FF2B5EF4-FFF2-40B4-BE49-F238E27FC236}">
                <a16:creationId xmlns:a16="http://schemas.microsoft.com/office/drawing/2014/main" id="{553B2287-8C4A-6DAB-A5BC-40BCBF79D966}"/>
              </a:ext>
            </a:extLst>
          </p:cNvPr>
          <p:cNvSpPr>
            <a:spLocks noGrp="1"/>
          </p:cNvSpPr>
          <p:nvPr>
            <p:ph type="sldNum" sz="quarter" idx="12"/>
          </p:nvPr>
        </p:nvSpPr>
        <p:spPr>
          <a:xfrm>
            <a:off x="8920501" y="6356350"/>
            <a:ext cx="2743200" cy="365125"/>
          </a:xfrm>
        </p:spPr>
        <p:txBody>
          <a:bodyPr rIns="0"/>
          <a:lstStyle>
            <a:lvl1pPr>
              <a:defRPr>
                <a:solidFill>
                  <a:schemeClr val="bg1"/>
                </a:solidFill>
              </a:defRPr>
            </a:lvl1pPr>
          </a:lstStyle>
          <a:p>
            <a:fld id="{6F6F96F8-3C4A-44BA-8813-69AD9933C9F2}" type="slidenum">
              <a:rPr lang="en-AU" smtClean="0"/>
              <a:pPr/>
              <a:t>‹#›</a:t>
            </a:fld>
            <a:endParaRPr lang="en-AU"/>
          </a:p>
        </p:txBody>
      </p:sp>
      <p:sp>
        <p:nvSpPr>
          <p:cNvPr id="20" name="Parallelogram 5">
            <a:extLst>
              <a:ext uri="{FF2B5EF4-FFF2-40B4-BE49-F238E27FC236}">
                <a16:creationId xmlns:a16="http://schemas.microsoft.com/office/drawing/2014/main" id="{48908DF0-7D76-1B52-4B7D-FA8F5E1B3693}"/>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1" name="Straight Connector 20">
            <a:extLst>
              <a:ext uri="{FF2B5EF4-FFF2-40B4-BE49-F238E27FC236}">
                <a16:creationId xmlns:a16="http://schemas.microsoft.com/office/drawing/2014/main" id="{7ED0A866-4F4B-9386-AADD-6A642FE877CC}"/>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15962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wo column bullets_5">
    <p:bg>
      <p:bgPr>
        <a:solidFill>
          <a:schemeClr val="accent5"/>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791341-A27B-A647-AB3B-F417971F7E1B}"/>
              </a:ext>
            </a:extLst>
          </p:cNvPr>
          <p:cNvSpPr>
            <a:spLocks noGrp="1"/>
          </p:cNvSpPr>
          <p:nvPr>
            <p:ph type="title"/>
          </p:nvPr>
        </p:nvSpPr>
        <p:spPr>
          <a:xfrm>
            <a:off x="623888" y="245155"/>
            <a:ext cx="9044345" cy="538616"/>
          </a:xfrm>
        </p:spPr>
        <p:txBody>
          <a:bodyPr/>
          <a:lstStyle>
            <a:lvl1pPr>
              <a:defRPr>
                <a:solidFill>
                  <a:schemeClr val="bg1"/>
                </a:solidFill>
              </a:defRPr>
            </a:lvl1pPr>
          </a:lstStyle>
          <a:p>
            <a:r>
              <a:rPr lang="en-US" noProof="0"/>
              <a:t>Click to edit Master title style</a:t>
            </a:r>
            <a:endParaRPr lang="en-AU" noProof="0" dirty="0"/>
          </a:p>
        </p:txBody>
      </p:sp>
      <p:sp>
        <p:nvSpPr>
          <p:cNvPr id="13" name="Text Placeholder 7">
            <a:extLst>
              <a:ext uri="{FF2B5EF4-FFF2-40B4-BE49-F238E27FC236}">
                <a16:creationId xmlns:a16="http://schemas.microsoft.com/office/drawing/2014/main" id="{A52A8C8B-BFB4-6578-B80D-E216ABE3B7C9}"/>
              </a:ext>
            </a:extLst>
          </p:cNvPr>
          <p:cNvSpPr>
            <a:spLocks noGrp="1"/>
          </p:cNvSpPr>
          <p:nvPr>
            <p:ph type="body" sz="quarter" idx="13"/>
          </p:nvPr>
        </p:nvSpPr>
        <p:spPr>
          <a:xfrm>
            <a:off x="623419" y="741399"/>
            <a:ext cx="9044345"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14" name="Content Placeholder 2">
            <a:extLst>
              <a:ext uri="{FF2B5EF4-FFF2-40B4-BE49-F238E27FC236}">
                <a16:creationId xmlns:a16="http://schemas.microsoft.com/office/drawing/2014/main" id="{9CE67255-F545-8317-5412-B752040D5FF7}"/>
              </a:ext>
            </a:extLst>
          </p:cNvPr>
          <p:cNvSpPr>
            <a:spLocks noGrp="1"/>
          </p:cNvSpPr>
          <p:nvPr>
            <p:ph idx="1"/>
          </p:nvPr>
        </p:nvSpPr>
        <p:spPr>
          <a:xfrm>
            <a:off x="623419" y="1536772"/>
            <a:ext cx="5436000" cy="4640191"/>
          </a:xfrm>
        </p:spPr>
        <p:txBody>
          <a:bodyPr/>
          <a:lstStyle>
            <a:lvl1pPr marL="285750" indent="-285750">
              <a:spcBef>
                <a:spcPts val="600"/>
              </a:spcBef>
              <a:spcAft>
                <a:spcPts val="600"/>
              </a:spcAft>
              <a:buFont typeface="Arial" panose="020B0604020202020204" pitchFamily="34" charset="0"/>
              <a:buChar char="•"/>
              <a:defRPr>
                <a:solidFill>
                  <a:schemeClr val="bg1"/>
                </a:solidFill>
              </a:defRPr>
            </a:lvl1pPr>
            <a:lvl2pPr marL="533400" indent="-261938">
              <a:spcBef>
                <a:spcPts val="600"/>
              </a:spcBef>
              <a:spcAft>
                <a:spcPts val="600"/>
              </a:spcAft>
              <a:buFont typeface="Courier New" panose="02070309020205020404" pitchFamily="49" charset="0"/>
              <a:buChar char="-"/>
              <a:defRPr sz="1800">
                <a:solidFill>
                  <a:schemeClr val="bg1"/>
                </a:solidFill>
              </a:defRPr>
            </a:lvl2pPr>
            <a:lvl3pPr marL="804863" indent="-285750">
              <a:spcBef>
                <a:spcPts val="600"/>
              </a:spcBef>
              <a:spcAft>
                <a:spcPts val="600"/>
              </a:spcAft>
              <a:defRPr sz="1800">
                <a:solidFill>
                  <a:schemeClr val="bg1"/>
                </a:solidFill>
              </a:defRPr>
            </a:lvl3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15" name="Content Placeholder 2">
            <a:extLst>
              <a:ext uri="{FF2B5EF4-FFF2-40B4-BE49-F238E27FC236}">
                <a16:creationId xmlns:a16="http://schemas.microsoft.com/office/drawing/2014/main" id="{50AC33DA-9930-3886-A916-7921C07FFFDB}"/>
              </a:ext>
            </a:extLst>
          </p:cNvPr>
          <p:cNvSpPr>
            <a:spLocks noGrp="1"/>
          </p:cNvSpPr>
          <p:nvPr>
            <p:ph idx="14"/>
          </p:nvPr>
        </p:nvSpPr>
        <p:spPr>
          <a:xfrm>
            <a:off x="6227699" y="1536772"/>
            <a:ext cx="5436000" cy="4640191"/>
          </a:xfrm>
        </p:spPr>
        <p:txBody>
          <a:bodyPr/>
          <a:lstStyle>
            <a:lvl1pPr marL="285750" indent="-285750">
              <a:spcBef>
                <a:spcPts val="600"/>
              </a:spcBef>
              <a:spcAft>
                <a:spcPts val="600"/>
              </a:spcAft>
              <a:buFont typeface="Arial" panose="020B0604020202020204" pitchFamily="34" charset="0"/>
              <a:buChar char="•"/>
              <a:defRPr>
                <a:solidFill>
                  <a:schemeClr val="bg1"/>
                </a:solidFill>
              </a:defRPr>
            </a:lvl1pPr>
            <a:lvl2pPr marL="533400" indent="-261938">
              <a:spcBef>
                <a:spcPts val="600"/>
              </a:spcBef>
              <a:spcAft>
                <a:spcPts val="600"/>
              </a:spcAft>
              <a:buFont typeface="Courier New" panose="02070309020205020404" pitchFamily="49" charset="0"/>
              <a:buChar char="-"/>
              <a:defRPr sz="1800">
                <a:solidFill>
                  <a:schemeClr val="bg1"/>
                </a:solidFill>
              </a:defRPr>
            </a:lvl2pPr>
            <a:lvl3pPr marL="804863" indent="-285750">
              <a:spcBef>
                <a:spcPts val="600"/>
              </a:spcBef>
              <a:spcAft>
                <a:spcPts val="600"/>
              </a:spcAft>
              <a:defRPr sz="1800">
                <a:solidFill>
                  <a:schemeClr val="bg1"/>
                </a:solidFill>
              </a:defRPr>
            </a:lvl3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16" name="Date Placeholder 3">
            <a:extLst>
              <a:ext uri="{FF2B5EF4-FFF2-40B4-BE49-F238E27FC236}">
                <a16:creationId xmlns:a16="http://schemas.microsoft.com/office/drawing/2014/main" id="{74BF3EA2-4FA9-D3A5-576E-47587FE54274}"/>
              </a:ext>
              <a:ext uri="{C183D7F6-B498-43B3-948B-1728B52AA6E4}">
                <adec:decorative xmlns:adec="http://schemas.microsoft.com/office/drawing/2017/decorative" val="1"/>
              </a:ext>
            </a:extLst>
          </p:cNvPr>
          <p:cNvSpPr>
            <a:spLocks noGrp="1"/>
          </p:cNvSpPr>
          <p:nvPr>
            <p:ph type="dt" sz="half" idx="10"/>
          </p:nvPr>
        </p:nvSpPr>
        <p:spPr>
          <a:xfrm>
            <a:off x="528299" y="6356350"/>
            <a:ext cx="2743200" cy="365125"/>
          </a:xfrm>
        </p:spPr>
        <p:txBody>
          <a:bodyPr/>
          <a:lstStyle>
            <a:lvl1pPr>
              <a:defRPr>
                <a:solidFill>
                  <a:schemeClr val="bg1"/>
                </a:solidFill>
              </a:defRPr>
            </a:lvl1pPr>
          </a:lstStyle>
          <a:p>
            <a:fld id="{033BACA3-B532-4EAA-90F7-C05FFCCD393A}" type="datetime1">
              <a:rPr lang="en-AU" smtClean="0"/>
              <a:pPr/>
              <a:t>27/5/2025</a:t>
            </a:fld>
            <a:endParaRPr lang="en-AU"/>
          </a:p>
        </p:txBody>
      </p:sp>
      <p:sp>
        <p:nvSpPr>
          <p:cNvPr id="17" name="Footer Placeholder 4">
            <a:extLst>
              <a:ext uri="{FF2B5EF4-FFF2-40B4-BE49-F238E27FC236}">
                <a16:creationId xmlns:a16="http://schemas.microsoft.com/office/drawing/2014/main" id="{DFEC8E5B-64B1-A956-89B6-673A84DA0AE5}"/>
              </a:ext>
              <a:ext uri="{C183D7F6-B498-43B3-948B-1728B52AA6E4}">
                <adec:decorative xmlns:adec="http://schemas.microsoft.com/office/drawing/2017/decorative" val="1"/>
              </a:ext>
            </a:extLst>
          </p:cNvPr>
          <p:cNvSpPr>
            <a:spLocks noGrp="1"/>
          </p:cNvSpPr>
          <p:nvPr>
            <p:ph type="ftr" sz="quarter" idx="11"/>
          </p:nvPr>
        </p:nvSpPr>
        <p:spPr>
          <a:xfrm>
            <a:off x="4038600" y="6368504"/>
            <a:ext cx="4114800" cy="365125"/>
          </a:xfrm>
        </p:spPr>
        <p:txBody>
          <a:bodyPr/>
          <a:lstStyle>
            <a:lvl1pPr>
              <a:defRPr>
                <a:solidFill>
                  <a:schemeClr val="bg1"/>
                </a:solidFill>
              </a:defRPr>
            </a:lvl1pPr>
          </a:lstStyle>
          <a:p>
            <a:endParaRPr lang="en-AU"/>
          </a:p>
        </p:txBody>
      </p:sp>
      <p:pic>
        <p:nvPicPr>
          <p:cNvPr id="18" name="Picture 17">
            <a:extLst>
              <a:ext uri="{FF2B5EF4-FFF2-40B4-BE49-F238E27FC236}">
                <a16:creationId xmlns:a16="http://schemas.microsoft.com/office/drawing/2014/main" id="{19E23DEE-96C7-88B0-095E-AAE449A184C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19" name="Slide Number Placeholder 5">
            <a:extLst>
              <a:ext uri="{FF2B5EF4-FFF2-40B4-BE49-F238E27FC236}">
                <a16:creationId xmlns:a16="http://schemas.microsoft.com/office/drawing/2014/main" id="{62490AC6-58C9-88B2-5213-FD626EE9BC35}"/>
              </a:ext>
            </a:extLst>
          </p:cNvPr>
          <p:cNvSpPr>
            <a:spLocks noGrp="1"/>
          </p:cNvSpPr>
          <p:nvPr>
            <p:ph type="sldNum" sz="quarter" idx="12"/>
          </p:nvPr>
        </p:nvSpPr>
        <p:spPr>
          <a:xfrm>
            <a:off x="8920501" y="6356350"/>
            <a:ext cx="2743200" cy="365125"/>
          </a:xfrm>
        </p:spPr>
        <p:txBody>
          <a:bodyPr rIns="0"/>
          <a:lstStyle>
            <a:lvl1pPr>
              <a:defRPr>
                <a:solidFill>
                  <a:schemeClr val="bg1"/>
                </a:solidFill>
              </a:defRPr>
            </a:lvl1pPr>
          </a:lstStyle>
          <a:p>
            <a:fld id="{6F6F96F8-3C4A-44BA-8813-69AD9933C9F2}" type="slidenum">
              <a:rPr lang="en-AU" smtClean="0"/>
              <a:pPr/>
              <a:t>‹#›</a:t>
            </a:fld>
            <a:endParaRPr lang="en-AU"/>
          </a:p>
        </p:txBody>
      </p:sp>
      <p:sp>
        <p:nvSpPr>
          <p:cNvPr id="20" name="Parallelogram 5">
            <a:extLst>
              <a:ext uri="{FF2B5EF4-FFF2-40B4-BE49-F238E27FC236}">
                <a16:creationId xmlns:a16="http://schemas.microsoft.com/office/drawing/2014/main" id="{6707AA49-0656-03AB-BA0D-FD859139AE67}"/>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1" name="Straight Connector 20">
            <a:extLst>
              <a:ext uri="{FF2B5EF4-FFF2-40B4-BE49-F238E27FC236}">
                <a16:creationId xmlns:a16="http://schemas.microsoft.com/office/drawing/2014/main" id="{5B619968-E843-A94F-B699-A8471F62217D}"/>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157307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wo column bullets_6">
    <p:bg>
      <p:bgPr>
        <a:solidFill>
          <a:schemeClr val="accent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5FC8AD6-D94B-1F04-3309-8EE3AF01AFE1}"/>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13" name="Text Placeholder 7">
            <a:extLst>
              <a:ext uri="{FF2B5EF4-FFF2-40B4-BE49-F238E27FC236}">
                <a16:creationId xmlns:a16="http://schemas.microsoft.com/office/drawing/2014/main" id="{396B3E7E-AA81-DC4E-E8FD-4156D6E72345}"/>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14" name="Content Placeholder 2">
            <a:extLst>
              <a:ext uri="{FF2B5EF4-FFF2-40B4-BE49-F238E27FC236}">
                <a16:creationId xmlns:a16="http://schemas.microsoft.com/office/drawing/2014/main" id="{77261246-93EB-FB7C-5235-6D57832FAE74}"/>
              </a:ext>
            </a:extLst>
          </p:cNvPr>
          <p:cNvSpPr>
            <a:spLocks noGrp="1"/>
          </p:cNvSpPr>
          <p:nvPr>
            <p:ph idx="1"/>
          </p:nvPr>
        </p:nvSpPr>
        <p:spPr>
          <a:xfrm>
            <a:off x="623419" y="1536772"/>
            <a:ext cx="5436000" cy="4640191"/>
          </a:xfrm>
        </p:spPr>
        <p:txBody>
          <a:bodyPr/>
          <a:lstStyle>
            <a:lvl1pPr marL="285750" indent="-285750">
              <a:spcBef>
                <a:spcPts val="600"/>
              </a:spcBef>
              <a:spcAft>
                <a:spcPts val="600"/>
              </a:spcAft>
              <a:buFont typeface="Arial" panose="020B0604020202020204" pitchFamily="34" charset="0"/>
              <a:buChar char="•"/>
              <a:defRPr>
                <a:solidFill>
                  <a:schemeClr val="bg1"/>
                </a:solidFill>
              </a:defRPr>
            </a:lvl1pPr>
            <a:lvl2pPr marL="533400" indent="-261938">
              <a:spcBef>
                <a:spcPts val="600"/>
              </a:spcBef>
              <a:spcAft>
                <a:spcPts val="600"/>
              </a:spcAft>
              <a:buFont typeface="Courier New" panose="02070309020205020404" pitchFamily="49" charset="0"/>
              <a:buChar char="-"/>
              <a:defRPr sz="1800">
                <a:solidFill>
                  <a:schemeClr val="bg1"/>
                </a:solidFill>
              </a:defRPr>
            </a:lvl2pPr>
            <a:lvl3pPr marL="804863" indent="-285750">
              <a:spcBef>
                <a:spcPts val="600"/>
              </a:spcBef>
              <a:spcAft>
                <a:spcPts val="600"/>
              </a:spcAft>
              <a:defRPr sz="1800">
                <a:solidFill>
                  <a:schemeClr val="bg1"/>
                </a:solidFill>
              </a:defRPr>
            </a:lvl3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15" name="Content Placeholder 2">
            <a:extLst>
              <a:ext uri="{FF2B5EF4-FFF2-40B4-BE49-F238E27FC236}">
                <a16:creationId xmlns:a16="http://schemas.microsoft.com/office/drawing/2014/main" id="{3BD71BC7-48AB-CD8C-D3E4-A5B8B912EEEC}"/>
              </a:ext>
            </a:extLst>
          </p:cNvPr>
          <p:cNvSpPr>
            <a:spLocks noGrp="1"/>
          </p:cNvSpPr>
          <p:nvPr>
            <p:ph idx="14"/>
          </p:nvPr>
        </p:nvSpPr>
        <p:spPr>
          <a:xfrm>
            <a:off x="6227699" y="1536772"/>
            <a:ext cx="5436000" cy="4640191"/>
          </a:xfrm>
        </p:spPr>
        <p:txBody>
          <a:bodyPr/>
          <a:lstStyle>
            <a:lvl1pPr marL="285750" indent="-285750">
              <a:spcBef>
                <a:spcPts val="600"/>
              </a:spcBef>
              <a:spcAft>
                <a:spcPts val="600"/>
              </a:spcAft>
              <a:buFont typeface="Arial" panose="020B0604020202020204" pitchFamily="34" charset="0"/>
              <a:buChar char="•"/>
              <a:defRPr>
                <a:solidFill>
                  <a:schemeClr val="bg1"/>
                </a:solidFill>
              </a:defRPr>
            </a:lvl1pPr>
            <a:lvl2pPr marL="533400" indent="-261938">
              <a:spcBef>
                <a:spcPts val="600"/>
              </a:spcBef>
              <a:spcAft>
                <a:spcPts val="600"/>
              </a:spcAft>
              <a:buFont typeface="Courier New" panose="02070309020205020404" pitchFamily="49" charset="0"/>
              <a:buChar char="-"/>
              <a:defRPr sz="1800">
                <a:solidFill>
                  <a:schemeClr val="bg1"/>
                </a:solidFill>
              </a:defRPr>
            </a:lvl2pPr>
            <a:lvl3pPr marL="804863" indent="-285750">
              <a:spcBef>
                <a:spcPts val="600"/>
              </a:spcBef>
              <a:spcAft>
                <a:spcPts val="600"/>
              </a:spcAft>
              <a:defRPr sz="1800">
                <a:solidFill>
                  <a:schemeClr val="bg1"/>
                </a:solidFill>
              </a:defRPr>
            </a:lvl3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16" name="Date Placeholder 3">
            <a:extLst>
              <a:ext uri="{FF2B5EF4-FFF2-40B4-BE49-F238E27FC236}">
                <a16:creationId xmlns:a16="http://schemas.microsoft.com/office/drawing/2014/main" id="{E0737C32-F5C3-238C-BC09-782ECF2BE7E7}"/>
              </a:ext>
              <a:ext uri="{C183D7F6-B498-43B3-948B-1728B52AA6E4}">
                <adec:decorative xmlns:adec="http://schemas.microsoft.com/office/drawing/2017/decorative" val="1"/>
              </a:ext>
            </a:extLst>
          </p:cNvPr>
          <p:cNvSpPr>
            <a:spLocks noGrp="1"/>
          </p:cNvSpPr>
          <p:nvPr>
            <p:ph type="dt" sz="half" idx="10"/>
          </p:nvPr>
        </p:nvSpPr>
        <p:spPr>
          <a:xfrm>
            <a:off x="528299" y="6356350"/>
            <a:ext cx="2743200" cy="365125"/>
          </a:xfrm>
        </p:spPr>
        <p:txBody>
          <a:bodyPr/>
          <a:lstStyle>
            <a:lvl1pPr>
              <a:defRPr>
                <a:solidFill>
                  <a:schemeClr val="bg1"/>
                </a:solidFill>
              </a:defRPr>
            </a:lvl1pPr>
          </a:lstStyle>
          <a:p>
            <a:fld id="{033BACA3-B532-4EAA-90F7-C05FFCCD393A}" type="datetime1">
              <a:rPr lang="en-AU" smtClean="0"/>
              <a:pPr/>
              <a:t>27/5/2025</a:t>
            </a:fld>
            <a:endParaRPr lang="en-AU" dirty="0"/>
          </a:p>
        </p:txBody>
      </p:sp>
      <p:sp>
        <p:nvSpPr>
          <p:cNvPr id="17" name="Footer Placeholder 4">
            <a:extLst>
              <a:ext uri="{FF2B5EF4-FFF2-40B4-BE49-F238E27FC236}">
                <a16:creationId xmlns:a16="http://schemas.microsoft.com/office/drawing/2014/main" id="{B1616C16-6B74-63DC-2D2F-411B2FA0FA15}"/>
              </a:ext>
              <a:ext uri="{C183D7F6-B498-43B3-948B-1728B52AA6E4}">
                <adec:decorative xmlns:adec="http://schemas.microsoft.com/office/drawing/2017/decorative" val="1"/>
              </a:ext>
            </a:extLst>
          </p:cNvPr>
          <p:cNvSpPr>
            <a:spLocks noGrp="1"/>
          </p:cNvSpPr>
          <p:nvPr>
            <p:ph type="ftr" sz="quarter" idx="11"/>
          </p:nvPr>
        </p:nvSpPr>
        <p:spPr>
          <a:xfrm>
            <a:off x="4038600" y="6368504"/>
            <a:ext cx="4114800" cy="365125"/>
          </a:xfrm>
        </p:spPr>
        <p:txBody>
          <a:bodyPr/>
          <a:lstStyle>
            <a:lvl1pPr>
              <a:defRPr>
                <a:solidFill>
                  <a:schemeClr val="bg1"/>
                </a:solidFill>
              </a:defRPr>
            </a:lvl1pPr>
          </a:lstStyle>
          <a:p>
            <a:endParaRPr lang="en-AU"/>
          </a:p>
        </p:txBody>
      </p:sp>
      <p:pic>
        <p:nvPicPr>
          <p:cNvPr id="18" name="Picture 17">
            <a:extLst>
              <a:ext uri="{FF2B5EF4-FFF2-40B4-BE49-F238E27FC236}">
                <a16:creationId xmlns:a16="http://schemas.microsoft.com/office/drawing/2014/main" id="{C78C1AFD-5AFC-8997-A89D-FFE81B300D0E}"/>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19" name="Slide Number Placeholder 5">
            <a:extLst>
              <a:ext uri="{FF2B5EF4-FFF2-40B4-BE49-F238E27FC236}">
                <a16:creationId xmlns:a16="http://schemas.microsoft.com/office/drawing/2014/main" id="{BB4A119A-1650-EAC5-CF19-B12EEAA18BA9}"/>
              </a:ext>
            </a:extLst>
          </p:cNvPr>
          <p:cNvSpPr>
            <a:spLocks noGrp="1"/>
          </p:cNvSpPr>
          <p:nvPr>
            <p:ph type="sldNum" sz="quarter" idx="12"/>
          </p:nvPr>
        </p:nvSpPr>
        <p:spPr>
          <a:xfrm>
            <a:off x="8920501" y="6356350"/>
            <a:ext cx="2743200" cy="365125"/>
          </a:xfrm>
        </p:spPr>
        <p:txBody>
          <a:bodyPr rIns="0"/>
          <a:lstStyle>
            <a:lvl1pPr>
              <a:defRPr>
                <a:solidFill>
                  <a:schemeClr val="bg1"/>
                </a:solidFill>
              </a:defRPr>
            </a:lvl1pPr>
          </a:lstStyle>
          <a:p>
            <a:fld id="{6F6F96F8-3C4A-44BA-8813-69AD9933C9F2}" type="slidenum">
              <a:rPr lang="en-AU" smtClean="0"/>
              <a:pPr/>
              <a:t>‹#›</a:t>
            </a:fld>
            <a:endParaRPr lang="en-AU"/>
          </a:p>
        </p:txBody>
      </p:sp>
      <p:sp>
        <p:nvSpPr>
          <p:cNvPr id="20" name="Parallelogram 5">
            <a:extLst>
              <a:ext uri="{FF2B5EF4-FFF2-40B4-BE49-F238E27FC236}">
                <a16:creationId xmlns:a16="http://schemas.microsoft.com/office/drawing/2014/main" id="{65836C0F-64A8-8AEC-C2F7-69573CE82208}"/>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1" name="Straight Connector 20">
            <a:extLst>
              <a:ext uri="{FF2B5EF4-FFF2-40B4-BE49-F238E27FC236}">
                <a16:creationId xmlns:a16="http://schemas.microsoft.com/office/drawing/2014/main" id="{62DB00A0-4F5B-A5C1-8CB5-BFEA85A3A73C}"/>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774436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am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21041" cy="538616"/>
          </a:xfrm>
        </p:spPr>
        <p:txBody>
          <a:bodyPr/>
          <a:lstStyle/>
          <a:p>
            <a:r>
              <a:rPr lang="en-US" noProof="0"/>
              <a:t>Click to edit Master title style</a:t>
            </a:r>
            <a:endParaRPr lang="en-AU" noProof="0" dirty="0"/>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p>
            <a:fld id="{A17E76C1-6860-4658-ACAF-BC70864B9A34}" type="datetime1">
              <a:rPr lang="en-AU" smtClean="0"/>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AU"/>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21041" cy="314516"/>
          </a:xfrm>
        </p:spPr>
        <p:txBody>
          <a:bodyPr>
            <a:noAutofit/>
          </a:bodyPr>
          <a:lstStyle>
            <a:lvl1pPr marL="0" indent="0">
              <a:buNone/>
              <a:defRPr sz="2000" cap="all" baseline="0">
                <a:solidFill>
                  <a:schemeClr val="bg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47CF7FA8-C4AD-7FD2-8E59-3C848A877909}"/>
              </a:ext>
              <a:ext uri="{C183D7F6-B498-43B3-948B-1728B52AA6E4}">
                <adec:decorative xmlns:adec="http://schemas.microsoft.com/office/drawing/2017/decorative" val="1"/>
              </a:ext>
            </a:extLst>
          </p:cNvPr>
          <p:cNvSpPr>
            <a:spLocks noGrp="1"/>
          </p:cNvSpPr>
          <p:nvPr>
            <p:ph type="pic" sz="quarter" idx="14"/>
          </p:nvPr>
        </p:nvSpPr>
        <p:spPr>
          <a:xfrm>
            <a:off x="623888" y="1642243"/>
            <a:ext cx="1440000" cy="1332000"/>
          </a:xfrm>
        </p:spPr>
        <p:txBody>
          <a:bodyPr/>
          <a:lstStyle/>
          <a:p>
            <a:r>
              <a:rPr lang="en-US"/>
              <a:t>Click icon to add picture</a:t>
            </a:r>
            <a:endParaRPr lang="en-AU"/>
          </a:p>
        </p:txBody>
      </p:sp>
      <p:sp>
        <p:nvSpPr>
          <p:cNvPr id="12" name="Text Placeholder 11">
            <a:extLst>
              <a:ext uri="{FF2B5EF4-FFF2-40B4-BE49-F238E27FC236}">
                <a16:creationId xmlns:a16="http://schemas.microsoft.com/office/drawing/2014/main" id="{D39648AA-1896-A973-6E34-2A2340E1B8DA}"/>
              </a:ext>
            </a:extLst>
          </p:cNvPr>
          <p:cNvSpPr>
            <a:spLocks noGrp="1"/>
          </p:cNvSpPr>
          <p:nvPr>
            <p:ph type="body" sz="quarter" idx="15"/>
          </p:nvPr>
        </p:nvSpPr>
        <p:spPr>
          <a:xfrm>
            <a:off x="623888" y="3117030"/>
            <a:ext cx="1965325" cy="3083754"/>
          </a:xfrm>
        </p:spPr>
        <p:txBody>
          <a:bodyPr lIns="0"/>
          <a:lstStyle/>
          <a:p>
            <a:pPr lvl="0"/>
            <a:r>
              <a:rPr lang="en-US" noProof="0"/>
              <a:t>Click to edit Master text styles</a:t>
            </a:r>
          </a:p>
        </p:txBody>
      </p:sp>
      <p:sp>
        <p:nvSpPr>
          <p:cNvPr id="13" name="Picture Placeholder 9">
            <a:extLst>
              <a:ext uri="{FF2B5EF4-FFF2-40B4-BE49-F238E27FC236}">
                <a16:creationId xmlns:a16="http://schemas.microsoft.com/office/drawing/2014/main" id="{51BFC13D-B02E-9C75-9563-9D18A6276698}"/>
              </a:ext>
              <a:ext uri="{C183D7F6-B498-43B3-948B-1728B52AA6E4}">
                <adec:decorative xmlns:adec="http://schemas.microsoft.com/office/drawing/2017/decorative" val="1"/>
              </a:ext>
            </a:extLst>
          </p:cNvPr>
          <p:cNvSpPr>
            <a:spLocks noGrp="1"/>
          </p:cNvSpPr>
          <p:nvPr>
            <p:ph type="pic" sz="quarter" idx="16"/>
          </p:nvPr>
        </p:nvSpPr>
        <p:spPr>
          <a:xfrm>
            <a:off x="2892510" y="1642243"/>
            <a:ext cx="1440000" cy="1332000"/>
          </a:xfrm>
        </p:spPr>
        <p:txBody>
          <a:bodyPr/>
          <a:lstStyle/>
          <a:p>
            <a:r>
              <a:rPr lang="en-US"/>
              <a:t>Click icon to add picture</a:t>
            </a:r>
            <a:endParaRPr lang="en-AU"/>
          </a:p>
        </p:txBody>
      </p:sp>
      <p:sp>
        <p:nvSpPr>
          <p:cNvPr id="14" name="Text Placeholder 11">
            <a:extLst>
              <a:ext uri="{FF2B5EF4-FFF2-40B4-BE49-F238E27FC236}">
                <a16:creationId xmlns:a16="http://schemas.microsoft.com/office/drawing/2014/main" id="{D6817FBA-FFA8-F6BD-ECDA-D1951F4CA1ED}"/>
              </a:ext>
            </a:extLst>
          </p:cNvPr>
          <p:cNvSpPr>
            <a:spLocks noGrp="1"/>
          </p:cNvSpPr>
          <p:nvPr>
            <p:ph type="body" sz="quarter" idx="17"/>
          </p:nvPr>
        </p:nvSpPr>
        <p:spPr>
          <a:xfrm>
            <a:off x="2892510" y="3117030"/>
            <a:ext cx="1965325" cy="3083754"/>
          </a:xfrm>
        </p:spPr>
        <p:txBody>
          <a:bodyPr lIns="0"/>
          <a:lstStyle/>
          <a:p>
            <a:pPr lvl="0"/>
            <a:r>
              <a:rPr lang="en-US" noProof="0"/>
              <a:t>Click to edit Master text styles</a:t>
            </a:r>
          </a:p>
        </p:txBody>
      </p:sp>
      <p:sp>
        <p:nvSpPr>
          <p:cNvPr id="15" name="Picture Placeholder 9">
            <a:extLst>
              <a:ext uri="{FF2B5EF4-FFF2-40B4-BE49-F238E27FC236}">
                <a16:creationId xmlns:a16="http://schemas.microsoft.com/office/drawing/2014/main" id="{619CAA18-95B8-37B6-2185-3D9BB858B8A6}"/>
              </a:ext>
              <a:ext uri="{C183D7F6-B498-43B3-948B-1728B52AA6E4}">
                <adec:decorative xmlns:adec="http://schemas.microsoft.com/office/drawing/2017/decorative" val="1"/>
              </a:ext>
            </a:extLst>
          </p:cNvPr>
          <p:cNvSpPr>
            <a:spLocks noGrp="1"/>
          </p:cNvSpPr>
          <p:nvPr>
            <p:ph type="pic" sz="quarter" idx="18"/>
          </p:nvPr>
        </p:nvSpPr>
        <p:spPr>
          <a:xfrm>
            <a:off x="5161132" y="1642243"/>
            <a:ext cx="1440000" cy="1332000"/>
          </a:xfrm>
        </p:spPr>
        <p:txBody>
          <a:bodyPr/>
          <a:lstStyle/>
          <a:p>
            <a:r>
              <a:rPr lang="en-US"/>
              <a:t>Click icon to add picture</a:t>
            </a:r>
            <a:endParaRPr lang="en-AU"/>
          </a:p>
        </p:txBody>
      </p:sp>
      <p:sp>
        <p:nvSpPr>
          <p:cNvPr id="16" name="Text Placeholder 11">
            <a:extLst>
              <a:ext uri="{FF2B5EF4-FFF2-40B4-BE49-F238E27FC236}">
                <a16:creationId xmlns:a16="http://schemas.microsoft.com/office/drawing/2014/main" id="{CB2465CA-371B-F473-3AFF-C27B3B2E93FE}"/>
              </a:ext>
            </a:extLst>
          </p:cNvPr>
          <p:cNvSpPr>
            <a:spLocks noGrp="1"/>
          </p:cNvSpPr>
          <p:nvPr>
            <p:ph type="body" sz="quarter" idx="19"/>
          </p:nvPr>
        </p:nvSpPr>
        <p:spPr>
          <a:xfrm>
            <a:off x="5161132" y="3117030"/>
            <a:ext cx="1965325" cy="3083754"/>
          </a:xfrm>
        </p:spPr>
        <p:txBody>
          <a:bodyPr lIns="0"/>
          <a:lstStyle/>
          <a:p>
            <a:pPr lvl="0"/>
            <a:r>
              <a:rPr lang="en-US" noProof="0"/>
              <a:t>Click to edit Master text styles</a:t>
            </a:r>
          </a:p>
        </p:txBody>
      </p:sp>
      <p:sp>
        <p:nvSpPr>
          <p:cNvPr id="17" name="Picture Placeholder 9">
            <a:extLst>
              <a:ext uri="{FF2B5EF4-FFF2-40B4-BE49-F238E27FC236}">
                <a16:creationId xmlns:a16="http://schemas.microsoft.com/office/drawing/2014/main" id="{6F7B2BCA-54D6-AE09-9758-EDA3F18504F0}"/>
              </a:ext>
              <a:ext uri="{C183D7F6-B498-43B3-948B-1728B52AA6E4}">
                <adec:decorative xmlns:adec="http://schemas.microsoft.com/office/drawing/2017/decorative" val="1"/>
              </a:ext>
            </a:extLst>
          </p:cNvPr>
          <p:cNvSpPr>
            <a:spLocks noGrp="1"/>
          </p:cNvSpPr>
          <p:nvPr>
            <p:ph type="pic" sz="quarter" idx="20"/>
          </p:nvPr>
        </p:nvSpPr>
        <p:spPr>
          <a:xfrm>
            <a:off x="7429754" y="1642243"/>
            <a:ext cx="1440000" cy="1332000"/>
          </a:xfrm>
        </p:spPr>
        <p:txBody>
          <a:bodyPr/>
          <a:lstStyle/>
          <a:p>
            <a:r>
              <a:rPr lang="en-US"/>
              <a:t>Click icon to add picture</a:t>
            </a:r>
            <a:endParaRPr lang="en-AU"/>
          </a:p>
        </p:txBody>
      </p:sp>
      <p:sp>
        <p:nvSpPr>
          <p:cNvPr id="18" name="Text Placeholder 11">
            <a:extLst>
              <a:ext uri="{FF2B5EF4-FFF2-40B4-BE49-F238E27FC236}">
                <a16:creationId xmlns:a16="http://schemas.microsoft.com/office/drawing/2014/main" id="{E795FE70-7B56-EE83-8113-34015BDE0DB7}"/>
              </a:ext>
            </a:extLst>
          </p:cNvPr>
          <p:cNvSpPr>
            <a:spLocks noGrp="1"/>
          </p:cNvSpPr>
          <p:nvPr>
            <p:ph type="body" sz="quarter" idx="21"/>
          </p:nvPr>
        </p:nvSpPr>
        <p:spPr>
          <a:xfrm>
            <a:off x="7429754" y="3117030"/>
            <a:ext cx="1965325" cy="3083754"/>
          </a:xfrm>
        </p:spPr>
        <p:txBody>
          <a:bodyPr lIns="0"/>
          <a:lstStyle/>
          <a:p>
            <a:pPr lvl="0"/>
            <a:r>
              <a:rPr lang="en-US" noProof="0"/>
              <a:t>Click to edit Master text styles</a:t>
            </a:r>
          </a:p>
        </p:txBody>
      </p:sp>
      <p:sp>
        <p:nvSpPr>
          <p:cNvPr id="19" name="Picture Placeholder 9">
            <a:extLst>
              <a:ext uri="{FF2B5EF4-FFF2-40B4-BE49-F238E27FC236}">
                <a16:creationId xmlns:a16="http://schemas.microsoft.com/office/drawing/2014/main" id="{E7DB1208-E577-6B1E-B52C-E384487ED9FC}"/>
              </a:ext>
              <a:ext uri="{C183D7F6-B498-43B3-948B-1728B52AA6E4}">
                <adec:decorative xmlns:adec="http://schemas.microsoft.com/office/drawing/2017/decorative" val="1"/>
              </a:ext>
            </a:extLst>
          </p:cNvPr>
          <p:cNvSpPr>
            <a:spLocks noGrp="1"/>
          </p:cNvSpPr>
          <p:nvPr>
            <p:ph type="pic" sz="quarter" idx="22"/>
          </p:nvPr>
        </p:nvSpPr>
        <p:spPr>
          <a:xfrm>
            <a:off x="9698376" y="1642243"/>
            <a:ext cx="1440000" cy="1332000"/>
          </a:xfrm>
        </p:spPr>
        <p:txBody>
          <a:bodyPr/>
          <a:lstStyle/>
          <a:p>
            <a:r>
              <a:rPr lang="en-US"/>
              <a:t>Click icon to add picture</a:t>
            </a:r>
            <a:endParaRPr lang="en-AU"/>
          </a:p>
        </p:txBody>
      </p:sp>
      <p:sp>
        <p:nvSpPr>
          <p:cNvPr id="20" name="Text Placeholder 11">
            <a:extLst>
              <a:ext uri="{FF2B5EF4-FFF2-40B4-BE49-F238E27FC236}">
                <a16:creationId xmlns:a16="http://schemas.microsoft.com/office/drawing/2014/main" id="{E9201BF0-E79A-9003-6A82-A2A6A4D03B9D}"/>
              </a:ext>
            </a:extLst>
          </p:cNvPr>
          <p:cNvSpPr>
            <a:spLocks noGrp="1"/>
          </p:cNvSpPr>
          <p:nvPr>
            <p:ph type="body" sz="quarter" idx="23"/>
          </p:nvPr>
        </p:nvSpPr>
        <p:spPr>
          <a:xfrm>
            <a:off x="9698376" y="3117030"/>
            <a:ext cx="1965325" cy="3083754"/>
          </a:xfrm>
        </p:spPr>
        <p:txBody>
          <a:bodyPr lIns="0"/>
          <a:lstStyle/>
          <a:p>
            <a:pPr lvl="0"/>
            <a:r>
              <a:rPr lang="en-US" noProof="0"/>
              <a:t>Click to edit Master text styles</a:t>
            </a:r>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baseline="0">
                <a:solidFill>
                  <a:schemeClr val="tx1"/>
                </a:solidFill>
              </a:defRPr>
            </a:lvl1pPr>
          </a:lstStyle>
          <a:p>
            <a:fld id="{6F6F96F8-3C4A-44BA-8813-69AD9933C9F2}" type="slidenum">
              <a:rPr lang="en-AU" smtClean="0"/>
              <a:pPr/>
              <a:t>‹#›</a:t>
            </a:fld>
            <a:endParaRPr lang="en-AU"/>
          </a:p>
        </p:txBody>
      </p:sp>
    </p:spTree>
    <p:extLst>
      <p:ext uri="{BB962C8B-B14F-4D97-AF65-F5344CB8AC3E}">
        <p14:creationId xmlns:p14="http://schemas.microsoft.com/office/powerpoint/2010/main" val="160710563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Team slide_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21041" cy="538616"/>
          </a:xfrm>
        </p:spPr>
        <p:txBody>
          <a:bodyPr/>
          <a:lstStyle/>
          <a:p>
            <a:r>
              <a:rPr lang="en-US" noProof="0"/>
              <a:t>Click to edit Master title style</a:t>
            </a:r>
            <a:endParaRPr lang="en-AU" noProof="0" dirty="0"/>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p>
            <a:fld id="{A17E76C1-6860-4658-ACAF-BC70864B9A34}" type="datetime1">
              <a:rPr lang="en-AU" smtClean="0"/>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AU"/>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21041" cy="314516"/>
          </a:xfrm>
        </p:spPr>
        <p:txBody>
          <a:bodyPr>
            <a:noAutofit/>
          </a:bodyPr>
          <a:lstStyle>
            <a:lvl1pPr marL="0" indent="0">
              <a:buNone/>
              <a:defRPr sz="2000" cap="all" baseline="0">
                <a:solidFill>
                  <a:schemeClr val="bg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47CF7FA8-C4AD-7FD2-8E59-3C848A877909}"/>
              </a:ext>
              <a:ext uri="{C183D7F6-B498-43B3-948B-1728B52AA6E4}">
                <adec:decorative xmlns:adec="http://schemas.microsoft.com/office/drawing/2017/decorative" val="1"/>
              </a:ext>
            </a:extLst>
          </p:cNvPr>
          <p:cNvSpPr>
            <a:spLocks noGrp="1"/>
          </p:cNvSpPr>
          <p:nvPr>
            <p:ph type="pic" sz="quarter" idx="14"/>
          </p:nvPr>
        </p:nvSpPr>
        <p:spPr>
          <a:xfrm>
            <a:off x="623888" y="1642243"/>
            <a:ext cx="1440000" cy="1332000"/>
          </a:xfrm>
        </p:spPr>
        <p:txBody>
          <a:bodyPr/>
          <a:lstStyle/>
          <a:p>
            <a:r>
              <a:rPr lang="en-US"/>
              <a:t>Click icon to add picture</a:t>
            </a:r>
            <a:endParaRPr lang="en-AU"/>
          </a:p>
        </p:txBody>
      </p:sp>
      <p:sp>
        <p:nvSpPr>
          <p:cNvPr id="12" name="Text Placeholder 11">
            <a:extLst>
              <a:ext uri="{FF2B5EF4-FFF2-40B4-BE49-F238E27FC236}">
                <a16:creationId xmlns:a16="http://schemas.microsoft.com/office/drawing/2014/main" id="{D39648AA-1896-A973-6E34-2A2340E1B8DA}"/>
              </a:ext>
            </a:extLst>
          </p:cNvPr>
          <p:cNvSpPr>
            <a:spLocks noGrp="1"/>
          </p:cNvSpPr>
          <p:nvPr>
            <p:ph type="body" sz="quarter" idx="15"/>
          </p:nvPr>
        </p:nvSpPr>
        <p:spPr>
          <a:xfrm>
            <a:off x="623888" y="3117030"/>
            <a:ext cx="1965325" cy="3083754"/>
          </a:xfrm>
        </p:spPr>
        <p:txBody>
          <a:bodyPr lIns="0"/>
          <a:lstStyle/>
          <a:p>
            <a:pPr lvl="0"/>
            <a:r>
              <a:rPr lang="en-US" noProof="0"/>
              <a:t>Click to edit Master text styles</a:t>
            </a:r>
          </a:p>
        </p:txBody>
      </p:sp>
      <p:sp>
        <p:nvSpPr>
          <p:cNvPr id="13" name="Picture Placeholder 9">
            <a:extLst>
              <a:ext uri="{FF2B5EF4-FFF2-40B4-BE49-F238E27FC236}">
                <a16:creationId xmlns:a16="http://schemas.microsoft.com/office/drawing/2014/main" id="{51BFC13D-B02E-9C75-9563-9D18A6276698}"/>
              </a:ext>
              <a:ext uri="{C183D7F6-B498-43B3-948B-1728B52AA6E4}">
                <adec:decorative xmlns:adec="http://schemas.microsoft.com/office/drawing/2017/decorative" val="1"/>
              </a:ext>
            </a:extLst>
          </p:cNvPr>
          <p:cNvSpPr>
            <a:spLocks noGrp="1"/>
          </p:cNvSpPr>
          <p:nvPr>
            <p:ph type="pic" sz="quarter" idx="16"/>
          </p:nvPr>
        </p:nvSpPr>
        <p:spPr>
          <a:xfrm>
            <a:off x="2892510" y="1642243"/>
            <a:ext cx="1440000" cy="1332000"/>
          </a:xfrm>
        </p:spPr>
        <p:txBody>
          <a:bodyPr/>
          <a:lstStyle/>
          <a:p>
            <a:r>
              <a:rPr lang="en-US"/>
              <a:t>Click icon to add picture</a:t>
            </a:r>
            <a:endParaRPr lang="en-AU"/>
          </a:p>
        </p:txBody>
      </p:sp>
      <p:sp>
        <p:nvSpPr>
          <p:cNvPr id="14" name="Text Placeholder 11">
            <a:extLst>
              <a:ext uri="{FF2B5EF4-FFF2-40B4-BE49-F238E27FC236}">
                <a16:creationId xmlns:a16="http://schemas.microsoft.com/office/drawing/2014/main" id="{D6817FBA-FFA8-F6BD-ECDA-D1951F4CA1ED}"/>
              </a:ext>
            </a:extLst>
          </p:cNvPr>
          <p:cNvSpPr>
            <a:spLocks noGrp="1"/>
          </p:cNvSpPr>
          <p:nvPr>
            <p:ph type="body" sz="quarter" idx="17"/>
          </p:nvPr>
        </p:nvSpPr>
        <p:spPr>
          <a:xfrm>
            <a:off x="2892510" y="3117030"/>
            <a:ext cx="1965325" cy="3083754"/>
          </a:xfrm>
        </p:spPr>
        <p:txBody>
          <a:bodyPr lIns="0"/>
          <a:lstStyle/>
          <a:p>
            <a:pPr lvl="0"/>
            <a:r>
              <a:rPr lang="en-US" noProof="0"/>
              <a:t>Click to edit Master text styles</a:t>
            </a:r>
          </a:p>
        </p:txBody>
      </p:sp>
      <p:sp>
        <p:nvSpPr>
          <p:cNvPr id="15" name="Picture Placeholder 9">
            <a:extLst>
              <a:ext uri="{FF2B5EF4-FFF2-40B4-BE49-F238E27FC236}">
                <a16:creationId xmlns:a16="http://schemas.microsoft.com/office/drawing/2014/main" id="{619CAA18-95B8-37B6-2185-3D9BB858B8A6}"/>
              </a:ext>
              <a:ext uri="{C183D7F6-B498-43B3-948B-1728B52AA6E4}">
                <adec:decorative xmlns:adec="http://schemas.microsoft.com/office/drawing/2017/decorative" val="1"/>
              </a:ext>
            </a:extLst>
          </p:cNvPr>
          <p:cNvSpPr>
            <a:spLocks noGrp="1"/>
          </p:cNvSpPr>
          <p:nvPr>
            <p:ph type="pic" sz="quarter" idx="18"/>
          </p:nvPr>
        </p:nvSpPr>
        <p:spPr>
          <a:xfrm>
            <a:off x="5161132" y="1642243"/>
            <a:ext cx="1440000" cy="1332000"/>
          </a:xfrm>
        </p:spPr>
        <p:txBody>
          <a:bodyPr/>
          <a:lstStyle/>
          <a:p>
            <a:r>
              <a:rPr lang="en-US"/>
              <a:t>Click icon to add picture</a:t>
            </a:r>
            <a:endParaRPr lang="en-AU"/>
          </a:p>
        </p:txBody>
      </p:sp>
      <p:sp>
        <p:nvSpPr>
          <p:cNvPr id="16" name="Text Placeholder 11">
            <a:extLst>
              <a:ext uri="{FF2B5EF4-FFF2-40B4-BE49-F238E27FC236}">
                <a16:creationId xmlns:a16="http://schemas.microsoft.com/office/drawing/2014/main" id="{CB2465CA-371B-F473-3AFF-C27B3B2E93FE}"/>
              </a:ext>
            </a:extLst>
          </p:cNvPr>
          <p:cNvSpPr>
            <a:spLocks noGrp="1"/>
          </p:cNvSpPr>
          <p:nvPr>
            <p:ph type="body" sz="quarter" idx="19"/>
          </p:nvPr>
        </p:nvSpPr>
        <p:spPr>
          <a:xfrm>
            <a:off x="5161132" y="3117030"/>
            <a:ext cx="1965325" cy="3083754"/>
          </a:xfrm>
        </p:spPr>
        <p:txBody>
          <a:bodyPr lIns="0"/>
          <a:lstStyle/>
          <a:p>
            <a:pPr lvl="0"/>
            <a:r>
              <a:rPr lang="en-US" noProof="0"/>
              <a:t>Click to edit Master text styles</a:t>
            </a:r>
          </a:p>
        </p:txBody>
      </p:sp>
      <p:sp>
        <p:nvSpPr>
          <p:cNvPr id="17" name="Picture Placeholder 9">
            <a:extLst>
              <a:ext uri="{FF2B5EF4-FFF2-40B4-BE49-F238E27FC236}">
                <a16:creationId xmlns:a16="http://schemas.microsoft.com/office/drawing/2014/main" id="{6F7B2BCA-54D6-AE09-9758-EDA3F18504F0}"/>
              </a:ext>
              <a:ext uri="{C183D7F6-B498-43B3-948B-1728B52AA6E4}">
                <adec:decorative xmlns:adec="http://schemas.microsoft.com/office/drawing/2017/decorative" val="1"/>
              </a:ext>
            </a:extLst>
          </p:cNvPr>
          <p:cNvSpPr>
            <a:spLocks noGrp="1"/>
          </p:cNvSpPr>
          <p:nvPr>
            <p:ph type="pic" sz="quarter" idx="20"/>
          </p:nvPr>
        </p:nvSpPr>
        <p:spPr>
          <a:xfrm>
            <a:off x="7429754" y="1642243"/>
            <a:ext cx="1440000" cy="1332000"/>
          </a:xfrm>
        </p:spPr>
        <p:txBody>
          <a:bodyPr/>
          <a:lstStyle/>
          <a:p>
            <a:r>
              <a:rPr lang="en-US"/>
              <a:t>Click icon to add picture</a:t>
            </a:r>
            <a:endParaRPr lang="en-AU"/>
          </a:p>
        </p:txBody>
      </p:sp>
      <p:sp>
        <p:nvSpPr>
          <p:cNvPr id="18" name="Text Placeholder 11">
            <a:extLst>
              <a:ext uri="{FF2B5EF4-FFF2-40B4-BE49-F238E27FC236}">
                <a16:creationId xmlns:a16="http://schemas.microsoft.com/office/drawing/2014/main" id="{E795FE70-7B56-EE83-8113-34015BDE0DB7}"/>
              </a:ext>
            </a:extLst>
          </p:cNvPr>
          <p:cNvSpPr>
            <a:spLocks noGrp="1"/>
          </p:cNvSpPr>
          <p:nvPr>
            <p:ph type="body" sz="quarter" idx="21"/>
          </p:nvPr>
        </p:nvSpPr>
        <p:spPr>
          <a:xfrm>
            <a:off x="7429754" y="3117030"/>
            <a:ext cx="1965325" cy="3083754"/>
          </a:xfrm>
        </p:spPr>
        <p:txBody>
          <a:bodyPr lIns="0"/>
          <a:lstStyle/>
          <a:p>
            <a:pPr lvl="0"/>
            <a:r>
              <a:rPr lang="en-US" noProof="0"/>
              <a:t>Click to edit Master text styles</a:t>
            </a:r>
          </a:p>
        </p:txBody>
      </p:sp>
      <p:sp>
        <p:nvSpPr>
          <p:cNvPr id="19" name="Picture Placeholder 9">
            <a:extLst>
              <a:ext uri="{FF2B5EF4-FFF2-40B4-BE49-F238E27FC236}">
                <a16:creationId xmlns:a16="http://schemas.microsoft.com/office/drawing/2014/main" id="{E7DB1208-E577-6B1E-B52C-E384487ED9FC}"/>
              </a:ext>
              <a:ext uri="{C183D7F6-B498-43B3-948B-1728B52AA6E4}">
                <adec:decorative xmlns:adec="http://schemas.microsoft.com/office/drawing/2017/decorative" val="1"/>
              </a:ext>
            </a:extLst>
          </p:cNvPr>
          <p:cNvSpPr>
            <a:spLocks noGrp="1"/>
          </p:cNvSpPr>
          <p:nvPr>
            <p:ph type="pic" sz="quarter" idx="22"/>
          </p:nvPr>
        </p:nvSpPr>
        <p:spPr>
          <a:xfrm>
            <a:off x="9698376" y="1642243"/>
            <a:ext cx="1440000" cy="1332000"/>
          </a:xfrm>
        </p:spPr>
        <p:txBody>
          <a:bodyPr/>
          <a:lstStyle/>
          <a:p>
            <a:r>
              <a:rPr lang="en-US"/>
              <a:t>Click icon to add picture</a:t>
            </a:r>
            <a:endParaRPr lang="en-AU"/>
          </a:p>
        </p:txBody>
      </p:sp>
      <p:sp>
        <p:nvSpPr>
          <p:cNvPr id="20" name="Text Placeholder 11">
            <a:extLst>
              <a:ext uri="{FF2B5EF4-FFF2-40B4-BE49-F238E27FC236}">
                <a16:creationId xmlns:a16="http://schemas.microsoft.com/office/drawing/2014/main" id="{E9201BF0-E79A-9003-6A82-A2A6A4D03B9D}"/>
              </a:ext>
            </a:extLst>
          </p:cNvPr>
          <p:cNvSpPr>
            <a:spLocks noGrp="1"/>
          </p:cNvSpPr>
          <p:nvPr>
            <p:ph type="body" sz="quarter" idx="23"/>
          </p:nvPr>
        </p:nvSpPr>
        <p:spPr>
          <a:xfrm>
            <a:off x="9698376" y="3117030"/>
            <a:ext cx="1965325" cy="3083754"/>
          </a:xfrm>
        </p:spPr>
        <p:txBody>
          <a:bodyPr lIns="0"/>
          <a:lstStyle/>
          <a:p>
            <a:pPr lvl="0"/>
            <a:r>
              <a:rPr lang="en-US" noProof="0"/>
              <a:t>Click to edit Master text styles</a:t>
            </a:r>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baseline="0">
                <a:solidFill>
                  <a:schemeClr val="tx1"/>
                </a:solidFill>
              </a:defRPr>
            </a:lvl1pPr>
          </a:lstStyle>
          <a:p>
            <a:fld id="{6F6F96F8-3C4A-44BA-8813-69AD9933C9F2}" type="slidenum">
              <a:rPr lang="en-AU" smtClean="0"/>
              <a:pPr/>
              <a:t>‹#›</a:t>
            </a:fld>
            <a:endParaRPr lang="en-AU"/>
          </a:p>
        </p:txBody>
      </p:sp>
    </p:spTree>
    <p:extLst>
      <p:ext uri="{BB962C8B-B14F-4D97-AF65-F5344CB8AC3E}">
        <p14:creationId xmlns:p14="http://schemas.microsoft.com/office/powerpoint/2010/main" val="334223902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eam slide_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A17E76C1-6860-4658-ACAF-BC70864B9A34}" type="datetime1">
              <a:rPr lang="en-AU" smtClean="0"/>
              <a:pPr/>
              <a:t>27/5/2025</a:t>
            </a:fld>
            <a:endParaRPr lang="en-AU" dirty="0"/>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sp>
        <p:nvSpPr>
          <p:cNvPr id="10" name="Picture Placeholder 9">
            <a:extLst>
              <a:ext uri="{FF2B5EF4-FFF2-40B4-BE49-F238E27FC236}">
                <a16:creationId xmlns:a16="http://schemas.microsoft.com/office/drawing/2014/main" id="{47CF7FA8-C4AD-7FD2-8E59-3C848A877909}"/>
              </a:ext>
              <a:ext uri="{C183D7F6-B498-43B3-948B-1728B52AA6E4}">
                <adec:decorative xmlns:adec="http://schemas.microsoft.com/office/drawing/2017/decorative" val="1"/>
              </a:ext>
            </a:extLst>
          </p:cNvPr>
          <p:cNvSpPr>
            <a:spLocks noGrp="1"/>
          </p:cNvSpPr>
          <p:nvPr>
            <p:ph type="pic" sz="quarter" idx="14"/>
          </p:nvPr>
        </p:nvSpPr>
        <p:spPr>
          <a:xfrm>
            <a:off x="623888" y="1642243"/>
            <a:ext cx="1440000" cy="1332000"/>
          </a:xfrm>
        </p:spPr>
        <p:txBody>
          <a:bodyPr/>
          <a:lstStyle>
            <a:lvl1pPr>
              <a:defRPr>
                <a:solidFill>
                  <a:schemeClr val="bg1"/>
                </a:solidFill>
              </a:defRPr>
            </a:lvl1pPr>
          </a:lstStyle>
          <a:p>
            <a:r>
              <a:rPr lang="en-US"/>
              <a:t>Click icon to add picture</a:t>
            </a:r>
            <a:endParaRPr lang="en-AU"/>
          </a:p>
        </p:txBody>
      </p:sp>
      <p:sp>
        <p:nvSpPr>
          <p:cNvPr id="12" name="Text Placeholder 11">
            <a:extLst>
              <a:ext uri="{FF2B5EF4-FFF2-40B4-BE49-F238E27FC236}">
                <a16:creationId xmlns:a16="http://schemas.microsoft.com/office/drawing/2014/main" id="{D39648AA-1896-A973-6E34-2A2340E1B8DA}"/>
              </a:ext>
            </a:extLst>
          </p:cNvPr>
          <p:cNvSpPr>
            <a:spLocks noGrp="1"/>
          </p:cNvSpPr>
          <p:nvPr>
            <p:ph type="body" sz="quarter" idx="15"/>
          </p:nvPr>
        </p:nvSpPr>
        <p:spPr>
          <a:xfrm>
            <a:off x="623888" y="3117030"/>
            <a:ext cx="1965325" cy="3083754"/>
          </a:xfrm>
        </p:spPr>
        <p:txBody>
          <a:bodyPr lIns="0"/>
          <a:lstStyle>
            <a:lvl1pPr>
              <a:defRPr>
                <a:solidFill>
                  <a:schemeClr val="bg1"/>
                </a:solidFill>
              </a:defRPr>
            </a:lvl1pPr>
          </a:lstStyle>
          <a:p>
            <a:pPr lvl="0"/>
            <a:r>
              <a:rPr lang="en-US" noProof="0"/>
              <a:t>Click to edit Master text styles</a:t>
            </a:r>
          </a:p>
        </p:txBody>
      </p:sp>
      <p:sp>
        <p:nvSpPr>
          <p:cNvPr id="13" name="Picture Placeholder 9">
            <a:extLst>
              <a:ext uri="{FF2B5EF4-FFF2-40B4-BE49-F238E27FC236}">
                <a16:creationId xmlns:a16="http://schemas.microsoft.com/office/drawing/2014/main" id="{51BFC13D-B02E-9C75-9563-9D18A6276698}"/>
              </a:ext>
              <a:ext uri="{C183D7F6-B498-43B3-948B-1728B52AA6E4}">
                <adec:decorative xmlns:adec="http://schemas.microsoft.com/office/drawing/2017/decorative" val="1"/>
              </a:ext>
            </a:extLst>
          </p:cNvPr>
          <p:cNvSpPr>
            <a:spLocks noGrp="1"/>
          </p:cNvSpPr>
          <p:nvPr>
            <p:ph type="pic" sz="quarter" idx="16"/>
          </p:nvPr>
        </p:nvSpPr>
        <p:spPr>
          <a:xfrm>
            <a:off x="2892510" y="1642243"/>
            <a:ext cx="1440000" cy="1332000"/>
          </a:xfrm>
        </p:spPr>
        <p:txBody>
          <a:bodyPr/>
          <a:lstStyle>
            <a:lvl1pPr>
              <a:defRPr>
                <a:solidFill>
                  <a:schemeClr val="bg1"/>
                </a:solidFill>
              </a:defRPr>
            </a:lvl1pPr>
          </a:lstStyle>
          <a:p>
            <a:r>
              <a:rPr lang="en-US"/>
              <a:t>Click icon to add picture</a:t>
            </a:r>
            <a:endParaRPr lang="en-AU"/>
          </a:p>
        </p:txBody>
      </p:sp>
      <p:sp>
        <p:nvSpPr>
          <p:cNvPr id="14" name="Text Placeholder 11">
            <a:extLst>
              <a:ext uri="{FF2B5EF4-FFF2-40B4-BE49-F238E27FC236}">
                <a16:creationId xmlns:a16="http://schemas.microsoft.com/office/drawing/2014/main" id="{D6817FBA-FFA8-F6BD-ECDA-D1951F4CA1ED}"/>
              </a:ext>
            </a:extLst>
          </p:cNvPr>
          <p:cNvSpPr>
            <a:spLocks noGrp="1"/>
          </p:cNvSpPr>
          <p:nvPr>
            <p:ph type="body" sz="quarter" idx="17"/>
          </p:nvPr>
        </p:nvSpPr>
        <p:spPr>
          <a:xfrm>
            <a:off x="2892510" y="3117030"/>
            <a:ext cx="1965325" cy="3083754"/>
          </a:xfrm>
        </p:spPr>
        <p:txBody>
          <a:bodyPr lIns="0"/>
          <a:lstStyle>
            <a:lvl1pPr>
              <a:defRPr>
                <a:solidFill>
                  <a:schemeClr val="bg1"/>
                </a:solidFill>
              </a:defRPr>
            </a:lvl1pPr>
          </a:lstStyle>
          <a:p>
            <a:pPr lvl="0"/>
            <a:r>
              <a:rPr lang="en-US" noProof="0"/>
              <a:t>Click to edit Master text styles</a:t>
            </a:r>
          </a:p>
        </p:txBody>
      </p:sp>
      <p:sp>
        <p:nvSpPr>
          <p:cNvPr id="15" name="Picture Placeholder 9">
            <a:extLst>
              <a:ext uri="{FF2B5EF4-FFF2-40B4-BE49-F238E27FC236}">
                <a16:creationId xmlns:a16="http://schemas.microsoft.com/office/drawing/2014/main" id="{619CAA18-95B8-37B6-2185-3D9BB858B8A6}"/>
              </a:ext>
              <a:ext uri="{C183D7F6-B498-43B3-948B-1728B52AA6E4}">
                <adec:decorative xmlns:adec="http://schemas.microsoft.com/office/drawing/2017/decorative" val="1"/>
              </a:ext>
            </a:extLst>
          </p:cNvPr>
          <p:cNvSpPr>
            <a:spLocks noGrp="1"/>
          </p:cNvSpPr>
          <p:nvPr>
            <p:ph type="pic" sz="quarter" idx="18"/>
          </p:nvPr>
        </p:nvSpPr>
        <p:spPr>
          <a:xfrm>
            <a:off x="5161132" y="1642243"/>
            <a:ext cx="1440000" cy="1332000"/>
          </a:xfrm>
        </p:spPr>
        <p:txBody>
          <a:bodyPr/>
          <a:lstStyle>
            <a:lvl1pPr>
              <a:defRPr>
                <a:solidFill>
                  <a:schemeClr val="bg1"/>
                </a:solidFill>
              </a:defRPr>
            </a:lvl1pPr>
          </a:lstStyle>
          <a:p>
            <a:r>
              <a:rPr lang="en-US"/>
              <a:t>Click icon to add picture</a:t>
            </a:r>
            <a:endParaRPr lang="en-AU"/>
          </a:p>
        </p:txBody>
      </p:sp>
      <p:sp>
        <p:nvSpPr>
          <p:cNvPr id="16" name="Text Placeholder 11">
            <a:extLst>
              <a:ext uri="{FF2B5EF4-FFF2-40B4-BE49-F238E27FC236}">
                <a16:creationId xmlns:a16="http://schemas.microsoft.com/office/drawing/2014/main" id="{CB2465CA-371B-F473-3AFF-C27B3B2E93FE}"/>
              </a:ext>
            </a:extLst>
          </p:cNvPr>
          <p:cNvSpPr>
            <a:spLocks noGrp="1"/>
          </p:cNvSpPr>
          <p:nvPr>
            <p:ph type="body" sz="quarter" idx="19"/>
          </p:nvPr>
        </p:nvSpPr>
        <p:spPr>
          <a:xfrm>
            <a:off x="5161132" y="3117030"/>
            <a:ext cx="1965325" cy="3083754"/>
          </a:xfrm>
        </p:spPr>
        <p:txBody>
          <a:bodyPr lIns="0"/>
          <a:lstStyle>
            <a:lvl1pPr>
              <a:defRPr>
                <a:solidFill>
                  <a:schemeClr val="bg1"/>
                </a:solidFill>
              </a:defRPr>
            </a:lvl1pPr>
          </a:lstStyle>
          <a:p>
            <a:pPr lvl="0"/>
            <a:r>
              <a:rPr lang="en-US" noProof="0"/>
              <a:t>Click to edit Master text styles</a:t>
            </a:r>
          </a:p>
        </p:txBody>
      </p:sp>
      <p:sp>
        <p:nvSpPr>
          <p:cNvPr id="17" name="Picture Placeholder 9">
            <a:extLst>
              <a:ext uri="{FF2B5EF4-FFF2-40B4-BE49-F238E27FC236}">
                <a16:creationId xmlns:a16="http://schemas.microsoft.com/office/drawing/2014/main" id="{6F7B2BCA-54D6-AE09-9758-EDA3F18504F0}"/>
              </a:ext>
              <a:ext uri="{C183D7F6-B498-43B3-948B-1728B52AA6E4}">
                <adec:decorative xmlns:adec="http://schemas.microsoft.com/office/drawing/2017/decorative" val="1"/>
              </a:ext>
            </a:extLst>
          </p:cNvPr>
          <p:cNvSpPr>
            <a:spLocks noGrp="1"/>
          </p:cNvSpPr>
          <p:nvPr>
            <p:ph type="pic" sz="quarter" idx="20"/>
          </p:nvPr>
        </p:nvSpPr>
        <p:spPr>
          <a:xfrm>
            <a:off x="7429754" y="1642243"/>
            <a:ext cx="1440000" cy="1332000"/>
          </a:xfrm>
        </p:spPr>
        <p:txBody>
          <a:bodyPr/>
          <a:lstStyle>
            <a:lvl1pPr>
              <a:defRPr>
                <a:solidFill>
                  <a:schemeClr val="bg1"/>
                </a:solidFill>
              </a:defRPr>
            </a:lvl1pPr>
          </a:lstStyle>
          <a:p>
            <a:r>
              <a:rPr lang="en-US"/>
              <a:t>Click icon to add picture</a:t>
            </a:r>
            <a:endParaRPr lang="en-AU"/>
          </a:p>
        </p:txBody>
      </p:sp>
      <p:sp>
        <p:nvSpPr>
          <p:cNvPr id="18" name="Text Placeholder 11">
            <a:extLst>
              <a:ext uri="{FF2B5EF4-FFF2-40B4-BE49-F238E27FC236}">
                <a16:creationId xmlns:a16="http://schemas.microsoft.com/office/drawing/2014/main" id="{E795FE70-7B56-EE83-8113-34015BDE0DB7}"/>
              </a:ext>
            </a:extLst>
          </p:cNvPr>
          <p:cNvSpPr>
            <a:spLocks noGrp="1"/>
          </p:cNvSpPr>
          <p:nvPr>
            <p:ph type="body" sz="quarter" idx="21"/>
          </p:nvPr>
        </p:nvSpPr>
        <p:spPr>
          <a:xfrm>
            <a:off x="7429754" y="3117030"/>
            <a:ext cx="1965325" cy="3083754"/>
          </a:xfrm>
        </p:spPr>
        <p:txBody>
          <a:bodyPr lIns="0"/>
          <a:lstStyle>
            <a:lvl1pPr>
              <a:defRPr>
                <a:solidFill>
                  <a:schemeClr val="bg1"/>
                </a:solidFill>
              </a:defRPr>
            </a:lvl1pPr>
          </a:lstStyle>
          <a:p>
            <a:pPr lvl="0"/>
            <a:r>
              <a:rPr lang="en-US" noProof="0"/>
              <a:t>Click to edit Master text styles</a:t>
            </a:r>
          </a:p>
        </p:txBody>
      </p:sp>
      <p:sp>
        <p:nvSpPr>
          <p:cNvPr id="19" name="Picture Placeholder 9">
            <a:extLst>
              <a:ext uri="{FF2B5EF4-FFF2-40B4-BE49-F238E27FC236}">
                <a16:creationId xmlns:a16="http://schemas.microsoft.com/office/drawing/2014/main" id="{E7DB1208-E577-6B1E-B52C-E384487ED9FC}"/>
              </a:ext>
              <a:ext uri="{C183D7F6-B498-43B3-948B-1728B52AA6E4}">
                <adec:decorative xmlns:adec="http://schemas.microsoft.com/office/drawing/2017/decorative" val="1"/>
              </a:ext>
            </a:extLst>
          </p:cNvPr>
          <p:cNvSpPr>
            <a:spLocks noGrp="1"/>
          </p:cNvSpPr>
          <p:nvPr>
            <p:ph type="pic" sz="quarter" idx="22"/>
          </p:nvPr>
        </p:nvSpPr>
        <p:spPr>
          <a:xfrm>
            <a:off x="9698376" y="1642243"/>
            <a:ext cx="1440000" cy="1332000"/>
          </a:xfrm>
        </p:spPr>
        <p:txBody>
          <a:bodyPr/>
          <a:lstStyle>
            <a:lvl1pPr>
              <a:defRPr>
                <a:solidFill>
                  <a:schemeClr val="bg1"/>
                </a:solidFill>
              </a:defRPr>
            </a:lvl1pPr>
          </a:lstStyle>
          <a:p>
            <a:r>
              <a:rPr lang="en-US"/>
              <a:t>Click icon to add picture</a:t>
            </a:r>
            <a:endParaRPr lang="en-AU"/>
          </a:p>
        </p:txBody>
      </p:sp>
      <p:sp>
        <p:nvSpPr>
          <p:cNvPr id="20" name="Text Placeholder 11">
            <a:extLst>
              <a:ext uri="{FF2B5EF4-FFF2-40B4-BE49-F238E27FC236}">
                <a16:creationId xmlns:a16="http://schemas.microsoft.com/office/drawing/2014/main" id="{E9201BF0-E79A-9003-6A82-A2A6A4D03B9D}"/>
              </a:ext>
            </a:extLst>
          </p:cNvPr>
          <p:cNvSpPr>
            <a:spLocks noGrp="1"/>
          </p:cNvSpPr>
          <p:nvPr>
            <p:ph type="body" sz="quarter" idx="23"/>
          </p:nvPr>
        </p:nvSpPr>
        <p:spPr>
          <a:xfrm>
            <a:off x="9698376" y="3117030"/>
            <a:ext cx="1965325" cy="3083754"/>
          </a:xfrm>
        </p:spPr>
        <p:txBody>
          <a:bodyPr lIns="0"/>
          <a:lstStyle>
            <a:lvl1pPr>
              <a:defRPr>
                <a:solidFill>
                  <a:schemeClr val="bg1"/>
                </a:solidFill>
              </a:defRPr>
            </a:lvl1pPr>
          </a:lstStyle>
          <a:p>
            <a:pPr lvl="0"/>
            <a:r>
              <a:rPr lang="en-US" noProof="0"/>
              <a:t>Click to edit Master text styles</a:t>
            </a:r>
          </a:p>
        </p:txBody>
      </p:sp>
      <p:pic>
        <p:nvPicPr>
          <p:cNvPr id="3" name="Picture 2">
            <a:extLst>
              <a:ext uri="{FF2B5EF4-FFF2-40B4-BE49-F238E27FC236}">
                <a16:creationId xmlns:a16="http://schemas.microsoft.com/office/drawing/2014/main" id="{3E14397D-9372-B0C1-F0EE-6A77DE87ACEA}"/>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5834"/>
            <a:ext cx="2267717" cy="899162"/>
          </a:xfrm>
          <a:prstGeom prst="rect">
            <a:avLst/>
          </a:prstGeom>
        </p:spPr>
      </p:pic>
      <p:sp>
        <p:nvSpPr>
          <p:cNvPr id="7" name="Parallelogram 5">
            <a:extLst>
              <a:ext uri="{FF2B5EF4-FFF2-40B4-BE49-F238E27FC236}">
                <a16:creationId xmlns:a16="http://schemas.microsoft.com/office/drawing/2014/main" id="{CA5619A8-2165-0556-9633-56C8ACDA653A}"/>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9" name="Straight Connector 8">
            <a:extLst>
              <a:ext uri="{FF2B5EF4-FFF2-40B4-BE49-F238E27FC236}">
                <a16:creationId xmlns:a16="http://schemas.microsoft.com/office/drawing/2014/main" id="{4548E1DD-08A6-6C74-728A-133FA097A0E0}"/>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baseline="0">
                <a:solidFill>
                  <a:schemeClr val="bg1"/>
                </a:solidFill>
              </a:defRPr>
            </a:lvl1pPr>
          </a:lstStyle>
          <a:p>
            <a:fld id="{6F6F96F8-3C4A-44BA-8813-69AD9933C9F2}" type="slidenum">
              <a:rPr lang="en-AU" smtClean="0"/>
              <a:pPr/>
              <a:t>‹#›</a:t>
            </a:fld>
            <a:endParaRPr lang="en-AU"/>
          </a:p>
        </p:txBody>
      </p:sp>
    </p:spTree>
    <p:extLst>
      <p:ext uri="{BB962C8B-B14F-4D97-AF65-F5344CB8AC3E}">
        <p14:creationId xmlns:p14="http://schemas.microsoft.com/office/powerpoint/2010/main" val="260877832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eam slide_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A17E76C1-6860-4658-ACAF-BC70864B9A34}"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sp>
        <p:nvSpPr>
          <p:cNvPr id="10" name="Picture Placeholder 9">
            <a:extLst>
              <a:ext uri="{FF2B5EF4-FFF2-40B4-BE49-F238E27FC236}">
                <a16:creationId xmlns:a16="http://schemas.microsoft.com/office/drawing/2014/main" id="{47CF7FA8-C4AD-7FD2-8E59-3C848A877909}"/>
              </a:ext>
              <a:ext uri="{C183D7F6-B498-43B3-948B-1728B52AA6E4}">
                <adec:decorative xmlns:adec="http://schemas.microsoft.com/office/drawing/2017/decorative" val="1"/>
              </a:ext>
            </a:extLst>
          </p:cNvPr>
          <p:cNvSpPr>
            <a:spLocks noGrp="1"/>
          </p:cNvSpPr>
          <p:nvPr>
            <p:ph type="pic" sz="quarter" idx="14"/>
          </p:nvPr>
        </p:nvSpPr>
        <p:spPr>
          <a:xfrm>
            <a:off x="623888" y="1642243"/>
            <a:ext cx="1440000" cy="1332000"/>
          </a:xfrm>
        </p:spPr>
        <p:txBody>
          <a:bodyPr/>
          <a:lstStyle>
            <a:lvl1pPr>
              <a:defRPr>
                <a:solidFill>
                  <a:schemeClr val="bg1"/>
                </a:solidFill>
              </a:defRPr>
            </a:lvl1pPr>
          </a:lstStyle>
          <a:p>
            <a:r>
              <a:rPr lang="en-US"/>
              <a:t>Click icon to add picture</a:t>
            </a:r>
            <a:endParaRPr lang="en-AU"/>
          </a:p>
        </p:txBody>
      </p:sp>
      <p:sp>
        <p:nvSpPr>
          <p:cNvPr id="12" name="Text Placeholder 11">
            <a:extLst>
              <a:ext uri="{FF2B5EF4-FFF2-40B4-BE49-F238E27FC236}">
                <a16:creationId xmlns:a16="http://schemas.microsoft.com/office/drawing/2014/main" id="{D39648AA-1896-A973-6E34-2A2340E1B8DA}"/>
              </a:ext>
            </a:extLst>
          </p:cNvPr>
          <p:cNvSpPr>
            <a:spLocks noGrp="1"/>
          </p:cNvSpPr>
          <p:nvPr>
            <p:ph type="body" sz="quarter" idx="15"/>
          </p:nvPr>
        </p:nvSpPr>
        <p:spPr>
          <a:xfrm>
            <a:off x="623888" y="3117030"/>
            <a:ext cx="1965325" cy="3083754"/>
          </a:xfrm>
        </p:spPr>
        <p:txBody>
          <a:bodyPr lIns="0"/>
          <a:lstStyle>
            <a:lvl1pPr>
              <a:defRPr>
                <a:solidFill>
                  <a:schemeClr val="bg1"/>
                </a:solidFill>
              </a:defRPr>
            </a:lvl1pPr>
          </a:lstStyle>
          <a:p>
            <a:pPr lvl="0"/>
            <a:r>
              <a:rPr lang="en-US" noProof="0"/>
              <a:t>Click to edit Master text styles</a:t>
            </a:r>
          </a:p>
        </p:txBody>
      </p:sp>
      <p:sp>
        <p:nvSpPr>
          <p:cNvPr id="13" name="Picture Placeholder 9">
            <a:extLst>
              <a:ext uri="{FF2B5EF4-FFF2-40B4-BE49-F238E27FC236}">
                <a16:creationId xmlns:a16="http://schemas.microsoft.com/office/drawing/2014/main" id="{51BFC13D-B02E-9C75-9563-9D18A6276698}"/>
              </a:ext>
              <a:ext uri="{C183D7F6-B498-43B3-948B-1728B52AA6E4}">
                <adec:decorative xmlns:adec="http://schemas.microsoft.com/office/drawing/2017/decorative" val="1"/>
              </a:ext>
            </a:extLst>
          </p:cNvPr>
          <p:cNvSpPr>
            <a:spLocks noGrp="1"/>
          </p:cNvSpPr>
          <p:nvPr>
            <p:ph type="pic" sz="quarter" idx="16"/>
          </p:nvPr>
        </p:nvSpPr>
        <p:spPr>
          <a:xfrm>
            <a:off x="2892510" y="1642243"/>
            <a:ext cx="1440000" cy="1332000"/>
          </a:xfrm>
        </p:spPr>
        <p:txBody>
          <a:bodyPr/>
          <a:lstStyle>
            <a:lvl1pPr>
              <a:defRPr>
                <a:solidFill>
                  <a:schemeClr val="bg1"/>
                </a:solidFill>
              </a:defRPr>
            </a:lvl1pPr>
          </a:lstStyle>
          <a:p>
            <a:r>
              <a:rPr lang="en-US"/>
              <a:t>Click icon to add picture</a:t>
            </a:r>
            <a:endParaRPr lang="en-AU"/>
          </a:p>
        </p:txBody>
      </p:sp>
      <p:sp>
        <p:nvSpPr>
          <p:cNvPr id="14" name="Text Placeholder 11">
            <a:extLst>
              <a:ext uri="{FF2B5EF4-FFF2-40B4-BE49-F238E27FC236}">
                <a16:creationId xmlns:a16="http://schemas.microsoft.com/office/drawing/2014/main" id="{D6817FBA-FFA8-F6BD-ECDA-D1951F4CA1ED}"/>
              </a:ext>
            </a:extLst>
          </p:cNvPr>
          <p:cNvSpPr>
            <a:spLocks noGrp="1"/>
          </p:cNvSpPr>
          <p:nvPr>
            <p:ph type="body" sz="quarter" idx="17"/>
          </p:nvPr>
        </p:nvSpPr>
        <p:spPr>
          <a:xfrm>
            <a:off x="2892510" y="3117030"/>
            <a:ext cx="1965325" cy="3083754"/>
          </a:xfrm>
        </p:spPr>
        <p:txBody>
          <a:bodyPr lIns="0"/>
          <a:lstStyle>
            <a:lvl1pPr>
              <a:defRPr>
                <a:solidFill>
                  <a:schemeClr val="bg1"/>
                </a:solidFill>
              </a:defRPr>
            </a:lvl1pPr>
          </a:lstStyle>
          <a:p>
            <a:pPr lvl="0"/>
            <a:r>
              <a:rPr lang="en-US" noProof="0"/>
              <a:t>Click to edit Master text styles</a:t>
            </a:r>
          </a:p>
        </p:txBody>
      </p:sp>
      <p:sp>
        <p:nvSpPr>
          <p:cNvPr id="15" name="Picture Placeholder 9">
            <a:extLst>
              <a:ext uri="{FF2B5EF4-FFF2-40B4-BE49-F238E27FC236}">
                <a16:creationId xmlns:a16="http://schemas.microsoft.com/office/drawing/2014/main" id="{619CAA18-95B8-37B6-2185-3D9BB858B8A6}"/>
              </a:ext>
              <a:ext uri="{C183D7F6-B498-43B3-948B-1728B52AA6E4}">
                <adec:decorative xmlns:adec="http://schemas.microsoft.com/office/drawing/2017/decorative" val="1"/>
              </a:ext>
            </a:extLst>
          </p:cNvPr>
          <p:cNvSpPr>
            <a:spLocks noGrp="1"/>
          </p:cNvSpPr>
          <p:nvPr>
            <p:ph type="pic" sz="quarter" idx="18"/>
          </p:nvPr>
        </p:nvSpPr>
        <p:spPr>
          <a:xfrm>
            <a:off x="5161132" y="1642243"/>
            <a:ext cx="1440000" cy="1332000"/>
          </a:xfrm>
        </p:spPr>
        <p:txBody>
          <a:bodyPr/>
          <a:lstStyle>
            <a:lvl1pPr>
              <a:defRPr>
                <a:solidFill>
                  <a:schemeClr val="bg1"/>
                </a:solidFill>
              </a:defRPr>
            </a:lvl1pPr>
          </a:lstStyle>
          <a:p>
            <a:r>
              <a:rPr lang="en-US"/>
              <a:t>Click icon to add picture</a:t>
            </a:r>
            <a:endParaRPr lang="en-AU"/>
          </a:p>
        </p:txBody>
      </p:sp>
      <p:sp>
        <p:nvSpPr>
          <p:cNvPr id="16" name="Text Placeholder 11">
            <a:extLst>
              <a:ext uri="{FF2B5EF4-FFF2-40B4-BE49-F238E27FC236}">
                <a16:creationId xmlns:a16="http://schemas.microsoft.com/office/drawing/2014/main" id="{CB2465CA-371B-F473-3AFF-C27B3B2E93FE}"/>
              </a:ext>
            </a:extLst>
          </p:cNvPr>
          <p:cNvSpPr>
            <a:spLocks noGrp="1"/>
          </p:cNvSpPr>
          <p:nvPr>
            <p:ph type="body" sz="quarter" idx="19"/>
          </p:nvPr>
        </p:nvSpPr>
        <p:spPr>
          <a:xfrm>
            <a:off x="5161132" y="3117030"/>
            <a:ext cx="1965325" cy="3083754"/>
          </a:xfrm>
        </p:spPr>
        <p:txBody>
          <a:bodyPr lIns="0"/>
          <a:lstStyle>
            <a:lvl1pPr>
              <a:defRPr>
                <a:solidFill>
                  <a:schemeClr val="bg1"/>
                </a:solidFill>
              </a:defRPr>
            </a:lvl1pPr>
          </a:lstStyle>
          <a:p>
            <a:pPr lvl="0"/>
            <a:r>
              <a:rPr lang="en-US" noProof="0"/>
              <a:t>Click to edit Master text styles</a:t>
            </a:r>
          </a:p>
        </p:txBody>
      </p:sp>
      <p:sp>
        <p:nvSpPr>
          <p:cNvPr id="17" name="Picture Placeholder 9">
            <a:extLst>
              <a:ext uri="{FF2B5EF4-FFF2-40B4-BE49-F238E27FC236}">
                <a16:creationId xmlns:a16="http://schemas.microsoft.com/office/drawing/2014/main" id="{6F7B2BCA-54D6-AE09-9758-EDA3F18504F0}"/>
              </a:ext>
              <a:ext uri="{C183D7F6-B498-43B3-948B-1728B52AA6E4}">
                <adec:decorative xmlns:adec="http://schemas.microsoft.com/office/drawing/2017/decorative" val="1"/>
              </a:ext>
            </a:extLst>
          </p:cNvPr>
          <p:cNvSpPr>
            <a:spLocks noGrp="1"/>
          </p:cNvSpPr>
          <p:nvPr>
            <p:ph type="pic" sz="quarter" idx="20"/>
          </p:nvPr>
        </p:nvSpPr>
        <p:spPr>
          <a:xfrm>
            <a:off x="7429754" y="1642243"/>
            <a:ext cx="1440000" cy="1332000"/>
          </a:xfrm>
        </p:spPr>
        <p:txBody>
          <a:bodyPr/>
          <a:lstStyle>
            <a:lvl1pPr>
              <a:defRPr>
                <a:solidFill>
                  <a:schemeClr val="bg1"/>
                </a:solidFill>
              </a:defRPr>
            </a:lvl1pPr>
          </a:lstStyle>
          <a:p>
            <a:r>
              <a:rPr lang="en-US"/>
              <a:t>Click icon to add picture</a:t>
            </a:r>
            <a:endParaRPr lang="en-AU"/>
          </a:p>
        </p:txBody>
      </p:sp>
      <p:sp>
        <p:nvSpPr>
          <p:cNvPr id="18" name="Text Placeholder 11">
            <a:extLst>
              <a:ext uri="{FF2B5EF4-FFF2-40B4-BE49-F238E27FC236}">
                <a16:creationId xmlns:a16="http://schemas.microsoft.com/office/drawing/2014/main" id="{E795FE70-7B56-EE83-8113-34015BDE0DB7}"/>
              </a:ext>
            </a:extLst>
          </p:cNvPr>
          <p:cNvSpPr>
            <a:spLocks noGrp="1"/>
          </p:cNvSpPr>
          <p:nvPr>
            <p:ph type="body" sz="quarter" idx="21"/>
          </p:nvPr>
        </p:nvSpPr>
        <p:spPr>
          <a:xfrm>
            <a:off x="7429754" y="3117030"/>
            <a:ext cx="1965325" cy="3083754"/>
          </a:xfrm>
        </p:spPr>
        <p:txBody>
          <a:bodyPr lIns="0"/>
          <a:lstStyle>
            <a:lvl1pPr>
              <a:defRPr>
                <a:solidFill>
                  <a:schemeClr val="bg1"/>
                </a:solidFill>
              </a:defRPr>
            </a:lvl1pPr>
          </a:lstStyle>
          <a:p>
            <a:pPr lvl="0"/>
            <a:r>
              <a:rPr lang="en-US" noProof="0"/>
              <a:t>Click to edit Master text styles</a:t>
            </a:r>
          </a:p>
        </p:txBody>
      </p:sp>
      <p:sp>
        <p:nvSpPr>
          <p:cNvPr id="19" name="Picture Placeholder 9">
            <a:extLst>
              <a:ext uri="{FF2B5EF4-FFF2-40B4-BE49-F238E27FC236}">
                <a16:creationId xmlns:a16="http://schemas.microsoft.com/office/drawing/2014/main" id="{E7DB1208-E577-6B1E-B52C-E384487ED9FC}"/>
              </a:ext>
              <a:ext uri="{C183D7F6-B498-43B3-948B-1728B52AA6E4}">
                <adec:decorative xmlns:adec="http://schemas.microsoft.com/office/drawing/2017/decorative" val="1"/>
              </a:ext>
            </a:extLst>
          </p:cNvPr>
          <p:cNvSpPr>
            <a:spLocks noGrp="1"/>
          </p:cNvSpPr>
          <p:nvPr>
            <p:ph type="pic" sz="quarter" idx="22"/>
          </p:nvPr>
        </p:nvSpPr>
        <p:spPr>
          <a:xfrm>
            <a:off x="9698376" y="1642243"/>
            <a:ext cx="1440000" cy="1332000"/>
          </a:xfrm>
        </p:spPr>
        <p:txBody>
          <a:bodyPr/>
          <a:lstStyle>
            <a:lvl1pPr>
              <a:defRPr>
                <a:solidFill>
                  <a:schemeClr val="bg1"/>
                </a:solidFill>
              </a:defRPr>
            </a:lvl1pPr>
          </a:lstStyle>
          <a:p>
            <a:r>
              <a:rPr lang="en-US"/>
              <a:t>Click icon to add picture</a:t>
            </a:r>
            <a:endParaRPr lang="en-AU"/>
          </a:p>
        </p:txBody>
      </p:sp>
      <p:sp>
        <p:nvSpPr>
          <p:cNvPr id="20" name="Text Placeholder 11">
            <a:extLst>
              <a:ext uri="{FF2B5EF4-FFF2-40B4-BE49-F238E27FC236}">
                <a16:creationId xmlns:a16="http://schemas.microsoft.com/office/drawing/2014/main" id="{E9201BF0-E79A-9003-6A82-A2A6A4D03B9D}"/>
              </a:ext>
            </a:extLst>
          </p:cNvPr>
          <p:cNvSpPr>
            <a:spLocks noGrp="1"/>
          </p:cNvSpPr>
          <p:nvPr>
            <p:ph type="body" sz="quarter" idx="23"/>
          </p:nvPr>
        </p:nvSpPr>
        <p:spPr>
          <a:xfrm>
            <a:off x="9698376" y="3117030"/>
            <a:ext cx="1965325" cy="3083754"/>
          </a:xfrm>
        </p:spPr>
        <p:txBody>
          <a:bodyPr lIns="0"/>
          <a:lstStyle>
            <a:lvl1pPr>
              <a:defRPr>
                <a:solidFill>
                  <a:schemeClr val="bg1"/>
                </a:solidFill>
              </a:defRPr>
            </a:lvl1pPr>
          </a:lstStyle>
          <a:p>
            <a:pPr lvl="0"/>
            <a:r>
              <a:rPr lang="en-US" noProof="0"/>
              <a:t>Click to edit Master text styles</a:t>
            </a:r>
          </a:p>
        </p:txBody>
      </p:sp>
      <p:sp>
        <p:nvSpPr>
          <p:cNvPr id="7" name="Parallelogram 5">
            <a:extLst>
              <a:ext uri="{FF2B5EF4-FFF2-40B4-BE49-F238E27FC236}">
                <a16:creationId xmlns:a16="http://schemas.microsoft.com/office/drawing/2014/main" id="{CA5619A8-2165-0556-9633-56C8ACDA653A}"/>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9" name="Straight Connector 8">
            <a:extLst>
              <a:ext uri="{FF2B5EF4-FFF2-40B4-BE49-F238E27FC236}">
                <a16:creationId xmlns:a16="http://schemas.microsoft.com/office/drawing/2014/main" id="{4548E1DD-08A6-6C74-728A-133FA097A0E0}"/>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525C4035-FAFF-CA83-294D-08B7833825DE}"/>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6" name="Slide Number Placeholder 5">
            <a:extLst>
              <a:ext uri="{FF2B5EF4-FFF2-40B4-BE49-F238E27FC236}">
                <a16:creationId xmlns:a16="http://schemas.microsoft.com/office/drawing/2014/main" id="{6861F509-E4E1-8FD7-EE4D-2AD2BA1289D8}"/>
              </a:ext>
              <a:ext uri="{C183D7F6-B498-43B3-948B-1728B52AA6E4}">
                <adec:decorative xmlns:adec="http://schemas.microsoft.com/office/drawing/2017/decorative" val="0"/>
              </a:ext>
            </a:extLst>
          </p:cNvPr>
          <p:cNvSpPr>
            <a:spLocks noGrp="1"/>
          </p:cNvSpPr>
          <p:nvPr>
            <p:ph type="sldNum" sz="quarter" idx="12"/>
          </p:nvPr>
        </p:nvSpPr>
        <p:spPr/>
        <p:txBody>
          <a:bodyPr rIns="0"/>
          <a:lstStyle>
            <a:lvl1pPr>
              <a:defRPr baseline="0">
                <a:solidFill>
                  <a:schemeClr val="bg1"/>
                </a:solidFill>
              </a:defRPr>
            </a:lvl1pPr>
          </a:lstStyle>
          <a:p>
            <a:fld id="{6F6F96F8-3C4A-44BA-8813-69AD9933C9F2}" type="slidenum">
              <a:rPr lang="en-AU" smtClean="0"/>
              <a:pPr/>
              <a:t>‹#›</a:t>
            </a:fld>
            <a:endParaRPr lang="en-AU"/>
          </a:p>
        </p:txBody>
      </p:sp>
    </p:spTree>
    <p:extLst>
      <p:ext uri="{BB962C8B-B14F-4D97-AF65-F5344CB8AC3E}">
        <p14:creationId xmlns:p14="http://schemas.microsoft.com/office/powerpoint/2010/main" val="8773240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eam slide_4">
    <p:bg>
      <p:bgPr>
        <a:solidFill>
          <a:schemeClr val="accent3"/>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0CCA8B7-80CB-C171-23CE-58CAA88B0B3E}"/>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21" name="Text Placeholder 7">
            <a:extLst>
              <a:ext uri="{FF2B5EF4-FFF2-40B4-BE49-F238E27FC236}">
                <a16:creationId xmlns:a16="http://schemas.microsoft.com/office/drawing/2014/main" id="{C2E2EC65-BD43-8DBC-1A7E-7EFAC5BE8336}"/>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22" name="Date Placeholder 3">
            <a:extLst>
              <a:ext uri="{FF2B5EF4-FFF2-40B4-BE49-F238E27FC236}">
                <a16:creationId xmlns:a16="http://schemas.microsoft.com/office/drawing/2014/main" id="{9A7AFD58-69DA-550A-1E82-A8F6BFE59A16}"/>
              </a:ext>
              <a:ext uri="{C183D7F6-B498-43B3-948B-1728B52AA6E4}">
                <adec:decorative xmlns:adec="http://schemas.microsoft.com/office/drawing/2017/decorative" val="1"/>
              </a:ext>
            </a:extLst>
          </p:cNvPr>
          <p:cNvSpPr>
            <a:spLocks noGrp="1"/>
          </p:cNvSpPr>
          <p:nvPr>
            <p:ph type="dt" sz="half" idx="10"/>
          </p:nvPr>
        </p:nvSpPr>
        <p:spPr>
          <a:xfrm>
            <a:off x="528299" y="6356350"/>
            <a:ext cx="2743200" cy="365125"/>
          </a:xfrm>
        </p:spPr>
        <p:txBody>
          <a:bodyPr/>
          <a:lstStyle>
            <a:lvl1pPr>
              <a:defRPr>
                <a:solidFill>
                  <a:schemeClr val="bg1"/>
                </a:solidFill>
              </a:defRPr>
            </a:lvl1pPr>
          </a:lstStyle>
          <a:p>
            <a:fld id="{A17E76C1-6860-4658-ACAF-BC70864B9A34}" type="datetime1">
              <a:rPr lang="en-AU" smtClean="0"/>
              <a:pPr/>
              <a:t>27/5/2025</a:t>
            </a:fld>
            <a:endParaRPr lang="en-AU"/>
          </a:p>
        </p:txBody>
      </p:sp>
      <p:sp>
        <p:nvSpPr>
          <p:cNvPr id="23" name="Footer Placeholder 4">
            <a:extLst>
              <a:ext uri="{FF2B5EF4-FFF2-40B4-BE49-F238E27FC236}">
                <a16:creationId xmlns:a16="http://schemas.microsoft.com/office/drawing/2014/main" id="{B2E1944A-54BC-2C46-7BC9-439D85B1631B}"/>
              </a:ext>
              <a:ext uri="{C183D7F6-B498-43B3-948B-1728B52AA6E4}">
                <adec:decorative xmlns:adec="http://schemas.microsoft.com/office/drawing/2017/decorative" val="1"/>
              </a:ext>
            </a:extLst>
          </p:cNvPr>
          <p:cNvSpPr>
            <a:spLocks noGrp="1"/>
          </p:cNvSpPr>
          <p:nvPr>
            <p:ph type="ftr" sz="quarter" idx="11"/>
          </p:nvPr>
        </p:nvSpPr>
        <p:spPr>
          <a:xfrm>
            <a:off x="4038600" y="6368504"/>
            <a:ext cx="4114800" cy="365125"/>
          </a:xfrm>
        </p:spPr>
        <p:txBody>
          <a:bodyPr/>
          <a:lstStyle>
            <a:lvl1pPr>
              <a:defRPr>
                <a:solidFill>
                  <a:schemeClr val="bg1"/>
                </a:solidFill>
              </a:defRPr>
            </a:lvl1pPr>
          </a:lstStyle>
          <a:p>
            <a:endParaRPr lang="en-AU"/>
          </a:p>
        </p:txBody>
      </p:sp>
      <p:sp>
        <p:nvSpPr>
          <p:cNvPr id="24" name="Picture Placeholder 9">
            <a:extLst>
              <a:ext uri="{FF2B5EF4-FFF2-40B4-BE49-F238E27FC236}">
                <a16:creationId xmlns:a16="http://schemas.microsoft.com/office/drawing/2014/main" id="{4EFB69E3-061E-9917-1F35-0EA42E57A540}"/>
              </a:ext>
              <a:ext uri="{C183D7F6-B498-43B3-948B-1728B52AA6E4}">
                <adec:decorative xmlns:adec="http://schemas.microsoft.com/office/drawing/2017/decorative" val="1"/>
              </a:ext>
            </a:extLst>
          </p:cNvPr>
          <p:cNvSpPr>
            <a:spLocks noGrp="1"/>
          </p:cNvSpPr>
          <p:nvPr>
            <p:ph type="pic" sz="quarter" idx="14"/>
          </p:nvPr>
        </p:nvSpPr>
        <p:spPr>
          <a:xfrm>
            <a:off x="623888" y="1642243"/>
            <a:ext cx="1440000" cy="1332000"/>
          </a:xfrm>
        </p:spPr>
        <p:txBody>
          <a:bodyPr/>
          <a:lstStyle>
            <a:lvl1pPr>
              <a:defRPr>
                <a:solidFill>
                  <a:schemeClr val="bg1"/>
                </a:solidFill>
              </a:defRPr>
            </a:lvl1pPr>
          </a:lstStyle>
          <a:p>
            <a:r>
              <a:rPr lang="en-US"/>
              <a:t>Click icon to add picture</a:t>
            </a:r>
            <a:endParaRPr lang="en-AU"/>
          </a:p>
        </p:txBody>
      </p:sp>
      <p:sp>
        <p:nvSpPr>
          <p:cNvPr id="25" name="Text Placeholder 11">
            <a:extLst>
              <a:ext uri="{FF2B5EF4-FFF2-40B4-BE49-F238E27FC236}">
                <a16:creationId xmlns:a16="http://schemas.microsoft.com/office/drawing/2014/main" id="{B04E9335-9306-A64E-4E74-899E54C6370C}"/>
              </a:ext>
            </a:extLst>
          </p:cNvPr>
          <p:cNvSpPr>
            <a:spLocks noGrp="1"/>
          </p:cNvSpPr>
          <p:nvPr>
            <p:ph type="body" sz="quarter" idx="15"/>
          </p:nvPr>
        </p:nvSpPr>
        <p:spPr>
          <a:xfrm>
            <a:off x="623888" y="3117030"/>
            <a:ext cx="1965325" cy="3083754"/>
          </a:xfrm>
        </p:spPr>
        <p:txBody>
          <a:bodyPr lIns="0"/>
          <a:lstStyle>
            <a:lvl1pPr>
              <a:defRPr>
                <a:solidFill>
                  <a:schemeClr val="bg1"/>
                </a:solidFill>
              </a:defRPr>
            </a:lvl1pPr>
          </a:lstStyle>
          <a:p>
            <a:pPr lvl="0"/>
            <a:r>
              <a:rPr lang="en-US" noProof="0"/>
              <a:t>Click to edit Master text styles</a:t>
            </a:r>
          </a:p>
        </p:txBody>
      </p:sp>
      <p:sp>
        <p:nvSpPr>
          <p:cNvPr id="26" name="Picture Placeholder 9">
            <a:extLst>
              <a:ext uri="{FF2B5EF4-FFF2-40B4-BE49-F238E27FC236}">
                <a16:creationId xmlns:a16="http://schemas.microsoft.com/office/drawing/2014/main" id="{08EF3038-76B3-627C-764F-5D21546B1820}"/>
              </a:ext>
              <a:ext uri="{C183D7F6-B498-43B3-948B-1728B52AA6E4}">
                <adec:decorative xmlns:adec="http://schemas.microsoft.com/office/drawing/2017/decorative" val="1"/>
              </a:ext>
            </a:extLst>
          </p:cNvPr>
          <p:cNvSpPr>
            <a:spLocks noGrp="1"/>
          </p:cNvSpPr>
          <p:nvPr>
            <p:ph type="pic" sz="quarter" idx="16"/>
          </p:nvPr>
        </p:nvSpPr>
        <p:spPr>
          <a:xfrm>
            <a:off x="2892510" y="1642243"/>
            <a:ext cx="1440000" cy="1332000"/>
          </a:xfrm>
        </p:spPr>
        <p:txBody>
          <a:bodyPr/>
          <a:lstStyle>
            <a:lvl1pPr>
              <a:defRPr>
                <a:solidFill>
                  <a:schemeClr val="bg1"/>
                </a:solidFill>
              </a:defRPr>
            </a:lvl1pPr>
          </a:lstStyle>
          <a:p>
            <a:r>
              <a:rPr lang="en-US"/>
              <a:t>Click icon to add picture</a:t>
            </a:r>
            <a:endParaRPr lang="en-AU"/>
          </a:p>
        </p:txBody>
      </p:sp>
      <p:sp>
        <p:nvSpPr>
          <p:cNvPr id="27" name="Text Placeholder 11">
            <a:extLst>
              <a:ext uri="{FF2B5EF4-FFF2-40B4-BE49-F238E27FC236}">
                <a16:creationId xmlns:a16="http://schemas.microsoft.com/office/drawing/2014/main" id="{4351E16F-6FDF-4C11-4901-73B1B6FBAE41}"/>
              </a:ext>
            </a:extLst>
          </p:cNvPr>
          <p:cNvSpPr>
            <a:spLocks noGrp="1"/>
          </p:cNvSpPr>
          <p:nvPr>
            <p:ph type="body" sz="quarter" idx="17"/>
          </p:nvPr>
        </p:nvSpPr>
        <p:spPr>
          <a:xfrm>
            <a:off x="2892510" y="3117030"/>
            <a:ext cx="1965325" cy="3083754"/>
          </a:xfrm>
        </p:spPr>
        <p:txBody>
          <a:bodyPr lIns="0"/>
          <a:lstStyle>
            <a:lvl1pPr>
              <a:defRPr>
                <a:solidFill>
                  <a:schemeClr val="bg1"/>
                </a:solidFill>
              </a:defRPr>
            </a:lvl1pPr>
          </a:lstStyle>
          <a:p>
            <a:pPr lvl="0"/>
            <a:r>
              <a:rPr lang="en-US" noProof="0"/>
              <a:t>Click to edit Master text styles</a:t>
            </a:r>
          </a:p>
        </p:txBody>
      </p:sp>
      <p:sp>
        <p:nvSpPr>
          <p:cNvPr id="28" name="Picture Placeholder 9">
            <a:extLst>
              <a:ext uri="{FF2B5EF4-FFF2-40B4-BE49-F238E27FC236}">
                <a16:creationId xmlns:a16="http://schemas.microsoft.com/office/drawing/2014/main" id="{1381F3F8-E3FF-64F0-6FBC-5F6182972EFB}"/>
              </a:ext>
              <a:ext uri="{C183D7F6-B498-43B3-948B-1728B52AA6E4}">
                <adec:decorative xmlns:adec="http://schemas.microsoft.com/office/drawing/2017/decorative" val="1"/>
              </a:ext>
            </a:extLst>
          </p:cNvPr>
          <p:cNvSpPr>
            <a:spLocks noGrp="1"/>
          </p:cNvSpPr>
          <p:nvPr>
            <p:ph type="pic" sz="quarter" idx="18"/>
          </p:nvPr>
        </p:nvSpPr>
        <p:spPr>
          <a:xfrm>
            <a:off x="5161132" y="1642243"/>
            <a:ext cx="1440000" cy="1332000"/>
          </a:xfrm>
        </p:spPr>
        <p:txBody>
          <a:bodyPr/>
          <a:lstStyle>
            <a:lvl1pPr>
              <a:defRPr>
                <a:solidFill>
                  <a:schemeClr val="bg1"/>
                </a:solidFill>
              </a:defRPr>
            </a:lvl1pPr>
          </a:lstStyle>
          <a:p>
            <a:r>
              <a:rPr lang="en-US"/>
              <a:t>Click icon to add picture</a:t>
            </a:r>
            <a:endParaRPr lang="en-AU"/>
          </a:p>
        </p:txBody>
      </p:sp>
      <p:sp>
        <p:nvSpPr>
          <p:cNvPr id="29" name="Text Placeholder 11">
            <a:extLst>
              <a:ext uri="{FF2B5EF4-FFF2-40B4-BE49-F238E27FC236}">
                <a16:creationId xmlns:a16="http://schemas.microsoft.com/office/drawing/2014/main" id="{20A9B780-D23D-FC3A-B0F6-A0BB48146662}"/>
              </a:ext>
            </a:extLst>
          </p:cNvPr>
          <p:cNvSpPr>
            <a:spLocks noGrp="1"/>
          </p:cNvSpPr>
          <p:nvPr>
            <p:ph type="body" sz="quarter" idx="19"/>
          </p:nvPr>
        </p:nvSpPr>
        <p:spPr>
          <a:xfrm>
            <a:off x="5161132" y="3117030"/>
            <a:ext cx="1965325" cy="3083754"/>
          </a:xfrm>
        </p:spPr>
        <p:txBody>
          <a:bodyPr lIns="0"/>
          <a:lstStyle>
            <a:lvl1pPr>
              <a:defRPr>
                <a:solidFill>
                  <a:schemeClr val="bg1"/>
                </a:solidFill>
              </a:defRPr>
            </a:lvl1pPr>
          </a:lstStyle>
          <a:p>
            <a:pPr lvl="0"/>
            <a:r>
              <a:rPr lang="en-US" noProof="0"/>
              <a:t>Click to edit Master text styles</a:t>
            </a:r>
          </a:p>
        </p:txBody>
      </p:sp>
      <p:sp>
        <p:nvSpPr>
          <p:cNvPr id="30" name="Picture Placeholder 9">
            <a:extLst>
              <a:ext uri="{FF2B5EF4-FFF2-40B4-BE49-F238E27FC236}">
                <a16:creationId xmlns:a16="http://schemas.microsoft.com/office/drawing/2014/main" id="{4BDA7639-5F10-CA56-A279-32455B9ED9CA}"/>
              </a:ext>
              <a:ext uri="{C183D7F6-B498-43B3-948B-1728B52AA6E4}">
                <adec:decorative xmlns:adec="http://schemas.microsoft.com/office/drawing/2017/decorative" val="1"/>
              </a:ext>
            </a:extLst>
          </p:cNvPr>
          <p:cNvSpPr>
            <a:spLocks noGrp="1"/>
          </p:cNvSpPr>
          <p:nvPr>
            <p:ph type="pic" sz="quarter" idx="20"/>
          </p:nvPr>
        </p:nvSpPr>
        <p:spPr>
          <a:xfrm>
            <a:off x="7429754" y="1642243"/>
            <a:ext cx="1440000" cy="1332000"/>
          </a:xfrm>
        </p:spPr>
        <p:txBody>
          <a:bodyPr/>
          <a:lstStyle>
            <a:lvl1pPr>
              <a:defRPr>
                <a:solidFill>
                  <a:schemeClr val="bg1"/>
                </a:solidFill>
              </a:defRPr>
            </a:lvl1pPr>
          </a:lstStyle>
          <a:p>
            <a:r>
              <a:rPr lang="en-US"/>
              <a:t>Click icon to add picture</a:t>
            </a:r>
            <a:endParaRPr lang="en-AU"/>
          </a:p>
        </p:txBody>
      </p:sp>
      <p:sp>
        <p:nvSpPr>
          <p:cNvPr id="31" name="Text Placeholder 11">
            <a:extLst>
              <a:ext uri="{FF2B5EF4-FFF2-40B4-BE49-F238E27FC236}">
                <a16:creationId xmlns:a16="http://schemas.microsoft.com/office/drawing/2014/main" id="{B5930A8A-3890-F067-6B0E-291AD3559CBC}"/>
              </a:ext>
            </a:extLst>
          </p:cNvPr>
          <p:cNvSpPr>
            <a:spLocks noGrp="1"/>
          </p:cNvSpPr>
          <p:nvPr>
            <p:ph type="body" sz="quarter" idx="21"/>
          </p:nvPr>
        </p:nvSpPr>
        <p:spPr>
          <a:xfrm>
            <a:off x="7429754" y="3117030"/>
            <a:ext cx="1965325" cy="3083754"/>
          </a:xfrm>
        </p:spPr>
        <p:txBody>
          <a:bodyPr lIns="0"/>
          <a:lstStyle>
            <a:lvl1pPr>
              <a:defRPr>
                <a:solidFill>
                  <a:schemeClr val="bg1"/>
                </a:solidFill>
              </a:defRPr>
            </a:lvl1pPr>
          </a:lstStyle>
          <a:p>
            <a:pPr lvl="0"/>
            <a:r>
              <a:rPr lang="en-US" noProof="0"/>
              <a:t>Click to edit Master text styles</a:t>
            </a:r>
          </a:p>
        </p:txBody>
      </p:sp>
      <p:sp>
        <p:nvSpPr>
          <p:cNvPr id="32" name="Picture Placeholder 9">
            <a:extLst>
              <a:ext uri="{FF2B5EF4-FFF2-40B4-BE49-F238E27FC236}">
                <a16:creationId xmlns:a16="http://schemas.microsoft.com/office/drawing/2014/main" id="{511D1AD6-893F-68A2-78D0-687B677C2443}"/>
              </a:ext>
              <a:ext uri="{C183D7F6-B498-43B3-948B-1728B52AA6E4}">
                <adec:decorative xmlns:adec="http://schemas.microsoft.com/office/drawing/2017/decorative" val="1"/>
              </a:ext>
            </a:extLst>
          </p:cNvPr>
          <p:cNvSpPr>
            <a:spLocks noGrp="1"/>
          </p:cNvSpPr>
          <p:nvPr>
            <p:ph type="pic" sz="quarter" idx="22"/>
          </p:nvPr>
        </p:nvSpPr>
        <p:spPr>
          <a:xfrm>
            <a:off x="9698376" y="1642243"/>
            <a:ext cx="1440000" cy="1332000"/>
          </a:xfrm>
        </p:spPr>
        <p:txBody>
          <a:bodyPr/>
          <a:lstStyle>
            <a:lvl1pPr>
              <a:defRPr>
                <a:solidFill>
                  <a:schemeClr val="bg1"/>
                </a:solidFill>
              </a:defRPr>
            </a:lvl1pPr>
          </a:lstStyle>
          <a:p>
            <a:r>
              <a:rPr lang="en-US"/>
              <a:t>Click icon to add picture</a:t>
            </a:r>
            <a:endParaRPr lang="en-AU"/>
          </a:p>
        </p:txBody>
      </p:sp>
      <p:sp>
        <p:nvSpPr>
          <p:cNvPr id="33" name="Text Placeholder 11">
            <a:extLst>
              <a:ext uri="{FF2B5EF4-FFF2-40B4-BE49-F238E27FC236}">
                <a16:creationId xmlns:a16="http://schemas.microsoft.com/office/drawing/2014/main" id="{516A9436-552F-9FD7-3593-BEE01A967244}"/>
              </a:ext>
            </a:extLst>
          </p:cNvPr>
          <p:cNvSpPr>
            <a:spLocks noGrp="1"/>
          </p:cNvSpPr>
          <p:nvPr>
            <p:ph type="body" sz="quarter" idx="23"/>
          </p:nvPr>
        </p:nvSpPr>
        <p:spPr>
          <a:xfrm>
            <a:off x="9698376" y="3117030"/>
            <a:ext cx="1965325" cy="3083754"/>
          </a:xfrm>
        </p:spPr>
        <p:txBody>
          <a:bodyPr lIns="0"/>
          <a:lstStyle>
            <a:lvl1pPr>
              <a:defRPr>
                <a:solidFill>
                  <a:schemeClr val="bg1"/>
                </a:solidFill>
              </a:defRPr>
            </a:lvl1pPr>
          </a:lstStyle>
          <a:p>
            <a:pPr lvl="0"/>
            <a:r>
              <a:rPr lang="en-US" noProof="0"/>
              <a:t>Click to edit Master text styles</a:t>
            </a:r>
          </a:p>
        </p:txBody>
      </p:sp>
      <p:sp>
        <p:nvSpPr>
          <p:cNvPr id="34" name="Parallelogram 5">
            <a:extLst>
              <a:ext uri="{FF2B5EF4-FFF2-40B4-BE49-F238E27FC236}">
                <a16:creationId xmlns:a16="http://schemas.microsoft.com/office/drawing/2014/main" id="{71E64D3B-B866-1D57-FE06-AFFC907094F4}"/>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35" name="Straight Connector 34">
            <a:extLst>
              <a:ext uri="{FF2B5EF4-FFF2-40B4-BE49-F238E27FC236}">
                <a16:creationId xmlns:a16="http://schemas.microsoft.com/office/drawing/2014/main" id="{8BBBBC4D-3579-2FF3-EC51-E19789B45AB2}"/>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36" name="Picture 35">
            <a:extLst>
              <a:ext uri="{FF2B5EF4-FFF2-40B4-BE49-F238E27FC236}">
                <a16:creationId xmlns:a16="http://schemas.microsoft.com/office/drawing/2014/main" id="{333A9066-0192-41AE-E0BF-52AEF5E579B0}"/>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37" name="Slide Number Placeholder 5">
            <a:extLst>
              <a:ext uri="{FF2B5EF4-FFF2-40B4-BE49-F238E27FC236}">
                <a16:creationId xmlns:a16="http://schemas.microsoft.com/office/drawing/2014/main" id="{A57B307F-4D1A-976E-3778-25EC4A91789B}"/>
              </a:ext>
              <a:ext uri="{C183D7F6-B498-43B3-948B-1728B52AA6E4}">
                <adec:decorative xmlns:adec="http://schemas.microsoft.com/office/drawing/2017/decorative" val="0"/>
              </a:ext>
            </a:extLst>
          </p:cNvPr>
          <p:cNvSpPr>
            <a:spLocks noGrp="1"/>
          </p:cNvSpPr>
          <p:nvPr>
            <p:ph type="sldNum" sz="quarter" idx="12"/>
          </p:nvPr>
        </p:nvSpPr>
        <p:spPr>
          <a:xfrm>
            <a:off x="8920501" y="6356350"/>
            <a:ext cx="2743200" cy="365125"/>
          </a:xfrm>
        </p:spPr>
        <p:txBody>
          <a:bodyPr rIns="0"/>
          <a:lstStyle>
            <a:lvl1pPr>
              <a:defRPr baseline="0">
                <a:solidFill>
                  <a:schemeClr val="bg1"/>
                </a:solidFill>
              </a:defRPr>
            </a:lvl1pPr>
          </a:lstStyle>
          <a:p>
            <a:fld id="{6F6F96F8-3C4A-44BA-8813-69AD9933C9F2}" type="slidenum">
              <a:rPr lang="en-AU" smtClean="0"/>
              <a:pPr/>
              <a:t>‹#›</a:t>
            </a:fld>
            <a:endParaRPr lang="en-AU"/>
          </a:p>
        </p:txBody>
      </p:sp>
    </p:spTree>
    <p:extLst>
      <p:ext uri="{BB962C8B-B14F-4D97-AF65-F5344CB8AC3E}">
        <p14:creationId xmlns:p14="http://schemas.microsoft.com/office/powerpoint/2010/main" val="356848263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eam slide_5">
    <p:bg>
      <p:bgPr>
        <a:solidFill>
          <a:schemeClr val="accent5"/>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CCCD79C-BA63-0B52-BB70-D0A57C0378B0}"/>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a:p>
        </p:txBody>
      </p:sp>
      <p:sp>
        <p:nvSpPr>
          <p:cNvPr id="21" name="Text Placeholder 7">
            <a:extLst>
              <a:ext uri="{FF2B5EF4-FFF2-40B4-BE49-F238E27FC236}">
                <a16:creationId xmlns:a16="http://schemas.microsoft.com/office/drawing/2014/main" id="{1479A168-05AB-1653-A610-1B1ADB736547}"/>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22" name="Date Placeholder 3">
            <a:extLst>
              <a:ext uri="{FF2B5EF4-FFF2-40B4-BE49-F238E27FC236}">
                <a16:creationId xmlns:a16="http://schemas.microsoft.com/office/drawing/2014/main" id="{2ED676E4-4A97-3C45-3A6B-AFCF4025B7CF}"/>
              </a:ext>
              <a:ext uri="{C183D7F6-B498-43B3-948B-1728B52AA6E4}">
                <adec:decorative xmlns:adec="http://schemas.microsoft.com/office/drawing/2017/decorative" val="1"/>
              </a:ext>
            </a:extLst>
          </p:cNvPr>
          <p:cNvSpPr>
            <a:spLocks noGrp="1"/>
          </p:cNvSpPr>
          <p:nvPr>
            <p:ph type="dt" sz="half" idx="10"/>
          </p:nvPr>
        </p:nvSpPr>
        <p:spPr>
          <a:xfrm>
            <a:off x="528299" y="6356350"/>
            <a:ext cx="2743200" cy="365125"/>
          </a:xfrm>
        </p:spPr>
        <p:txBody>
          <a:bodyPr/>
          <a:lstStyle>
            <a:lvl1pPr>
              <a:defRPr>
                <a:solidFill>
                  <a:schemeClr val="bg1"/>
                </a:solidFill>
              </a:defRPr>
            </a:lvl1pPr>
          </a:lstStyle>
          <a:p>
            <a:fld id="{A17E76C1-6860-4658-ACAF-BC70864B9A34}" type="datetime1">
              <a:rPr lang="en-AU" smtClean="0"/>
              <a:pPr/>
              <a:t>27/5/2025</a:t>
            </a:fld>
            <a:endParaRPr lang="en-AU"/>
          </a:p>
        </p:txBody>
      </p:sp>
      <p:sp>
        <p:nvSpPr>
          <p:cNvPr id="23" name="Footer Placeholder 4">
            <a:extLst>
              <a:ext uri="{FF2B5EF4-FFF2-40B4-BE49-F238E27FC236}">
                <a16:creationId xmlns:a16="http://schemas.microsoft.com/office/drawing/2014/main" id="{4629E250-16BE-6ACF-6084-DD2FE612D5CF}"/>
              </a:ext>
              <a:ext uri="{C183D7F6-B498-43B3-948B-1728B52AA6E4}">
                <adec:decorative xmlns:adec="http://schemas.microsoft.com/office/drawing/2017/decorative" val="1"/>
              </a:ext>
            </a:extLst>
          </p:cNvPr>
          <p:cNvSpPr>
            <a:spLocks noGrp="1"/>
          </p:cNvSpPr>
          <p:nvPr>
            <p:ph type="ftr" sz="quarter" idx="11"/>
          </p:nvPr>
        </p:nvSpPr>
        <p:spPr>
          <a:xfrm>
            <a:off x="4038600" y="6368504"/>
            <a:ext cx="4114800" cy="365125"/>
          </a:xfrm>
        </p:spPr>
        <p:txBody>
          <a:bodyPr/>
          <a:lstStyle>
            <a:lvl1pPr>
              <a:defRPr>
                <a:solidFill>
                  <a:schemeClr val="bg1"/>
                </a:solidFill>
              </a:defRPr>
            </a:lvl1pPr>
          </a:lstStyle>
          <a:p>
            <a:endParaRPr lang="en-AU" dirty="0"/>
          </a:p>
        </p:txBody>
      </p:sp>
      <p:sp>
        <p:nvSpPr>
          <p:cNvPr id="24" name="Picture Placeholder 9">
            <a:extLst>
              <a:ext uri="{FF2B5EF4-FFF2-40B4-BE49-F238E27FC236}">
                <a16:creationId xmlns:a16="http://schemas.microsoft.com/office/drawing/2014/main" id="{C882EAC8-4C7B-0DA3-D77F-AD707281E921}"/>
              </a:ext>
              <a:ext uri="{C183D7F6-B498-43B3-948B-1728B52AA6E4}">
                <adec:decorative xmlns:adec="http://schemas.microsoft.com/office/drawing/2017/decorative" val="1"/>
              </a:ext>
            </a:extLst>
          </p:cNvPr>
          <p:cNvSpPr>
            <a:spLocks noGrp="1"/>
          </p:cNvSpPr>
          <p:nvPr>
            <p:ph type="pic" sz="quarter" idx="14"/>
          </p:nvPr>
        </p:nvSpPr>
        <p:spPr>
          <a:xfrm>
            <a:off x="623888" y="1642243"/>
            <a:ext cx="1440000" cy="1332000"/>
          </a:xfrm>
        </p:spPr>
        <p:txBody>
          <a:bodyPr/>
          <a:lstStyle>
            <a:lvl1pPr>
              <a:defRPr>
                <a:solidFill>
                  <a:schemeClr val="bg1"/>
                </a:solidFill>
              </a:defRPr>
            </a:lvl1pPr>
          </a:lstStyle>
          <a:p>
            <a:r>
              <a:rPr lang="en-US"/>
              <a:t>Click icon to add picture</a:t>
            </a:r>
            <a:endParaRPr lang="en-AU"/>
          </a:p>
        </p:txBody>
      </p:sp>
      <p:sp>
        <p:nvSpPr>
          <p:cNvPr id="25" name="Text Placeholder 11">
            <a:extLst>
              <a:ext uri="{FF2B5EF4-FFF2-40B4-BE49-F238E27FC236}">
                <a16:creationId xmlns:a16="http://schemas.microsoft.com/office/drawing/2014/main" id="{4219731B-42ED-37A0-CB58-C262DECEB1DF}"/>
              </a:ext>
            </a:extLst>
          </p:cNvPr>
          <p:cNvSpPr>
            <a:spLocks noGrp="1"/>
          </p:cNvSpPr>
          <p:nvPr>
            <p:ph type="body" sz="quarter" idx="15"/>
          </p:nvPr>
        </p:nvSpPr>
        <p:spPr>
          <a:xfrm>
            <a:off x="623888" y="3117030"/>
            <a:ext cx="1965325" cy="3083754"/>
          </a:xfrm>
        </p:spPr>
        <p:txBody>
          <a:bodyPr lIns="0"/>
          <a:lstStyle>
            <a:lvl1pPr>
              <a:defRPr>
                <a:solidFill>
                  <a:schemeClr val="bg1"/>
                </a:solidFill>
              </a:defRPr>
            </a:lvl1pPr>
          </a:lstStyle>
          <a:p>
            <a:pPr lvl="0"/>
            <a:r>
              <a:rPr lang="en-US" noProof="0"/>
              <a:t>Click to edit Master text styles</a:t>
            </a:r>
          </a:p>
        </p:txBody>
      </p:sp>
      <p:sp>
        <p:nvSpPr>
          <p:cNvPr id="26" name="Picture Placeholder 9">
            <a:extLst>
              <a:ext uri="{FF2B5EF4-FFF2-40B4-BE49-F238E27FC236}">
                <a16:creationId xmlns:a16="http://schemas.microsoft.com/office/drawing/2014/main" id="{AEDC10AD-561B-528E-BB36-8DC3F510688F}"/>
              </a:ext>
              <a:ext uri="{C183D7F6-B498-43B3-948B-1728B52AA6E4}">
                <adec:decorative xmlns:adec="http://schemas.microsoft.com/office/drawing/2017/decorative" val="1"/>
              </a:ext>
            </a:extLst>
          </p:cNvPr>
          <p:cNvSpPr>
            <a:spLocks noGrp="1"/>
          </p:cNvSpPr>
          <p:nvPr>
            <p:ph type="pic" sz="quarter" idx="16"/>
          </p:nvPr>
        </p:nvSpPr>
        <p:spPr>
          <a:xfrm>
            <a:off x="2892510" y="1642243"/>
            <a:ext cx="1440000" cy="1332000"/>
          </a:xfrm>
        </p:spPr>
        <p:txBody>
          <a:bodyPr/>
          <a:lstStyle>
            <a:lvl1pPr>
              <a:defRPr>
                <a:solidFill>
                  <a:schemeClr val="bg1"/>
                </a:solidFill>
              </a:defRPr>
            </a:lvl1pPr>
          </a:lstStyle>
          <a:p>
            <a:r>
              <a:rPr lang="en-US"/>
              <a:t>Click icon to add picture</a:t>
            </a:r>
            <a:endParaRPr lang="en-AU"/>
          </a:p>
        </p:txBody>
      </p:sp>
      <p:sp>
        <p:nvSpPr>
          <p:cNvPr id="27" name="Text Placeholder 11">
            <a:extLst>
              <a:ext uri="{FF2B5EF4-FFF2-40B4-BE49-F238E27FC236}">
                <a16:creationId xmlns:a16="http://schemas.microsoft.com/office/drawing/2014/main" id="{3D7ADF14-75B4-D76F-7047-8EA776DCF2DC}"/>
              </a:ext>
            </a:extLst>
          </p:cNvPr>
          <p:cNvSpPr>
            <a:spLocks noGrp="1"/>
          </p:cNvSpPr>
          <p:nvPr>
            <p:ph type="body" sz="quarter" idx="17"/>
          </p:nvPr>
        </p:nvSpPr>
        <p:spPr>
          <a:xfrm>
            <a:off x="2892510" y="3117030"/>
            <a:ext cx="1965325" cy="3083754"/>
          </a:xfrm>
        </p:spPr>
        <p:txBody>
          <a:bodyPr lIns="0"/>
          <a:lstStyle>
            <a:lvl1pPr>
              <a:defRPr>
                <a:solidFill>
                  <a:schemeClr val="bg1"/>
                </a:solidFill>
              </a:defRPr>
            </a:lvl1pPr>
          </a:lstStyle>
          <a:p>
            <a:pPr lvl="0"/>
            <a:r>
              <a:rPr lang="en-US"/>
              <a:t>Click to edit Master text styles</a:t>
            </a:r>
          </a:p>
        </p:txBody>
      </p:sp>
      <p:sp>
        <p:nvSpPr>
          <p:cNvPr id="28" name="Picture Placeholder 9">
            <a:extLst>
              <a:ext uri="{FF2B5EF4-FFF2-40B4-BE49-F238E27FC236}">
                <a16:creationId xmlns:a16="http://schemas.microsoft.com/office/drawing/2014/main" id="{9FF3ED4A-2972-1101-C227-4B82AF09AD3B}"/>
              </a:ext>
              <a:ext uri="{C183D7F6-B498-43B3-948B-1728B52AA6E4}">
                <adec:decorative xmlns:adec="http://schemas.microsoft.com/office/drawing/2017/decorative" val="1"/>
              </a:ext>
            </a:extLst>
          </p:cNvPr>
          <p:cNvSpPr>
            <a:spLocks noGrp="1"/>
          </p:cNvSpPr>
          <p:nvPr>
            <p:ph type="pic" sz="quarter" idx="18"/>
          </p:nvPr>
        </p:nvSpPr>
        <p:spPr>
          <a:xfrm>
            <a:off x="5161132" y="1642243"/>
            <a:ext cx="1440000" cy="1332000"/>
          </a:xfrm>
        </p:spPr>
        <p:txBody>
          <a:bodyPr/>
          <a:lstStyle>
            <a:lvl1pPr>
              <a:defRPr>
                <a:solidFill>
                  <a:schemeClr val="bg1"/>
                </a:solidFill>
              </a:defRPr>
            </a:lvl1pPr>
          </a:lstStyle>
          <a:p>
            <a:r>
              <a:rPr lang="en-US"/>
              <a:t>Click icon to add picture</a:t>
            </a:r>
            <a:endParaRPr lang="en-AU"/>
          </a:p>
        </p:txBody>
      </p:sp>
      <p:sp>
        <p:nvSpPr>
          <p:cNvPr id="29" name="Text Placeholder 11">
            <a:extLst>
              <a:ext uri="{FF2B5EF4-FFF2-40B4-BE49-F238E27FC236}">
                <a16:creationId xmlns:a16="http://schemas.microsoft.com/office/drawing/2014/main" id="{C41ED028-A433-C9E6-2633-44FE7377B1D3}"/>
              </a:ext>
            </a:extLst>
          </p:cNvPr>
          <p:cNvSpPr>
            <a:spLocks noGrp="1"/>
          </p:cNvSpPr>
          <p:nvPr>
            <p:ph type="body" sz="quarter" idx="19"/>
          </p:nvPr>
        </p:nvSpPr>
        <p:spPr>
          <a:xfrm>
            <a:off x="5161132" y="3117030"/>
            <a:ext cx="1965325" cy="3083754"/>
          </a:xfrm>
        </p:spPr>
        <p:txBody>
          <a:bodyPr lIns="0"/>
          <a:lstStyle>
            <a:lvl1pPr>
              <a:defRPr>
                <a:solidFill>
                  <a:schemeClr val="bg1"/>
                </a:solidFill>
              </a:defRPr>
            </a:lvl1pPr>
          </a:lstStyle>
          <a:p>
            <a:pPr lvl="0"/>
            <a:r>
              <a:rPr lang="en-US" noProof="0"/>
              <a:t>Click to edit Master text styles</a:t>
            </a:r>
          </a:p>
        </p:txBody>
      </p:sp>
      <p:sp>
        <p:nvSpPr>
          <p:cNvPr id="30" name="Picture Placeholder 9">
            <a:extLst>
              <a:ext uri="{FF2B5EF4-FFF2-40B4-BE49-F238E27FC236}">
                <a16:creationId xmlns:a16="http://schemas.microsoft.com/office/drawing/2014/main" id="{F59B03F7-D522-A133-4228-865DBC0865D7}"/>
              </a:ext>
              <a:ext uri="{C183D7F6-B498-43B3-948B-1728B52AA6E4}">
                <adec:decorative xmlns:adec="http://schemas.microsoft.com/office/drawing/2017/decorative" val="1"/>
              </a:ext>
            </a:extLst>
          </p:cNvPr>
          <p:cNvSpPr>
            <a:spLocks noGrp="1"/>
          </p:cNvSpPr>
          <p:nvPr>
            <p:ph type="pic" sz="quarter" idx="20"/>
          </p:nvPr>
        </p:nvSpPr>
        <p:spPr>
          <a:xfrm>
            <a:off x="7429754" y="1642243"/>
            <a:ext cx="1440000" cy="1332000"/>
          </a:xfrm>
        </p:spPr>
        <p:txBody>
          <a:bodyPr/>
          <a:lstStyle>
            <a:lvl1pPr>
              <a:defRPr>
                <a:solidFill>
                  <a:schemeClr val="bg1"/>
                </a:solidFill>
              </a:defRPr>
            </a:lvl1pPr>
          </a:lstStyle>
          <a:p>
            <a:r>
              <a:rPr lang="en-US"/>
              <a:t>Click icon to add picture</a:t>
            </a:r>
            <a:endParaRPr lang="en-AU"/>
          </a:p>
        </p:txBody>
      </p:sp>
      <p:sp>
        <p:nvSpPr>
          <p:cNvPr id="31" name="Text Placeholder 11">
            <a:extLst>
              <a:ext uri="{FF2B5EF4-FFF2-40B4-BE49-F238E27FC236}">
                <a16:creationId xmlns:a16="http://schemas.microsoft.com/office/drawing/2014/main" id="{A3E49399-6CD3-405A-2C1D-B3584FA8F576}"/>
              </a:ext>
            </a:extLst>
          </p:cNvPr>
          <p:cNvSpPr>
            <a:spLocks noGrp="1"/>
          </p:cNvSpPr>
          <p:nvPr>
            <p:ph type="body" sz="quarter" idx="21"/>
          </p:nvPr>
        </p:nvSpPr>
        <p:spPr>
          <a:xfrm>
            <a:off x="7429754" y="3117030"/>
            <a:ext cx="1965325" cy="3083754"/>
          </a:xfrm>
        </p:spPr>
        <p:txBody>
          <a:bodyPr lIns="0"/>
          <a:lstStyle>
            <a:lvl1pPr>
              <a:defRPr>
                <a:solidFill>
                  <a:schemeClr val="bg1"/>
                </a:solidFill>
              </a:defRPr>
            </a:lvl1pPr>
          </a:lstStyle>
          <a:p>
            <a:pPr lvl="0"/>
            <a:r>
              <a:rPr lang="en-US" noProof="0"/>
              <a:t>Click to edit Master text styles</a:t>
            </a:r>
          </a:p>
        </p:txBody>
      </p:sp>
      <p:sp>
        <p:nvSpPr>
          <p:cNvPr id="32" name="Picture Placeholder 9">
            <a:extLst>
              <a:ext uri="{FF2B5EF4-FFF2-40B4-BE49-F238E27FC236}">
                <a16:creationId xmlns:a16="http://schemas.microsoft.com/office/drawing/2014/main" id="{DF3B7810-42E2-B0CD-5CC4-8883EEC3159A}"/>
              </a:ext>
              <a:ext uri="{C183D7F6-B498-43B3-948B-1728B52AA6E4}">
                <adec:decorative xmlns:adec="http://schemas.microsoft.com/office/drawing/2017/decorative" val="1"/>
              </a:ext>
            </a:extLst>
          </p:cNvPr>
          <p:cNvSpPr>
            <a:spLocks noGrp="1"/>
          </p:cNvSpPr>
          <p:nvPr>
            <p:ph type="pic" sz="quarter" idx="22"/>
          </p:nvPr>
        </p:nvSpPr>
        <p:spPr>
          <a:xfrm>
            <a:off x="9698376" y="1642243"/>
            <a:ext cx="1440000" cy="1332000"/>
          </a:xfrm>
        </p:spPr>
        <p:txBody>
          <a:bodyPr/>
          <a:lstStyle>
            <a:lvl1pPr>
              <a:defRPr>
                <a:solidFill>
                  <a:schemeClr val="bg1"/>
                </a:solidFill>
              </a:defRPr>
            </a:lvl1pPr>
          </a:lstStyle>
          <a:p>
            <a:r>
              <a:rPr lang="en-US"/>
              <a:t>Click icon to add picture</a:t>
            </a:r>
            <a:endParaRPr lang="en-AU"/>
          </a:p>
        </p:txBody>
      </p:sp>
      <p:sp>
        <p:nvSpPr>
          <p:cNvPr id="33" name="Text Placeholder 11">
            <a:extLst>
              <a:ext uri="{FF2B5EF4-FFF2-40B4-BE49-F238E27FC236}">
                <a16:creationId xmlns:a16="http://schemas.microsoft.com/office/drawing/2014/main" id="{088EBA39-AF51-72F0-2D81-6BB02904640D}"/>
              </a:ext>
            </a:extLst>
          </p:cNvPr>
          <p:cNvSpPr>
            <a:spLocks noGrp="1"/>
          </p:cNvSpPr>
          <p:nvPr>
            <p:ph type="body" sz="quarter" idx="23"/>
          </p:nvPr>
        </p:nvSpPr>
        <p:spPr>
          <a:xfrm>
            <a:off x="9698376" y="3117030"/>
            <a:ext cx="1965325" cy="3083754"/>
          </a:xfrm>
        </p:spPr>
        <p:txBody>
          <a:bodyPr lIns="0"/>
          <a:lstStyle>
            <a:lvl1pPr>
              <a:defRPr>
                <a:solidFill>
                  <a:schemeClr val="bg1"/>
                </a:solidFill>
              </a:defRPr>
            </a:lvl1pPr>
          </a:lstStyle>
          <a:p>
            <a:pPr lvl="0"/>
            <a:r>
              <a:rPr lang="en-US" noProof="0"/>
              <a:t>Click to edit Master text styles</a:t>
            </a:r>
          </a:p>
        </p:txBody>
      </p:sp>
      <p:sp>
        <p:nvSpPr>
          <p:cNvPr id="34" name="Parallelogram 5">
            <a:extLst>
              <a:ext uri="{FF2B5EF4-FFF2-40B4-BE49-F238E27FC236}">
                <a16:creationId xmlns:a16="http://schemas.microsoft.com/office/drawing/2014/main" id="{167C0B59-9AFC-D78D-0C47-4DEEDB476050}"/>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35" name="Straight Connector 34">
            <a:extLst>
              <a:ext uri="{FF2B5EF4-FFF2-40B4-BE49-F238E27FC236}">
                <a16:creationId xmlns:a16="http://schemas.microsoft.com/office/drawing/2014/main" id="{5AC0A036-8D28-E9C0-3AED-75A7D856A720}"/>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36" name="Picture 35">
            <a:extLst>
              <a:ext uri="{FF2B5EF4-FFF2-40B4-BE49-F238E27FC236}">
                <a16:creationId xmlns:a16="http://schemas.microsoft.com/office/drawing/2014/main" id="{474E9CEA-9505-488C-C25E-A0BD9C73616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37" name="Slide Number Placeholder 5">
            <a:extLst>
              <a:ext uri="{FF2B5EF4-FFF2-40B4-BE49-F238E27FC236}">
                <a16:creationId xmlns:a16="http://schemas.microsoft.com/office/drawing/2014/main" id="{826EF674-83EA-EF5A-050F-7283D3DA011F}"/>
              </a:ext>
              <a:ext uri="{C183D7F6-B498-43B3-948B-1728B52AA6E4}">
                <adec:decorative xmlns:adec="http://schemas.microsoft.com/office/drawing/2017/decorative" val="0"/>
              </a:ext>
            </a:extLst>
          </p:cNvPr>
          <p:cNvSpPr>
            <a:spLocks noGrp="1"/>
          </p:cNvSpPr>
          <p:nvPr>
            <p:ph type="sldNum" sz="quarter" idx="12"/>
          </p:nvPr>
        </p:nvSpPr>
        <p:spPr>
          <a:xfrm>
            <a:off x="8920501" y="6356350"/>
            <a:ext cx="2743200" cy="365125"/>
          </a:xfrm>
        </p:spPr>
        <p:txBody>
          <a:bodyPr rIns="0"/>
          <a:lstStyle>
            <a:lvl1pPr>
              <a:defRPr baseline="0">
                <a:solidFill>
                  <a:schemeClr val="bg1"/>
                </a:solidFill>
              </a:defRPr>
            </a:lvl1pPr>
          </a:lstStyle>
          <a:p>
            <a:fld id="{6F6F96F8-3C4A-44BA-8813-69AD9933C9F2}" type="slidenum">
              <a:rPr lang="en-AU" smtClean="0"/>
              <a:pPr/>
              <a:t>‹#›</a:t>
            </a:fld>
            <a:endParaRPr lang="en-AU"/>
          </a:p>
        </p:txBody>
      </p:sp>
    </p:spTree>
    <p:extLst>
      <p:ext uri="{BB962C8B-B14F-4D97-AF65-F5344CB8AC3E}">
        <p14:creationId xmlns:p14="http://schemas.microsoft.com/office/powerpoint/2010/main" val="314998754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Team slide_6">
    <p:bg>
      <p:bgPr>
        <a:solidFill>
          <a:schemeClr val="accent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EBFC186-48CA-3C24-2C51-1C70CE00A335}"/>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21" name="Text Placeholder 7">
            <a:extLst>
              <a:ext uri="{FF2B5EF4-FFF2-40B4-BE49-F238E27FC236}">
                <a16:creationId xmlns:a16="http://schemas.microsoft.com/office/drawing/2014/main" id="{DFB8EAA9-0427-9F3B-D145-3544269D3EC9}"/>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22" name="Date Placeholder 3">
            <a:extLst>
              <a:ext uri="{FF2B5EF4-FFF2-40B4-BE49-F238E27FC236}">
                <a16:creationId xmlns:a16="http://schemas.microsoft.com/office/drawing/2014/main" id="{B858D8AD-F471-5674-6338-B587FCD038E8}"/>
              </a:ext>
              <a:ext uri="{C183D7F6-B498-43B3-948B-1728B52AA6E4}">
                <adec:decorative xmlns:adec="http://schemas.microsoft.com/office/drawing/2017/decorative" val="1"/>
              </a:ext>
            </a:extLst>
          </p:cNvPr>
          <p:cNvSpPr>
            <a:spLocks noGrp="1"/>
          </p:cNvSpPr>
          <p:nvPr>
            <p:ph type="dt" sz="half" idx="10"/>
          </p:nvPr>
        </p:nvSpPr>
        <p:spPr>
          <a:xfrm>
            <a:off x="528299" y="6356350"/>
            <a:ext cx="2743200" cy="365125"/>
          </a:xfrm>
        </p:spPr>
        <p:txBody>
          <a:bodyPr/>
          <a:lstStyle>
            <a:lvl1pPr>
              <a:defRPr>
                <a:solidFill>
                  <a:schemeClr val="bg1"/>
                </a:solidFill>
              </a:defRPr>
            </a:lvl1pPr>
          </a:lstStyle>
          <a:p>
            <a:fld id="{A17E76C1-6860-4658-ACAF-BC70864B9A34}" type="datetime1">
              <a:rPr lang="en-AU" smtClean="0"/>
              <a:pPr/>
              <a:t>27/5/2025</a:t>
            </a:fld>
            <a:endParaRPr lang="en-AU"/>
          </a:p>
        </p:txBody>
      </p:sp>
      <p:sp>
        <p:nvSpPr>
          <p:cNvPr id="23" name="Footer Placeholder 4">
            <a:extLst>
              <a:ext uri="{FF2B5EF4-FFF2-40B4-BE49-F238E27FC236}">
                <a16:creationId xmlns:a16="http://schemas.microsoft.com/office/drawing/2014/main" id="{599F338B-9AE7-2BDC-3AE7-87EB8D2737C4}"/>
              </a:ext>
              <a:ext uri="{C183D7F6-B498-43B3-948B-1728B52AA6E4}">
                <adec:decorative xmlns:adec="http://schemas.microsoft.com/office/drawing/2017/decorative" val="1"/>
              </a:ext>
            </a:extLst>
          </p:cNvPr>
          <p:cNvSpPr>
            <a:spLocks noGrp="1"/>
          </p:cNvSpPr>
          <p:nvPr>
            <p:ph type="ftr" sz="quarter" idx="11"/>
          </p:nvPr>
        </p:nvSpPr>
        <p:spPr>
          <a:xfrm>
            <a:off x="4038600" y="6368504"/>
            <a:ext cx="4114800" cy="365125"/>
          </a:xfrm>
        </p:spPr>
        <p:txBody>
          <a:bodyPr/>
          <a:lstStyle>
            <a:lvl1pPr>
              <a:defRPr>
                <a:solidFill>
                  <a:schemeClr val="bg1"/>
                </a:solidFill>
              </a:defRPr>
            </a:lvl1pPr>
          </a:lstStyle>
          <a:p>
            <a:endParaRPr lang="en-AU"/>
          </a:p>
        </p:txBody>
      </p:sp>
      <p:sp>
        <p:nvSpPr>
          <p:cNvPr id="24" name="Picture Placeholder 9">
            <a:extLst>
              <a:ext uri="{FF2B5EF4-FFF2-40B4-BE49-F238E27FC236}">
                <a16:creationId xmlns:a16="http://schemas.microsoft.com/office/drawing/2014/main" id="{4A3B4227-2702-4C32-BE73-5CCF9D372F73}"/>
              </a:ext>
              <a:ext uri="{C183D7F6-B498-43B3-948B-1728B52AA6E4}">
                <adec:decorative xmlns:adec="http://schemas.microsoft.com/office/drawing/2017/decorative" val="1"/>
              </a:ext>
            </a:extLst>
          </p:cNvPr>
          <p:cNvSpPr>
            <a:spLocks noGrp="1"/>
          </p:cNvSpPr>
          <p:nvPr>
            <p:ph type="pic" sz="quarter" idx="14"/>
          </p:nvPr>
        </p:nvSpPr>
        <p:spPr>
          <a:xfrm>
            <a:off x="623888" y="1642243"/>
            <a:ext cx="1440000" cy="1332000"/>
          </a:xfrm>
        </p:spPr>
        <p:txBody>
          <a:bodyPr/>
          <a:lstStyle>
            <a:lvl1pPr>
              <a:defRPr>
                <a:solidFill>
                  <a:schemeClr val="bg1"/>
                </a:solidFill>
              </a:defRPr>
            </a:lvl1pPr>
          </a:lstStyle>
          <a:p>
            <a:r>
              <a:rPr lang="en-US"/>
              <a:t>Click icon to add picture</a:t>
            </a:r>
            <a:endParaRPr lang="en-AU"/>
          </a:p>
        </p:txBody>
      </p:sp>
      <p:sp>
        <p:nvSpPr>
          <p:cNvPr id="25" name="Text Placeholder 11">
            <a:extLst>
              <a:ext uri="{FF2B5EF4-FFF2-40B4-BE49-F238E27FC236}">
                <a16:creationId xmlns:a16="http://schemas.microsoft.com/office/drawing/2014/main" id="{3496F985-9396-7E99-164E-51D201F49ACA}"/>
              </a:ext>
            </a:extLst>
          </p:cNvPr>
          <p:cNvSpPr>
            <a:spLocks noGrp="1"/>
          </p:cNvSpPr>
          <p:nvPr>
            <p:ph type="body" sz="quarter" idx="15"/>
          </p:nvPr>
        </p:nvSpPr>
        <p:spPr>
          <a:xfrm>
            <a:off x="623888" y="3117030"/>
            <a:ext cx="1965325" cy="3083754"/>
          </a:xfrm>
        </p:spPr>
        <p:txBody>
          <a:bodyPr lIns="0"/>
          <a:lstStyle>
            <a:lvl1pPr>
              <a:defRPr>
                <a:solidFill>
                  <a:schemeClr val="bg1"/>
                </a:solidFill>
              </a:defRPr>
            </a:lvl1pPr>
          </a:lstStyle>
          <a:p>
            <a:pPr lvl="0"/>
            <a:r>
              <a:rPr lang="en-US" noProof="0"/>
              <a:t>Click to edit Master text styles</a:t>
            </a:r>
          </a:p>
        </p:txBody>
      </p:sp>
      <p:sp>
        <p:nvSpPr>
          <p:cNvPr id="26" name="Picture Placeholder 9">
            <a:extLst>
              <a:ext uri="{FF2B5EF4-FFF2-40B4-BE49-F238E27FC236}">
                <a16:creationId xmlns:a16="http://schemas.microsoft.com/office/drawing/2014/main" id="{4F400D1E-DC5C-7E14-24A5-94FAE9028D29}"/>
              </a:ext>
              <a:ext uri="{C183D7F6-B498-43B3-948B-1728B52AA6E4}">
                <adec:decorative xmlns:adec="http://schemas.microsoft.com/office/drawing/2017/decorative" val="1"/>
              </a:ext>
            </a:extLst>
          </p:cNvPr>
          <p:cNvSpPr>
            <a:spLocks noGrp="1"/>
          </p:cNvSpPr>
          <p:nvPr>
            <p:ph type="pic" sz="quarter" idx="16"/>
          </p:nvPr>
        </p:nvSpPr>
        <p:spPr>
          <a:xfrm>
            <a:off x="2892510" y="1642243"/>
            <a:ext cx="1440000" cy="1332000"/>
          </a:xfrm>
        </p:spPr>
        <p:txBody>
          <a:bodyPr/>
          <a:lstStyle>
            <a:lvl1pPr>
              <a:defRPr>
                <a:solidFill>
                  <a:schemeClr val="bg1"/>
                </a:solidFill>
              </a:defRPr>
            </a:lvl1pPr>
          </a:lstStyle>
          <a:p>
            <a:r>
              <a:rPr lang="en-US"/>
              <a:t>Click icon to add picture</a:t>
            </a:r>
            <a:endParaRPr lang="en-AU"/>
          </a:p>
        </p:txBody>
      </p:sp>
      <p:sp>
        <p:nvSpPr>
          <p:cNvPr id="27" name="Text Placeholder 11">
            <a:extLst>
              <a:ext uri="{FF2B5EF4-FFF2-40B4-BE49-F238E27FC236}">
                <a16:creationId xmlns:a16="http://schemas.microsoft.com/office/drawing/2014/main" id="{4A4C352C-83C1-4F20-3EAF-4A866FE41245}"/>
              </a:ext>
            </a:extLst>
          </p:cNvPr>
          <p:cNvSpPr>
            <a:spLocks noGrp="1"/>
          </p:cNvSpPr>
          <p:nvPr>
            <p:ph type="body" sz="quarter" idx="17"/>
          </p:nvPr>
        </p:nvSpPr>
        <p:spPr>
          <a:xfrm>
            <a:off x="2892510" y="3117030"/>
            <a:ext cx="1965325" cy="3083754"/>
          </a:xfrm>
        </p:spPr>
        <p:txBody>
          <a:bodyPr lIns="0"/>
          <a:lstStyle>
            <a:lvl1pPr>
              <a:defRPr>
                <a:solidFill>
                  <a:schemeClr val="bg1"/>
                </a:solidFill>
              </a:defRPr>
            </a:lvl1pPr>
          </a:lstStyle>
          <a:p>
            <a:pPr lvl="0"/>
            <a:r>
              <a:rPr lang="en-US" noProof="0"/>
              <a:t>Click to edit Master text styles</a:t>
            </a:r>
          </a:p>
        </p:txBody>
      </p:sp>
      <p:sp>
        <p:nvSpPr>
          <p:cNvPr id="28" name="Picture Placeholder 9">
            <a:extLst>
              <a:ext uri="{FF2B5EF4-FFF2-40B4-BE49-F238E27FC236}">
                <a16:creationId xmlns:a16="http://schemas.microsoft.com/office/drawing/2014/main" id="{C11DE815-5015-5DB0-55A9-CA30D6856A12}"/>
              </a:ext>
              <a:ext uri="{C183D7F6-B498-43B3-948B-1728B52AA6E4}">
                <adec:decorative xmlns:adec="http://schemas.microsoft.com/office/drawing/2017/decorative" val="1"/>
              </a:ext>
            </a:extLst>
          </p:cNvPr>
          <p:cNvSpPr>
            <a:spLocks noGrp="1"/>
          </p:cNvSpPr>
          <p:nvPr>
            <p:ph type="pic" sz="quarter" idx="18"/>
          </p:nvPr>
        </p:nvSpPr>
        <p:spPr>
          <a:xfrm>
            <a:off x="5161132" y="1642243"/>
            <a:ext cx="1440000" cy="1332000"/>
          </a:xfrm>
        </p:spPr>
        <p:txBody>
          <a:bodyPr/>
          <a:lstStyle>
            <a:lvl1pPr>
              <a:defRPr>
                <a:solidFill>
                  <a:schemeClr val="bg1"/>
                </a:solidFill>
              </a:defRPr>
            </a:lvl1pPr>
          </a:lstStyle>
          <a:p>
            <a:r>
              <a:rPr lang="en-US"/>
              <a:t>Click icon to add picture</a:t>
            </a:r>
            <a:endParaRPr lang="en-AU"/>
          </a:p>
        </p:txBody>
      </p:sp>
      <p:sp>
        <p:nvSpPr>
          <p:cNvPr id="29" name="Text Placeholder 11">
            <a:extLst>
              <a:ext uri="{FF2B5EF4-FFF2-40B4-BE49-F238E27FC236}">
                <a16:creationId xmlns:a16="http://schemas.microsoft.com/office/drawing/2014/main" id="{A7C5AE6F-3A4E-1FA4-689D-E9553DBBC3AF}"/>
              </a:ext>
            </a:extLst>
          </p:cNvPr>
          <p:cNvSpPr>
            <a:spLocks noGrp="1"/>
          </p:cNvSpPr>
          <p:nvPr>
            <p:ph type="body" sz="quarter" idx="19"/>
          </p:nvPr>
        </p:nvSpPr>
        <p:spPr>
          <a:xfrm>
            <a:off x="5161132" y="3117030"/>
            <a:ext cx="1965325" cy="3083754"/>
          </a:xfrm>
        </p:spPr>
        <p:txBody>
          <a:bodyPr lIns="0"/>
          <a:lstStyle>
            <a:lvl1pPr>
              <a:defRPr>
                <a:solidFill>
                  <a:schemeClr val="bg1"/>
                </a:solidFill>
              </a:defRPr>
            </a:lvl1pPr>
          </a:lstStyle>
          <a:p>
            <a:pPr lvl="0"/>
            <a:r>
              <a:rPr lang="en-US" noProof="0"/>
              <a:t>Click to edit Master text styles</a:t>
            </a:r>
          </a:p>
        </p:txBody>
      </p:sp>
      <p:sp>
        <p:nvSpPr>
          <p:cNvPr id="30" name="Picture Placeholder 9">
            <a:extLst>
              <a:ext uri="{FF2B5EF4-FFF2-40B4-BE49-F238E27FC236}">
                <a16:creationId xmlns:a16="http://schemas.microsoft.com/office/drawing/2014/main" id="{E3699607-CEB5-03C3-AC3A-53E8D009248D}"/>
              </a:ext>
              <a:ext uri="{C183D7F6-B498-43B3-948B-1728B52AA6E4}">
                <adec:decorative xmlns:adec="http://schemas.microsoft.com/office/drawing/2017/decorative" val="1"/>
              </a:ext>
            </a:extLst>
          </p:cNvPr>
          <p:cNvSpPr>
            <a:spLocks noGrp="1"/>
          </p:cNvSpPr>
          <p:nvPr>
            <p:ph type="pic" sz="quarter" idx="20"/>
          </p:nvPr>
        </p:nvSpPr>
        <p:spPr>
          <a:xfrm>
            <a:off x="7429754" y="1642243"/>
            <a:ext cx="1440000" cy="1332000"/>
          </a:xfrm>
        </p:spPr>
        <p:txBody>
          <a:bodyPr/>
          <a:lstStyle>
            <a:lvl1pPr>
              <a:defRPr>
                <a:solidFill>
                  <a:schemeClr val="bg1"/>
                </a:solidFill>
              </a:defRPr>
            </a:lvl1pPr>
          </a:lstStyle>
          <a:p>
            <a:r>
              <a:rPr lang="en-US"/>
              <a:t>Click icon to add picture</a:t>
            </a:r>
            <a:endParaRPr lang="en-AU"/>
          </a:p>
        </p:txBody>
      </p:sp>
      <p:sp>
        <p:nvSpPr>
          <p:cNvPr id="31" name="Text Placeholder 11">
            <a:extLst>
              <a:ext uri="{FF2B5EF4-FFF2-40B4-BE49-F238E27FC236}">
                <a16:creationId xmlns:a16="http://schemas.microsoft.com/office/drawing/2014/main" id="{8F9A133E-AD4B-08F4-CB1C-73CA54EDC40E}"/>
              </a:ext>
            </a:extLst>
          </p:cNvPr>
          <p:cNvSpPr>
            <a:spLocks noGrp="1"/>
          </p:cNvSpPr>
          <p:nvPr>
            <p:ph type="body" sz="quarter" idx="21"/>
          </p:nvPr>
        </p:nvSpPr>
        <p:spPr>
          <a:xfrm>
            <a:off x="7429754" y="3117030"/>
            <a:ext cx="1965325" cy="3083754"/>
          </a:xfrm>
        </p:spPr>
        <p:txBody>
          <a:bodyPr lIns="0"/>
          <a:lstStyle>
            <a:lvl1pPr>
              <a:defRPr>
                <a:solidFill>
                  <a:schemeClr val="bg1"/>
                </a:solidFill>
              </a:defRPr>
            </a:lvl1pPr>
          </a:lstStyle>
          <a:p>
            <a:pPr lvl="0"/>
            <a:r>
              <a:rPr lang="en-US" noProof="0"/>
              <a:t>Click to edit Master text styles</a:t>
            </a:r>
          </a:p>
        </p:txBody>
      </p:sp>
      <p:sp>
        <p:nvSpPr>
          <p:cNvPr id="32" name="Picture Placeholder 9">
            <a:extLst>
              <a:ext uri="{FF2B5EF4-FFF2-40B4-BE49-F238E27FC236}">
                <a16:creationId xmlns:a16="http://schemas.microsoft.com/office/drawing/2014/main" id="{B924AFCE-D751-5C95-F090-DA5C62E41DDA}"/>
              </a:ext>
              <a:ext uri="{C183D7F6-B498-43B3-948B-1728B52AA6E4}">
                <adec:decorative xmlns:adec="http://schemas.microsoft.com/office/drawing/2017/decorative" val="1"/>
              </a:ext>
            </a:extLst>
          </p:cNvPr>
          <p:cNvSpPr>
            <a:spLocks noGrp="1"/>
          </p:cNvSpPr>
          <p:nvPr>
            <p:ph type="pic" sz="quarter" idx="22"/>
          </p:nvPr>
        </p:nvSpPr>
        <p:spPr>
          <a:xfrm>
            <a:off x="9698376" y="1642243"/>
            <a:ext cx="1440000" cy="1332000"/>
          </a:xfrm>
        </p:spPr>
        <p:txBody>
          <a:bodyPr/>
          <a:lstStyle>
            <a:lvl1pPr>
              <a:defRPr>
                <a:solidFill>
                  <a:schemeClr val="bg1"/>
                </a:solidFill>
              </a:defRPr>
            </a:lvl1pPr>
          </a:lstStyle>
          <a:p>
            <a:r>
              <a:rPr lang="en-US"/>
              <a:t>Click icon to add picture</a:t>
            </a:r>
            <a:endParaRPr lang="en-AU"/>
          </a:p>
        </p:txBody>
      </p:sp>
      <p:sp>
        <p:nvSpPr>
          <p:cNvPr id="33" name="Text Placeholder 11">
            <a:extLst>
              <a:ext uri="{FF2B5EF4-FFF2-40B4-BE49-F238E27FC236}">
                <a16:creationId xmlns:a16="http://schemas.microsoft.com/office/drawing/2014/main" id="{38E7A7B7-476C-BCB2-52E8-F08E5755F9E8}"/>
              </a:ext>
            </a:extLst>
          </p:cNvPr>
          <p:cNvSpPr>
            <a:spLocks noGrp="1"/>
          </p:cNvSpPr>
          <p:nvPr>
            <p:ph type="body" sz="quarter" idx="23"/>
          </p:nvPr>
        </p:nvSpPr>
        <p:spPr>
          <a:xfrm>
            <a:off x="9698376" y="3117030"/>
            <a:ext cx="1965325" cy="3083754"/>
          </a:xfrm>
        </p:spPr>
        <p:txBody>
          <a:bodyPr lIns="0"/>
          <a:lstStyle>
            <a:lvl1pPr>
              <a:defRPr>
                <a:solidFill>
                  <a:schemeClr val="bg1"/>
                </a:solidFill>
              </a:defRPr>
            </a:lvl1pPr>
          </a:lstStyle>
          <a:p>
            <a:pPr lvl="0"/>
            <a:r>
              <a:rPr lang="en-US" noProof="0"/>
              <a:t>Click to edit Master text styles</a:t>
            </a:r>
          </a:p>
        </p:txBody>
      </p:sp>
      <p:sp>
        <p:nvSpPr>
          <p:cNvPr id="34" name="Parallelogram 5">
            <a:extLst>
              <a:ext uri="{FF2B5EF4-FFF2-40B4-BE49-F238E27FC236}">
                <a16:creationId xmlns:a16="http://schemas.microsoft.com/office/drawing/2014/main" id="{762ECC59-AFBD-3286-B4C7-0D77E565EE40}"/>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35" name="Straight Connector 34">
            <a:extLst>
              <a:ext uri="{FF2B5EF4-FFF2-40B4-BE49-F238E27FC236}">
                <a16:creationId xmlns:a16="http://schemas.microsoft.com/office/drawing/2014/main" id="{2B882A8E-6712-865C-D914-7253FC3BC1B6}"/>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36" name="Picture 35">
            <a:extLst>
              <a:ext uri="{FF2B5EF4-FFF2-40B4-BE49-F238E27FC236}">
                <a16:creationId xmlns:a16="http://schemas.microsoft.com/office/drawing/2014/main" id="{D9332325-A5B0-9D15-A7BA-3265C55B2764}"/>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37" name="Slide Number Placeholder 5">
            <a:extLst>
              <a:ext uri="{FF2B5EF4-FFF2-40B4-BE49-F238E27FC236}">
                <a16:creationId xmlns:a16="http://schemas.microsoft.com/office/drawing/2014/main" id="{93370C72-4583-ED5C-E207-6CD316A30DBA}"/>
              </a:ext>
              <a:ext uri="{C183D7F6-B498-43B3-948B-1728B52AA6E4}">
                <adec:decorative xmlns:adec="http://schemas.microsoft.com/office/drawing/2017/decorative" val="0"/>
              </a:ext>
            </a:extLst>
          </p:cNvPr>
          <p:cNvSpPr>
            <a:spLocks noGrp="1"/>
          </p:cNvSpPr>
          <p:nvPr>
            <p:ph type="sldNum" sz="quarter" idx="12"/>
          </p:nvPr>
        </p:nvSpPr>
        <p:spPr>
          <a:xfrm>
            <a:off x="8920501" y="6356350"/>
            <a:ext cx="2743200" cy="365125"/>
          </a:xfrm>
        </p:spPr>
        <p:txBody>
          <a:bodyPr rIns="0"/>
          <a:lstStyle>
            <a:lvl1pPr>
              <a:defRPr baseline="0">
                <a:solidFill>
                  <a:schemeClr val="bg1"/>
                </a:solidFill>
              </a:defRPr>
            </a:lvl1pPr>
          </a:lstStyle>
          <a:p>
            <a:fld id="{6F6F96F8-3C4A-44BA-8813-69AD9933C9F2}" type="slidenum">
              <a:rPr lang="en-AU" smtClean="0"/>
              <a:pPr/>
              <a:t>‹#›</a:t>
            </a:fld>
            <a:endParaRPr lang="en-AU"/>
          </a:p>
        </p:txBody>
      </p:sp>
    </p:spTree>
    <p:extLst>
      <p:ext uri="{BB962C8B-B14F-4D97-AF65-F5344CB8AC3E}">
        <p14:creationId xmlns:p14="http://schemas.microsoft.com/office/powerpoint/2010/main" val="11134965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taff profi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28075" cy="538616"/>
          </a:xfrm>
        </p:spPr>
        <p:txBody>
          <a:body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28075" cy="314516"/>
          </a:xfrm>
        </p:spPr>
        <p:txBody>
          <a:bodyPr>
            <a:noAutofit/>
          </a:bodyPr>
          <a:lstStyle>
            <a:lvl1pPr marL="0" indent="0">
              <a:buNone/>
              <a:defRPr sz="2000" cap="all" baseline="0">
                <a:solidFill>
                  <a:schemeClr val="bg2"/>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p>
            <a:fld id="{A17E76C1-6860-4658-ACAF-BC70864B9A34}" type="datetime1">
              <a:rPr lang="en-AU" smtClean="0"/>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AU"/>
          </a:p>
        </p:txBody>
      </p:sp>
      <p:sp>
        <p:nvSpPr>
          <p:cNvPr id="10" name="Picture Placeholder 9">
            <a:extLst>
              <a:ext uri="{FF2B5EF4-FFF2-40B4-BE49-F238E27FC236}">
                <a16:creationId xmlns:a16="http://schemas.microsoft.com/office/drawing/2014/main" id="{47CF7FA8-C4AD-7FD2-8E59-3C848A877909}"/>
              </a:ext>
              <a:ext uri="{C183D7F6-B498-43B3-948B-1728B52AA6E4}">
                <adec:decorative xmlns:adec="http://schemas.microsoft.com/office/drawing/2017/decorative" val="1"/>
              </a:ext>
            </a:extLst>
          </p:cNvPr>
          <p:cNvSpPr>
            <a:spLocks noGrp="1"/>
          </p:cNvSpPr>
          <p:nvPr>
            <p:ph type="pic" sz="quarter" idx="14"/>
          </p:nvPr>
        </p:nvSpPr>
        <p:spPr>
          <a:xfrm>
            <a:off x="623888" y="1642243"/>
            <a:ext cx="2232000" cy="2160000"/>
          </a:xfrm>
        </p:spPr>
        <p:txBody>
          <a:bodyPr/>
          <a:lstStyle/>
          <a:p>
            <a:r>
              <a:rPr lang="en-US"/>
              <a:t>Click icon to add picture</a:t>
            </a:r>
            <a:endParaRPr lang="en-AU"/>
          </a:p>
        </p:txBody>
      </p:sp>
      <p:sp>
        <p:nvSpPr>
          <p:cNvPr id="12" name="Text Placeholder 11">
            <a:extLst>
              <a:ext uri="{FF2B5EF4-FFF2-40B4-BE49-F238E27FC236}">
                <a16:creationId xmlns:a16="http://schemas.microsoft.com/office/drawing/2014/main" id="{D39648AA-1896-A973-6E34-2A2340E1B8DA}"/>
              </a:ext>
            </a:extLst>
          </p:cNvPr>
          <p:cNvSpPr>
            <a:spLocks noGrp="1"/>
          </p:cNvSpPr>
          <p:nvPr>
            <p:ph type="body" sz="quarter" idx="15"/>
          </p:nvPr>
        </p:nvSpPr>
        <p:spPr>
          <a:xfrm>
            <a:off x="623888" y="4009292"/>
            <a:ext cx="3237694" cy="2219628"/>
          </a:xfrm>
        </p:spPr>
        <p:txBody>
          <a:bodyPr lIns="0"/>
          <a:lstStyle>
            <a:lvl1pPr>
              <a:defRPr sz="1400"/>
            </a:lvl1pPr>
          </a:lstStyle>
          <a:p>
            <a:pPr lvl="0"/>
            <a:r>
              <a:rPr lang="en-US" noProof="0"/>
              <a:t>Click to edit Master text styles</a:t>
            </a:r>
          </a:p>
          <a:p>
            <a:pPr lvl="1"/>
            <a:r>
              <a:rPr lang="en-US" noProof="0"/>
              <a:t>Second level</a:t>
            </a:r>
          </a:p>
        </p:txBody>
      </p:sp>
      <p:sp>
        <p:nvSpPr>
          <p:cNvPr id="9" name="Text Placeholder 8">
            <a:extLst>
              <a:ext uri="{FF2B5EF4-FFF2-40B4-BE49-F238E27FC236}">
                <a16:creationId xmlns:a16="http://schemas.microsoft.com/office/drawing/2014/main" id="{4AAC99C5-BD7C-7213-F2AF-128E1D5AF872}"/>
              </a:ext>
            </a:extLst>
          </p:cNvPr>
          <p:cNvSpPr>
            <a:spLocks noGrp="1"/>
          </p:cNvSpPr>
          <p:nvPr>
            <p:ph type="body" sz="quarter" idx="16"/>
          </p:nvPr>
        </p:nvSpPr>
        <p:spPr>
          <a:xfrm>
            <a:off x="4347648" y="1642242"/>
            <a:ext cx="3420000" cy="4586678"/>
          </a:xfrm>
        </p:spPr>
        <p:txBody>
          <a:bodyPr tIns="0"/>
          <a:lstStyle/>
          <a:p>
            <a:pPr lvl="0"/>
            <a:r>
              <a:rPr lang="en-US" noProof="0"/>
              <a:t>Click to edit Master text styles</a:t>
            </a:r>
          </a:p>
        </p:txBody>
      </p:sp>
      <p:sp>
        <p:nvSpPr>
          <p:cNvPr id="11" name="Text Placeholder 8">
            <a:extLst>
              <a:ext uri="{FF2B5EF4-FFF2-40B4-BE49-F238E27FC236}">
                <a16:creationId xmlns:a16="http://schemas.microsoft.com/office/drawing/2014/main" id="{8AAB9954-53E4-EE0E-BC52-1990B2B15560}"/>
              </a:ext>
            </a:extLst>
          </p:cNvPr>
          <p:cNvSpPr>
            <a:spLocks noGrp="1"/>
          </p:cNvSpPr>
          <p:nvPr>
            <p:ph type="body" sz="quarter" idx="17"/>
          </p:nvPr>
        </p:nvSpPr>
        <p:spPr>
          <a:xfrm>
            <a:off x="8253714" y="1642242"/>
            <a:ext cx="3420000" cy="4586678"/>
          </a:xfrm>
        </p:spPr>
        <p:txBody>
          <a:bodyPr tIns="0"/>
          <a:lstStyle/>
          <a:p>
            <a:pPr lvl="0"/>
            <a:r>
              <a:rPr lang="en-US" noProof="0"/>
              <a:t>Click to edit Master text styles</a:t>
            </a:r>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baseline="0">
                <a:solidFill>
                  <a:schemeClr val="tx1"/>
                </a:solidFill>
              </a:defRPr>
            </a:lvl1pPr>
          </a:lstStyle>
          <a:p>
            <a:fld id="{6F6F96F8-3C4A-44BA-8813-69AD9933C9F2}" type="slidenum">
              <a:rPr lang="en-AU" smtClean="0"/>
              <a:pPr/>
              <a:t>‹#›</a:t>
            </a:fld>
            <a:endParaRPr lang="en-AU"/>
          </a:p>
        </p:txBody>
      </p:sp>
    </p:spTree>
    <p:extLst>
      <p:ext uri="{BB962C8B-B14F-4D97-AF65-F5344CB8AC3E}">
        <p14:creationId xmlns:p14="http://schemas.microsoft.com/office/powerpoint/2010/main" val="347876109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Staff profile_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28075" cy="538616"/>
          </a:xfrm>
        </p:spPr>
        <p:txBody>
          <a:body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28075" cy="314516"/>
          </a:xfrm>
        </p:spPr>
        <p:txBody>
          <a:bodyPr>
            <a:noAutofit/>
          </a:bodyPr>
          <a:lstStyle>
            <a:lvl1pPr marL="0" indent="0">
              <a:buNone/>
              <a:defRPr sz="2000" cap="all" baseline="0">
                <a:solidFill>
                  <a:schemeClr val="bg2"/>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p>
            <a:fld id="{A17E76C1-6860-4658-ACAF-BC70864B9A34}" type="datetime1">
              <a:rPr lang="en-AU" smtClean="0"/>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AU"/>
          </a:p>
        </p:txBody>
      </p:sp>
      <p:sp>
        <p:nvSpPr>
          <p:cNvPr id="10" name="Picture Placeholder 9">
            <a:extLst>
              <a:ext uri="{FF2B5EF4-FFF2-40B4-BE49-F238E27FC236}">
                <a16:creationId xmlns:a16="http://schemas.microsoft.com/office/drawing/2014/main" id="{47CF7FA8-C4AD-7FD2-8E59-3C848A877909}"/>
              </a:ext>
              <a:ext uri="{C183D7F6-B498-43B3-948B-1728B52AA6E4}">
                <adec:decorative xmlns:adec="http://schemas.microsoft.com/office/drawing/2017/decorative" val="1"/>
              </a:ext>
            </a:extLst>
          </p:cNvPr>
          <p:cNvSpPr>
            <a:spLocks noGrp="1"/>
          </p:cNvSpPr>
          <p:nvPr>
            <p:ph type="pic" sz="quarter" idx="14"/>
          </p:nvPr>
        </p:nvSpPr>
        <p:spPr>
          <a:xfrm>
            <a:off x="623888" y="1642243"/>
            <a:ext cx="2232000" cy="2160000"/>
          </a:xfrm>
        </p:spPr>
        <p:txBody>
          <a:bodyPr/>
          <a:lstStyle/>
          <a:p>
            <a:r>
              <a:rPr lang="en-US"/>
              <a:t>Click icon to add picture</a:t>
            </a:r>
            <a:endParaRPr lang="en-AU"/>
          </a:p>
        </p:txBody>
      </p:sp>
      <p:sp>
        <p:nvSpPr>
          <p:cNvPr id="12" name="Text Placeholder 11">
            <a:extLst>
              <a:ext uri="{FF2B5EF4-FFF2-40B4-BE49-F238E27FC236}">
                <a16:creationId xmlns:a16="http://schemas.microsoft.com/office/drawing/2014/main" id="{D39648AA-1896-A973-6E34-2A2340E1B8DA}"/>
              </a:ext>
            </a:extLst>
          </p:cNvPr>
          <p:cNvSpPr>
            <a:spLocks noGrp="1"/>
          </p:cNvSpPr>
          <p:nvPr>
            <p:ph type="body" sz="quarter" idx="15"/>
          </p:nvPr>
        </p:nvSpPr>
        <p:spPr>
          <a:xfrm>
            <a:off x="623888" y="4009292"/>
            <a:ext cx="3237694" cy="2219628"/>
          </a:xfrm>
        </p:spPr>
        <p:txBody>
          <a:bodyPr lIns="0"/>
          <a:lstStyle>
            <a:lvl1pPr>
              <a:defRPr sz="1400"/>
            </a:lvl1pPr>
          </a:lstStyle>
          <a:p>
            <a:pPr lvl="0"/>
            <a:r>
              <a:rPr lang="en-US" noProof="0"/>
              <a:t>Click to edit Master text styles</a:t>
            </a:r>
          </a:p>
          <a:p>
            <a:pPr lvl="1"/>
            <a:r>
              <a:rPr lang="en-US" noProof="0"/>
              <a:t>Second level</a:t>
            </a:r>
          </a:p>
        </p:txBody>
      </p:sp>
      <p:sp>
        <p:nvSpPr>
          <p:cNvPr id="9" name="Text Placeholder 8">
            <a:extLst>
              <a:ext uri="{FF2B5EF4-FFF2-40B4-BE49-F238E27FC236}">
                <a16:creationId xmlns:a16="http://schemas.microsoft.com/office/drawing/2014/main" id="{4AAC99C5-BD7C-7213-F2AF-128E1D5AF872}"/>
              </a:ext>
            </a:extLst>
          </p:cNvPr>
          <p:cNvSpPr>
            <a:spLocks noGrp="1"/>
          </p:cNvSpPr>
          <p:nvPr>
            <p:ph type="body" sz="quarter" idx="16"/>
          </p:nvPr>
        </p:nvSpPr>
        <p:spPr>
          <a:xfrm>
            <a:off x="4347648" y="1642242"/>
            <a:ext cx="3420000" cy="4586678"/>
          </a:xfrm>
        </p:spPr>
        <p:txBody>
          <a:bodyPr tIns="0"/>
          <a:lstStyle/>
          <a:p>
            <a:pPr lvl="0"/>
            <a:r>
              <a:rPr lang="en-US" noProof="0"/>
              <a:t>Click to edit Master text styles</a:t>
            </a:r>
          </a:p>
        </p:txBody>
      </p:sp>
      <p:sp>
        <p:nvSpPr>
          <p:cNvPr id="11" name="Text Placeholder 8">
            <a:extLst>
              <a:ext uri="{FF2B5EF4-FFF2-40B4-BE49-F238E27FC236}">
                <a16:creationId xmlns:a16="http://schemas.microsoft.com/office/drawing/2014/main" id="{8AAB9954-53E4-EE0E-BC52-1990B2B15560}"/>
              </a:ext>
            </a:extLst>
          </p:cNvPr>
          <p:cNvSpPr>
            <a:spLocks noGrp="1"/>
          </p:cNvSpPr>
          <p:nvPr>
            <p:ph type="body" sz="quarter" idx="17"/>
          </p:nvPr>
        </p:nvSpPr>
        <p:spPr>
          <a:xfrm>
            <a:off x="8253714" y="1642242"/>
            <a:ext cx="3420000" cy="4586678"/>
          </a:xfrm>
        </p:spPr>
        <p:txBody>
          <a:bodyPr tIns="0"/>
          <a:lstStyle/>
          <a:p>
            <a:pPr lvl="0"/>
            <a:r>
              <a:rPr lang="en-US" noProof="0"/>
              <a:t>Click to edit Master text styles</a:t>
            </a:r>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baseline="0">
                <a:solidFill>
                  <a:schemeClr val="tx1"/>
                </a:solidFill>
              </a:defRPr>
            </a:lvl1pPr>
          </a:lstStyle>
          <a:p>
            <a:fld id="{6F6F96F8-3C4A-44BA-8813-69AD9933C9F2}" type="slidenum">
              <a:rPr lang="en-AU" smtClean="0"/>
              <a:pPr/>
              <a:t>‹#›</a:t>
            </a:fld>
            <a:endParaRPr lang="en-AU"/>
          </a:p>
        </p:txBody>
      </p:sp>
    </p:spTree>
    <p:extLst>
      <p:ext uri="{BB962C8B-B14F-4D97-AF65-F5344CB8AC3E}">
        <p14:creationId xmlns:p14="http://schemas.microsoft.com/office/powerpoint/2010/main" val="244608128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Staff profile_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A17E76C1-6860-4658-ACAF-BC70864B9A34}"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47CF7FA8-C4AD-7FD2-8E59-3C848A877909}"/>
              </a:ext>
              <a:ext uri="{C183D7F6-B498-43B3-948B-1728B52AA6E4}">
                <adec:decorative xmlns:adec="http://schemas.microsoft.com/office/drawing/2017/decorative" val="1"/>
              </a:ext>
            </a:extLst>
          </p:cNvPr>
          <p:cNvSpPr>
            <a:spLocks noGrp="1"/>
          </p:cNvSpPr>
          <p:nvPr>
            <p:ph type="pic" sz="quarter" idx="14"/>
          </p:nvPr>
        </p:nvSpPr>
        <p:spPr>
          <a:xfrm>
            <a:off x="623888" y="1642243"/>
            <a:ext cx="2232000" cy="2160000"/>
          </a:xfrm>
        </p:spPr>
        <p:txBody>
          <a:bodyPr/>
          <a:lstStyle>
            <a:lvl1pPr>
              <a:defRPr>
                <a:solidFill>
                  <a:schemeClr val="bg1"/>
                </a:solidFill>
              </a:defRPr>
            </a:lvl1pPr>
          </a:lstStyle>
          <a:p>
            <a:r>
              <a:rPr lang="en-US"/>
              <a:t>Click icon to add picture</a:t>
            </a:r>
            <a:endParaRPr lang="en-AU"/>
          </a:p>
        </p:txBody>
      </p:sp>
      <p:sp>
        <p:nvSpPr>
          <p:cNvPr id="12" name="Text Placeholder 11">
            <a:extLst>
              <a:ext uri="{FF2B5EF4-FFF2-40B4-BE49-F238E27FC236}">
                <a16:creationId xmlns:a16="http://schemas.microsoft.com/office/drawing/2014/main" id="{D39648AA-1896-A973-6E34-2A2340E1B8DA}"/>
              </a:ext>
            </a:extLst>
          </p:cNvPr>
          <p:cNvSpPr>
            <a:spLocks noGrp="1"/>
          </p:cNvSpPr>
          <p:nvPr>
            <p:ph type="body" sz="quarter" idx="15"/>
          </p:nvPr>
        </p:nvSpPr>
        <p:spPr>
          <a:xfrm>
            <a:off x="623888" y="4009292"/>
            <a:ext cx="3237694" cy="2219628"/>
          </a:xfrm>
        </p:spPr>
        <p:txBody>
          <a:bodyPr lIns="0"/>
          <a:lstStyle>
            <a:lvl1pPr>
              <a:defRPr sz="1400">
                <a:solidFill>
                  <a:schemeClr val="bg1"/>
                </a:solidFill>
              </a:defRPr>
            </a:lvl1pPr>
          </a:lstStyle>
          <a:p>
            <a:pPr lvl="0"/>
            <a:r>
              <a:rPr lang="en-US" noProof="0"/>
              <a:t>Click to edit Master text styles</a:t>
            </a:r>
          </a:p>
          <a:p>
            <a:pPr lvl="1"/>
            <a:r>
              <a:rPr lang="en-US" noProof="0"/>
              <a:t>Second level</a:t>
            </a:r>
          </a:p>
        </p:txBody>
      </p:sp>
      <p:sp>
        <p:nvSpPr>
          <p:cNvPr id="9" name="Text Placeholder 8">
            <a:extLst>
              <a:ext uri="{FF2B5EF4-FFF2-40B4-BE49-F238E27FC236}">
                <a16:creationId xmlns:a16="http://schemas.microsoft.com/office/drawing/2014/main" id="{4AAC99C5-BD7C-7213-F2AF-128E1D5AF872}"/>
              </a:ext>
            </a:extLst>
          </p:cNvPr>
          <p:cNvSpPr>
            <a:spLocks noGrp="1"/>
          </p:cNvSpPr>
          <p:nvPr>
            <p:ph type="body" sz="quarter" idx="16"/>
          </p:nvPr>
        </p:nvSpPr>
        <p:spPr>
          <a:xfrm>
            <a:off x="4347648" y="1642242"/>
            <a:ext cx="3420000" cy="4586678"/>
          </a:xfrm>
        </p:spPr>
        <p:txBody>
          <a:bodyPr tIns="0"/>
          <a:lstStyle>
            <a:lvl1pPr>
              <a:defRPr>
                <a:solidFill>
                  <a:schemeClr val="bg1"/>
                </a:solidFill>
              </a:defRPr>
            </a:lvl1pPr>
          </a:lstStyle>
          <a:p>
            <a:pPr lvl="0"/>
            <a:r>
              <a:rPr lang="en-US" noProof="0"/>
              <a:t>Click to edit Master text styles</a:t>
            </a:r>
          </a:p>
        </p:txBody>
      </p:sp>
      <p:sp>
        <p:nvSpPr>
          <p:cNvPr id="11" name="Text Placeholder 8">
            <a:extLst>
              <a:ext uri="{FF2B5EF4-FFF2-40B4-BE49-F238E27FC236}">
                <a16:creationId xmlns:a16="http://schemas.microsoft.com/office/drawing/2014/main" id="{8AAB9954-53E4-EE0E-BC52-1990B2B15560}"/>
              </a:ext>
            </a:extLst>
          </p:cNvPr>
          <p:cNvSpPr>
            <a:spLocks noGrp="1"/>
          </p:cNvSpPr>
          <p:nvPr>
            <p:ph type="body" sz="quarter" idx="17"/>
          </p:nvPr>
        </p:nvSpPr>
        <p:spPr>
          <a:xfrm>
            <a:off x="8253714" y="1642242"/>
            <a:ext cx="3420000" cy="4586678"/>
          </a:xfrm>
        </p:spPr>
        <p:txBody>
          <a:bodyPr tIns="0"/>
          <a:lstStyle>
            <a:lvl1pPr>
              <a:defRPr>
                <a:solidFill>
                  <a:schemeClr val="bg1"/>
                </a:solidFill>
              </a:defRPr>
            </a:lvl1pPr>
          </a:lstStyle>
          <a:p>
            <a:pPr lvl="0"/>
            <a:r>
              <a:rPr lang="en-US" noProof="0"/>
              <a:t>Click to edit Master text styles</a:t>
            </a:r>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baseline="0">
                <a:solidFill>
                  <a:schemeClr val="bg1"/>
                </a:solidFill>
              </a:defRPr>
            </a:lvl1pPr>
          </a:lstStyle>
          <a:p>
            <a:fld id="{6F6F96F8-3C4A-44BA-8813-69AD9933C9F2}" type="slidenum">
              <a:rPr lang="en-AU" smtClean="0"/>
              <a:pPr/>
              <a:t>‹#›</a:t>
            </a:fld>
            <a:endParaRPr lang="en-AU"/>
          </a:p>
        </p:txBody>
      </p:sp>
      <p:pic>
        <p:nvPicPr>
          <p:cNvPr id="3" name="Picture 2">
            <a:extLst>
              <a:ext uri="{FF2B5EF4-FFF2-40B4-BE49-F238E27FC236}">
                <a16:creationId xmlns:a16="http://schemas.microsoft.com/office/drawing/2014/main" id="{BC28EC41-071D-BB64-0EDA-9549FEC30F9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5834"/>
            <a:ext cx="2267717" cy="899162"/>
          </a:xfrm>
          <a:prstGeom prst="rect">
            <a:avLst/>
          </a:prstGeom>
        </p:spPr>
      </p:pic>
      <p:sp>
        <p:nvSpPr>
          <p:cNvPr id="7" name="Parallelogram 5">
            <a:extLst>
              <a:ext uri="{FF2B5EF4-FFF2-40B4-BE49-F238E27FC236}">
                <a16:creationId xmlns:a16="http://schemas.microsoft.com/office/drawing/2014/main" id="{6CC5FA41-A0A6-70E4-D012-234C285ACFB9}"/>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3" name="Straight Connector 12">
            <a:extLst>
              <a:ext uri="{FF2B5EF4-FFF2-40B4-BE49-F238E27FC236}">
                <a16:creationId xmlns:a16="http://schemas.microsoft.com/office/drawing/2014/main" id="{1AB5C4A9-AEAB-AAFF-8214-540A32D662DF}"/>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206760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Staff profile_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A17E76C1-6860-4658-ACAF-BC70864B9A34}"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47CF7FA8-C4AD-7FD2-8E59-3C848A877909}"/>
              </a:ext>
              <a:ext uri="{C183D7F6-B498-43B3-948B-1728B52AA6E4}">
                <adec:decorative xmlns:adec="http://schemas.microsoft.com/office/drawing/2017/decorative" val="1"/>
              </a:ext>
            </a:extLst>
          </p:cNvPr>
          <p:cNvSpPr>
            <a:spLocks noGrp="1"/>
          </p:cNvSpPr>
          <p:nvPr>
            <p:ph type="pic" sz="quarter" idx="14"/>
          </p:nvPr>
        </p:nvSpPr>
        <p:spPr>
          <a:xfrm>
            <a:off x="623888" y="1642243"/>
            <a:ext cx="2232000" cy="2160000"/>
          </a:xfrm>
        </p:spPr>
        <p:txBody>
          <a:bodyPr/>
          <a:lstStyle>
            <a:lvl1pPr>
              <a:defRPr>
                <a:solidFill>
                  <a:schemeClr val="bg1"/>
                </a:solidFill>
              </a:defRPr>
            </a:lvl1pPr>
          </a:lstStyle>
          <a:p>
            <a:r>
              <a:rPr lang="en-US"/>
              <a:t>Click icon to add picture</a:t>
            </a:r>
            <a:endParaRPr lang="en-AU"/>
          </a:p>
        </p:txBody>
      </p:sp>
      <p:sp>
        <p:nvSpPr>
          <p:cNvPr id="12" name="Text Placeholder 11">
            <a:extLst>
              <a:ext uri="{FF2B5EF4-FFF2-40B4-BE49-F238E27FC236}">
                <a16:creationId xmlns:a16="http://schemas.microsoft.com/office/drawing/2014/main" id="{D39648AA-1896-A973-6E34-2A2340E1B8DA}"/>
              </a:ext>
            </a:extLst>
          </p:cNvPr>
          <p:cNvSpPr>
            <a:spLocks noGrp="1"/>
          </p:cNvSpPr>
          <p:nvPr>
            <p:ph type="body" sz="quarter" idx="15"/>
          </p:nvPr>
        </p:nvSpPr>
        <p:spPr>
          <a:xfrm>
            <a:off x="623888" y="4009292"/>
            <a:ext cx="3237694" cy="2219628"/>
          </a:xfrm>
        </p:spPr>
        <p:txBody>
          <a:bodyPr lIns="0"/>
          <a:lstStyle>
            <a:lvl1pPr>
              <a:defRPr sz="1400">
                <a:solidFill>
                  <a:schemeClr val="bg1"/>
                </a:solidFill>
              </a:defRPr>
            </a:lvl1pPr>
          </a:lstStyle>
          <a:p>
            <a:pPr lvl="0"/>
            <a:r>
              <a:rPr lang="en-US" noProof="0"/>
              <a:t>Click to edit Master text styles</a:t>
            </a:r>
          </a:p>
          <a:p>
            <a:pPr lvl="1"/>
            <a:r>
              <a:rPr lang="en-US" noProof="0"/>
              <a:t>Second level</a:t>
            </a:r>
          </a:p>
        </p:txBody>
      </p:sp>
      <p:sp>
        <p:nvSpPr>
          <p:cNvPr id="9" name="Text Placeholder 8">
            <a:extLst>
              <a:ext uri="{FF2B5EF4-FFF2-40B4-BE49-F238E27FC236}">
                <a16:creationId xmlns:a16="http://schemas.microsoft.com/office/drawing/2014/main" id="{4AAC99C5-BD7C-7213-F2AF-128E1D5AF872}"/>
              </a:ext>
            </a:extLst>
          </p:cNvPr>
          <p:cNvSpPr>
            <a:spLocks noGrp="1"/>
          </p:cNvSpPr>
          <p:nvPr>
            <p:ph type="body" sz="quarter" idx="16"/>
          </p:nvPr>
        </p:nvSpPr>
        <p:spPr>
          <a:xfrm>
            <a:off x="4347648" y="1642242"/>
            <a:ext cx="3420000" cy="4586678"/>
          </a:xfrm>
        </p:spPr>
        <p:txBody>
          <a:bodyPr tIns="0"/>
          <a:lstStyle>
            <a:lvl1pPr>
              <a:defRPr>
                <a:solidFill>
                  <a:schemeClr val="bg1"/>
                </a:solidFill>
              </a:defRPr>
            </a:lvl1pPr>
          </a:lstStyle>
          <a:p>
            <a:pPr lvl="0"/>
            <a:r>
              <a:rPr lang="en-US" noProof="0"/>
              <a:t>Click to edit Master text styles</a:t>
            </a:r>
          </a:p>
        </p:txBody>
      </p:sp>
      <p:sp>
        <p:nvSpPr>
          <p:cNvPr id="11" name="Text Placeholder 8">
            <a:extLst>
              <a:ext uri="{FF2B5EF4-FFF2-40B4-BE49-F238E27FC236}">
                <a16:creationId xmlns:a16="http://schemas.microsoft.com/office/drawing/2014/main" id="{8AAB9954-53E4-EE0E-BC52-1990B2B15560}"/>
              </a:ext>
            </a:extLst>
          </p:cNvPr>
          <p:cNvSpPr>
            <a:spLocks noGrp="1"/>
          </p:cNvSpPr>
          <p:nvPr>
            <p:ph type="body" sz="quarter" idx="17"/>
          </p:nvPr>
        </p:nvSpPr>
        <p:spPr>
          <a:xfrm>
            <a:off x="8253714" y="1642242"/>
            <a:ext cx="3420000" cy="4586678"/>
          </a:xfrm>
        </p:spPr>
        <p:txBody>
          <a:bodyPr tIns="0"/>
          <a:lstStyle>
            <a:lvl1pPr>
              <a:defRPr>
                <a:solidFill>
                  <a:schemeClr val="bg1"/>
                </a:solidFill>
              </a:defRPr>
            </a:lvl1pPr>
          </a:lstStyle>
          <a:p>
            <a:pPr lvl="0"/>
            <a:r>
              <a:rPr lang="en-US" noProof="0"/>
              <a:t>Click to edit Master text styles</a:t>
            </a:r>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baseline="0">
                <a:solidFill>
                  <a:schemeClr val="bg1"/>
                </a:solidFill>
              </a:defRPr>
            </a:lvl1pPr>
          </a:lstStyle>
          <a:p>
            <a:fld id="{6F6F96F8-3C4A-44BA-8813-69AD9933C9F2}" type="slidenum">
              <a:rPr lang="en-AU" smtClean="0"/>
              <a:pPr/>
              <a:t>‹#›</a:t>
            </a:fld>
            <a:endParaRPr lang="en-AU"/>
          </a:p>
        </p:txBody>
      </p:sp>
      <p:sp>
        <p:nvSpPr>
          <p:cNvPr id="7" name="Parallelogram 5">
            <a:extLst>
              <a:ext uri="{FF2B5EF4-FFF2-40B4-BE49-F238E27FC236}">
                <a16:creationId xmlns:a16="http://schemas.microsoft.com/office/drawing/2014/main" id="{6CC5FA41-A0A6-70E4-D012-234C285ACFB9}"/>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3" name="Straight Connector 12">
            <a:extLst>
              <a:ext uri="{FF2B5EF4-FFF2-40B4-BE49-F238E27FC236}">
                <a16:creationId xmlns:a16="http://schemas.microsoft.com/office/drawing/2014/main" id="{1AB5C4A9-AEAB-AAFF-8214-540A32D662DF}"/>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EEAAD86E-F959-DE0B-3179-39EC670568C3}"/>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Tree>
    <p:extLst>
      <p:ext uri="{BB962C8B-B14F-4D97-AF65-F5344CB8AC3E}">
        <p14:creationId xmlns:p14="http://schemas.microsoft.com/office/powerpoint/2010/main" val="39288678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Staff profile_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A17E76C1-6860-4658-ACAF-BC70864B9A34}"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47CF7FA8-C4AD-7FD2-8E59-3C848A877909}"/>
              </a:ext>
              <a:ext uri="{C183D7F6-B498-43B3-948B-1728B52AA6E4}">
                <adec:decorative xmlns:adec="http://schemas.microsoft.com/office/drawing/2017/decorative" val="1"/>
              </a:ext>
            </a:extLst>
          </p:cNvPr>
          <p:cNvSpPr>
            <a:spLocks noGrp="1"/>
          </p:cNvSpPr>
          <p:nvPr>
            <p:ph type="pic" sz="quarter" idx="14"/>
          </p:nvPr>
        </p:nvSpPr>
        <p:spPr>
          <a:xfrm>
            <a:off x="623888" y="1642243"/>
            <a:ext cx="2232000" cy="2160000"/>
          </a:xfrm>
        </p:spPr>
        <p:txBody>
          <a:bodyPr/>
          <a:lstStyle>
            <a:lvl1pPr>
              <a:defRPr>
                <a:solidFill>
                  <a:schemeClr val="bg1"/>
                </a:solidFill>
              </a:defRPr>
            </a:lvl1pPr>
          </a:lstStyle>
          <a:p>
            <a:r>
              <a:rPr lang="en-US"/>
              <a:t>Click icon to add picture</a:t>
            </a:r>
            <a:endParaRPr lang="en-AU"/>
          </a:p>
        </p:txBody>
      </p:sp>
      <p:sp>
        <p:nvSpPr>
          <p:cNvPr id="12" name="Text Placeholder 11">
            <a:extLst>
              <a:ext uri="{FF2B5EF4-FFF2-40B4-BE49-F238E27FC236}">
                <a16:creationId xmlns:a16="http://schemas.microsoft.com/office/drawing/2014/main" id="{D39648AA-1896-A973-6E34-2A2340E1B8DA}"/>
              </a:ext>
            </a:extLst>
          </p:cNvPr>
          <p:cNvSpPr>
            <a:spLocks noGrp="1"/>
          </p:cNvSpPr>
          <p:nvPr>
            <p:ph type="body" sz="quarter" idx="15"/>
          </p:nvPr>
        </p:nvSpPr>
        <p:spPr>
          <a:xfrm>
            <a:off x="623888" y="4009292"/>
            <a:ext cx="3237694" cy="2219628"/>
          </a:xfrm>
        </p:spPr>
        <p:txBody>
          <a:bodyPr lIns="0"/>
          <a:lstStyle>
            <a:lvl1pPr>
              <a:defRPr sz="1400">
                <a:solidFill>
                  <a:schemeClr val="bg1"/>
                </a:solidFill>
              </a:defRPr>
            </a:lvl1pPr>
          </a:lstStyle>
          <a:p>
            <a:pPr lvl="0"/>
            <a:r>
              <a:rPr lang="en-US" noProof="0"/>
              <a:t>Click to edit Master text styles</a:t>
            </a:r>
          </a:p>
          <a:p>
            <a:pPr lvl="1"/>
            <a:r>
              <a:rPr lang="en-US" noProof="0"/>
              <a:t>Second level</a:t>
            </a:r>
          </a:p>
        </p:txBody>
      </p:sp>
      <p:sp>
        <p:nvSpPr>
          <p:cNvPr id="9" name="Text Placeholder 8">
            <a:extLst>
              <a:ext uri="{FF2B5EF4-FFF2-40B4-BE49-F238E27FC236}">
                <a16:creationId xmlns:a16="http://schemas.microsoft.com/office/drawing/2014/main" id="{4AAC99C5-BD7C-7213-F2AF-128E1D5AF872}"/>
              </a:ext>
            </a:extLst>
          </p:cNvPr>
          <p:cNvSpPr>
            <a:spLocks noGrp="1"/>
          </p:cNvSpPr>
          <p:nvPr>
            <p:ph type="body" sz="quarter" idx="16"/>
          </p:nvPr>
        </p:nvSpPr>
        <p:spPr>
          <a:xfrm>
            <a:off x="4347648" y="1642242"/>
            <a:ext cx="3420000" cy="4586678"/>
          </a:xfrm>
        </p:spPr>
        <p:txBody>
          <a:bodyPr tIns="0"/>
          <a:lstStyle>
            <a:lvl1pPr>
              <a:defRPr>
                <a:solidFill>
                  <a:schemeClr val="bg1"/>
                </a:solidFill>
              </a:defRPr>
            </a:lvl1pPr>
          </a:lstStyle>
          <a:p>
            <a:pPr lvl="0"/>
            <a:r>
              <a:rPr lang="en-US" noProof="0"/>
              <a:t>Click to edit Master text styles</a:t>
            </a:r>
          </a:p>
        </p:txBody>
      </p:sp>
      <p:sp>
        <p:nvSpPr>
          <p:cNvPr id="11" name="Text Placeholder 8">
            <a:extLst>
              <a:ext uri="{FF2B5EF4-FFF2-40B4-BE49-F238E27FC236}">
                <a16:creationId xmlns:a16="http://schemas.microsoft.com/office/drawing/2014/main" id="{8AAB9954-53E4-EE0E-BC52-1990B2B15560}"/>
              </a:ext>
            </a:extLst>
          </p:cNvPr>
          <p:cNvSpPr>
            <a:spLocks noGrp="1"/>
          </p:cNvSpPr>
          <p:nvPr>
            <p:ph type="body" sz="quarter" idx="17"/>
          </p:nvPr>
        </p:nvSpPr>
        <p:spPr>
          <a:xfrm>
            <a:off x="8253714" y="1642242"/>
            <a:ext cx="3420000" cy="4586678"/>
          </a:xfrm>
        </p:spPr>
        <p:txBody>
          <a:bodyPr tIns="0"/>
          <a:lstStyle>
            <a:lvl1pPr>
              <a:defRPr>
                <a:solidFill>
                  <a:schemeClr val="bg1"/>
                </a:solidFill>
              </a:defRPr>
            </a:lvl1pPr>
          </a:lstStyle>
          <a:p>
            <a:pPr lvl="0"/>
            <a:r>
              <a:rPr lang="en-US" noProof="0"/>
              <a:t>Click to edit Master text styles</a:t>
            </a:r>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baseline="0">
                <a:solidFill>
                  <a:schemeClr val="bg1"/>
                </a:solidFill>
              </a:defRPr>
            </a:lvl1pPr>
          </a:lstStyle>
          <a:p>
            <a:fld id="{6F6F96F8-3C4A-44BA-8813-69AD9933C9F2}" type="slidenum">
              <a:rPr lang="en-AU" smtClean="0"/>
              <a:pPr/>
              <a:t>‹#›</a:t>
            </a:fld>
            <a:endParaRPr lang="en-AU"/>
          </a:p>
        </p:txBody>
      </p:sp>
      <p:sp>
        <p:nvSpPr>
          <p:cNvPr id="7" name="Parallelogram 5">
            <a:extLst>
              <a:ext uri="{FF2B5EF4-FFF2-40B4-BE49-F238E27FC236}">
                <a16:creationId xmlns:a16="http://schemas.microsoft.com/office/drawing/2014/main" id="{6CC5FA41-A0A6-70E4-D012-234C285ACFB9}"/>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3" name="Straight Connector 12">
            <a:extLst>
              <a:ext uri="{FF2B5EF4-FFF2-40B4-BE49-F238E27FC236}">
                <a16:creationId xmlns:a16="http://schemas.microsoft.com/office/drawing/2014/main" id="{1AB5C4A9-AEAB-AAFF-8214-540A32D662DF}"/>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EEAAD86E-F959-DE0B-3179-39EC670568C3}"/>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Tree>
    <p:extLst>
      <p:ext uri="{BB962C8B-B14F-4D97-AF65-F5344CB8AC3E}">
        <p14:creationId xmlns:p14="http://schemas.microsoft.com/office/powerpoint/2010/main" val="333140201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Staff profile_5">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A17E76C1-6860-4658-ACAF-BC70864B9A34}"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47CF7FA8-C4AD-7FD2-8E59-3C848A877909}"/>
              </a:ext>
              <a:ext uri="{C183D7F6-B498-43B3-948B-1728B52AA6E4}">
                <adec:decorative xmlns:adec="http://schemas.microsoft.com/office/drawing/2017/decorative" val="1"/>
              </a:ext>
            </a:extLst>
          </p:cNvPr>
          <p:cNvSpPr>
            <a:spLocks noGrp="1"/>
          </p:cNvSpPr>
          <p:nvPr>
            <p:ph type="pic" sz="quarter" idx="14"/>
          </p:nvPr>
        </p:nvSpPr>
        <p:spPr>
          <a:xfrm>
            <a:off x="623888" y="1642243"/>
            <a:ext cx="2232000" cy="2160000"/>
          </a:xfrm>
        </p:spPr>
        <p:txBody>
          <a:bodyPr/>
          <a:lstStyle>
            <a:lvl1pPr>
              <a:defRPr>
                <a:solidFill>
                  <a:schemeClr val="bg1"/>
                </a:solidFill>
              </a:defRPr>
            </a:lvl1pPr>
          </a:lstStyle>
          <a:p>
            <a:r>
              <a:rPr lang="en-US"/>
              <a:t>Click icon to add picture</a:t>
            </a:r>
            <a:endParaRPr lang="en-AU"/>
          </a:p>
        </p:txBody>
      </p:sp>
      <p:sp>
        <p:nvSpPr>
          <p:cNvPr id="12" name="Text Placeholder 11">
            <a:extLst>
              <a:ext uri="{FF2B5EF4-FFF2-40B4-BE49-F238E27FC236}">
                <a16:creationId xmlns:a16="http://schemas.microsoft.com/office/drawing/2014/main" id="{D39648AA-1896-A973-6E34-2A2340E1B8DA}"/>
              </a:ext>
            </a:extLst>
          </p:cNvPr>
          <p:cNvSpPr>
            <a:spLocks noGrp="1"/>
          </p:cNvSpPr>
          <p:nvPr>
            <p:ph type="body" sz="quarter" idx="15"/>
          </p:nvPr>
        </p:nvSpPr>
        <p:spPr>
          <a:xfrm>
            <a:off x="623888" y="4009292"/>
            <a:ext cx="3237694" cy="2219628"/>
          </a:xfrm>
        </p:spPr>
        <p:txBody>
          <a:bodyPr lIns="0"/>
          <a:lstStyle>
            <a:lvl1pPr>
              <a:defRPr sz="1400">
                <a:solidFill>
                  <a:schemeClr val="bg1"/>
                </a:solidFill>
              </a:defRPr>
            </a:lvl1pPr>
          </a:lstStyle>
          <a:p>
            <a:pPr lvl="0"/>
            <a:r>
              <a:rPr lang="en-US" noProof="0"/>
              <a:t>Click to edit Master text styles</a:t>
            </a:r>
          </a:p>
          <a:p>
            <a:pPr lvl="1"/>
            <a:r>
              <a:rPr lang="en-US" noProof="0"/>
              <a:t>Second level</a:t>
            </a:r>
          </a:p>
        </p:txBody>
      </p:sp>
      <p:sp>
        <p:nvSpPr>
          <p:cNvPr id="9" name="Text Placeholder 8">
            <a:extLst>
              <a:ext uri="{FF2B5EF4-FFF2-40B4-BE49-F238E27FC236}">
                <a16:creationId xmlns:a16="http://schemas.microsoft.com/office/drawing/2014/main" id="{4AAC99C5-BD7C-7213-F2AF-128E1D5AF872}"/>
              </a:ext>
            </a:extLst>
          </p:cNvPr>
          <p:cNvSpPr>
            <a:spLocks noGrp="1"/>
          </p:cNvSpPr>
          <p:nvPr>
            <p:ph type="body" sz="quarter" idx="16"/>
          </p:nvPr>
        </p:nvSpPr>
        <p:spPr>
          <a:xfrm>
            <a:off x="4347648" y="1642242"/>
            <a:ext cx="3420000" cy="4586678"/>
          </a:xfrm>
        </p:spPr>
        <p:txBody>
          <a:bodyPr tIns="0"/>
          <a:lstStyle>
            <a:lvl1pPr>
              <a:defRPr>
                <a:solidFill>
                  <a:schemeClr val="bg1"/>
                </a:solidFill>
              </a:defRPr>
            </a:lvl1pPr>
          </a:lstStyle>
          <a:p>
            <a:pPr lvl="0"/>
            <a:r>
              <a:rPr lang="en-US" noProof="0"/>
              <a:t>Click to edit Master text styles</a:t>
            </a:r>
          </a:p>
        </p:txBody>
      </p:sp>
      <p:sp>
        <p:nvSpPr>
          <p:cNvPr id="11" name="Text Placeholder 8">
            <a:extLst>
              <a:ext uri="{FF2B5EF4-FFF2-40B4-BE49-F238E27FC236}">
                <a16:creationId xmlns:a16="http://schemas.microsoft.com/office/drawing/2014/main" id="{8AAB9954-53E4-EE0E-BC52-1990B2B15560}"/>
              </a:ext>
            </a:extLst>
          </p:cNvPr>
          <p:cNvSpPr>
            <a:spLocks noGrp="1"/>
          </p:cNvSpPr>
          <p:nvPr>
            <p:ph type="body" sz="quarter" idx="17"/>
          </p:nvPr>
        </p:nvSpPr>
        <p:spPr>
          <a:xfrm>
            <a:off x="8253714" y="1642242"/>
            <a:ext cx="3420000" cy="4586678"/>
          </a:xfrm>
        </p:spPr>
        <p:txBody>
          <a:bodyPr tIns="0"/>
          <a:lstStyle>
            <a:lvl1pPr>
              <a:defRPr>
                <a:solidFill>
                  <a:schemeClr val="bg1"/>
                </a:solidFill>
              </a:defRPr>
            </a:lvl1pPr>
          </a:lstStyle>
          <a:p>
            <a:pPr lvl="0"/>
            <a:r>
              <a:rPr lang="en-US" noProof="0"/>
              <a:t>Click to edit Master text styles</a:t>
            </a:r>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baseline="0">
                <a:solidFill>
                  <a:schemeClr val="bg1"/>
                </a:solidFill>
              </a:defRPr>
            </a:lvl1pPr>
          </a:lstStyle>
          <a:p>
            <a:fld id="{6F6F96F8-3C4A-44BA-8813-69AD9933C9F2}" type="slidenum">
              <a:rPr lang="en-AU" smtClean="0"/>
              <a:pPr/>
              <a:t>‹#›</a:t>
            </a:fld>
            <a:endParaRPr lang="en-AU"/>
          </a:p>
        </p:txBody>
      </p:sp>
      <p:sp>
        <p:nvSpPr>
          <p:cNvPr id="7" name="Parallelogram 5">
            <a:extLst>
              <a:ext uri="{FF2B5EF4-FFF2-40B4-BE49-F238E27FC236}">
                <a16:creationId xmlns:a16="http://schemas.microsoft.com/office/drawing/2014/main" id="{6CC5FA41-A0A6-70E4-D012-234C285ACFB9}"/>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3" name="Straight Connector 12">
            <a:extLst>
              <a:ext uri="{FF2B5EF4-FFF2-40B4-BE49-F238E27FC236}">
                <a16:creationId xmlns:a16="http://schemas.microsoft.com/office/drawing/2014/main" id="{1AB5C4A9-AEAB-AAFF-8214-540A32D662DF}"/>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EEAAD86E-F959-DE0B-3179-39EC670568C3}"/>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Tree>
    <p:extLst>
      <p:ext uri="{BB962C8B-B14F-4D97-AF65-F5344CB8AC3E}">
        <p14:creationId xmlns:p14="http://schemas.microsoft.com/office/powerpoint/2010/main" val="45242770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Staff profile_6">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A17E76C1-6860-4658-ACAF-BC70864B9A34}"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47CF7FA8-C4AD-7FD2-8E59-3C848A877909}"/>
              </a:ext>
              <a:ext uri="{C183D7F6-B498-43B3-948B-1728B52AA6E4}">
                <adec:decorative xmlns:adec="http://schemas.microsoft.com/office/drawing/2017/decorative" val="1"/>
              </a:ext>
            </a:extLst>
          </p:cNvPr>
          <p:cNvSpPr>
            <a:spLocks noGrp="1"/>
          </p:cNvSpPr>
          <p:nvPr>
            <p:ph type="pic" sz="quarter" idx="14"/>
          </p:nvPr>
        </p:nvSpPr>
        <p:spPr>
          <a:xfrm>
            <a:off x="623888" y="1642243"/>
            <a:ext cx="2232000" cy="2160000"/>
          </a:xfrm>
        </p:spPr>
        <p:txBody>
          <a:bodyPr/>
          <a:lstStyle>
            <a:lvl1pPr>
              <a:defRPr>
                <a:solidFill>
                  <a:schemeClr val="bg1"/>
                </a:solidFill>
              </a:defRPr>
            </a:lvl1pPr>
          </a:lstStyle>
          <a:p>
            <a:r>
              <a:rPr lang="en-US"/>
              <a:t>Click icon to add picture</a:t>
            </a:r>
            <a:endParaRPr lang="en-AU"/>
          </a:p>
        </p:txBody>
      </p:sp>
      <p:sp>
        <p:nvSpPr>
          <p:cNvPr id="12" name="Text Placeholder 11">
            <a:extLst>
              <a:ext uri="{FF2B5EF4-FFF2-40B4-BE49-F238E27FC236}">
                <a16:creationId xmlns:a16="http://schemas.microsoft.com/office/drawing/2014/main" id="{D39648AA-1896-A973-6E34-2A2340E1B8DA}"/>
              </a:ext>
            </a:extLst>
          </p:cNvPr>
          <p:cNvSpPr>
            <a:spLocks noGrp="1"/>
          </p:cNvSpPr>
          <p:nvPr>
            <p:ph type="body" sz="quarter" idx="15"/>
          </p:nvPr>
        </p:nvSpPr>
        <p:spPr>
          <a:xfrm>
            <a:off x="623888" y="4009292"/>
            <a:ext cx="3237694" cy="2219628"/>
          </a:xfrm>
        </p:spPr>
        <p:txBody>
          <a:bodyPr lIns="0"/>
          <a:lstStyle>
            <a:lvl1pPr>
              <a:defRPr sz="1400">
                <a:solidFill>
                  <a:schemeClr val="bg1"/>
                </a:solidFill>
              </a:defRPr>
            </a:lvl1pPr>
          </a:lstStyle>
          <a:p>
            <a:pPr lvl="0"/>
            <a:r>
              <a:rPr lang="en-US" noProof="0"/>
              <a:t>Click to edit Master text styles</a:t>
            </a:r>
          </a:p>
          <a:p>
            <a:pPr lvl="1"/>
            <a:r>
              <a:rPr lang="en-US" noProof="0"/>
              <a:t>Second level</a:t>
            </a:r>
          </a:p>
        </p:txBody>
      </p:sp>
      <p:sp>
        <p:nvSpPr>
          <p:cNvPr id="9" name="Text Placeholder 8">
            <a:extLst>
              <a:ext uri="{FF2B5EF4-FFF2-40B4-BE49-F238E27FC236}">
                <a16:creationId xmlns:a16="http://schemas.microsoft.com/office/drawing/2014/main" id="{4AAC99C5-BD7C-7213-F2AF-128E1D5AF872}"/>
              </a:ext>
            </a:extLst>
          </p:cNvPr>
          <p:cNvSpPr>
            <a:spLocks noGrp="1"/>
          </p:cNvSpPr>
          <p:nvPr>
            <p:ph type="body" sz="quarter" idx="16"/>
          </p:nvPr>
        </p:nvSpPr>
        <p:spPr>
          <a:xfrm>
            <a:off x="4347648" y="1642242"/>
            <a:ext cx="3420000" cy="4586678"/>
          </a:xfrm>
        </p:spPr>
        <p:txBody>
          <a:bodyPr tIns="0"/>
          <a:lstStyle>
            <a:lvl1pPr>
              <a:defRPr>
                <a:solidFill>
                  <a:schemeClr val="bg1"/>
                </a:solidFill>
              </a:defRPr>
            </a:lvl1pPr>
          </a:lstStyle>
          <a:p>
            <a:pPr lvl="0"/>
            <a:r>
              <a:rPr lang="en-US" noProof="0"/>
              <a:t>Click to edit Master text styles</a:t>
            </a:r>
          </a:p>
        </p:txBody>
      </p:sp>
      <p:sp>
        <p:nvSpPr>
          <p:cNvPr id="11" name="Text Placeholder 8">
            <a:extLst>
              <a:ext uri="{FF2B5EF4-FFF2-40B4-BE49-F238E27FC236}">
                <a16:creationId xmlns:a16="http://schemas.microsoft.com/office/drawing/2014/main" id="{8AAB9954-53E4-EE0E-BC52-1990B2B15560}"/>
              </a:ext>
            </a:extLst>
          </p:cNvPr>
          <p:cNvSpPr>
            <a:spLocks noGrp="1"/>
          </p:cNvSpPr>
          <p:nvPr>
            <p:ph type="body" sz="quarter" idx="17"/>
          </p:nvPr>
        </p:nvSpPr>
        <p:spPr>
          <a:xfrm>
            <a:off x="8253714" y="1642242"/>
            <a:ext cx="3420000" cy="4586678"/>
          </a:xfrm>
        </p:spPr>
        <p:txBody>
          <a:bodyPr tIns="0"/>
          <a:lstStyle>
            <a:lvl1pPr>
              <a:defRPr>
                <a:solidFill>
                  <a:schemeClr val="bg1"/>
                </a:solidFill>
              </a:defRPr>
            </a:lvl1pPr>
          </a:lstStyle>
          <a:p>
            <a:pPr lvl="0"/>
            <a:r>
              <a:rPr lang="en-US"/>
              <a:t>Click to edit Master text styles</a:t>
            </a:r>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baseline="0">
                <a:solidFill>
                  <a:schemeClr val="bg1"/>
                </a:solidFill>
              </a:defRPr>
            </a:lvl1pPr>
          </a:lstStyle>
          <a:p>
            <a:fld id="{6F6F96F8-3C4A-44BA-8813-69AD9933C9F2}" type="slidenum">
              <a:rPr lang="en-AU" smtClean="0"/>
              <a:pPr/>
              <a:t>‹#›</a:t>
            </a:fld>
            <a:endParaRPr lang="en-AU"/>
          </a:p>
        </p:txBody>
      </p:sp>
      <p:sp>
        <p:nvSpPr>
          <p:cNvPr id="7" name="Parallelogram 5">
            <a:extLst>
              <a:ext uri="{FF2B5EF4-FFF2-40B4-BE49-F238E27FC236}">
                <a16:creationId xmlns:a16="http://schemas.microsoft.com/office/drawing/2014/main" id="{6CC5FA41-A0A6-70E4-D012-234C285ACFB9}"/>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3" name="Straight Connector 12">
            <a:extLst>
              <a:ext uri="{FF2B5EF4-FFF2-40B4-BE49-F238E27FC236}">
                <a16:creationId xmlns:a16="http://schemas.microsoft.com/office/drawing/2014/main" id="{1AB5C4A9-AEAB-AAFF-8214-540A32D662DF}"/>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EEAAD86E-F959-DE0B-3179-39EC670568C3}"/>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Tree>
    <p:extLst>
      <p:ext uri="{BB962C8B-B14F-4D97-AF65-F5344CB8AC3E}">
        <p14:creationId xmlns:p14="http://schemas.microsoft.com/office/powerpoint/2010/main" val="250041341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wo column with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21041" cy="538616"/>
          </a:xfrm>
        </p:spPr>
        <p:txBody>
          <a:bodyPr/>
          <a:lstStyle/>
          <a:p>
            <a:r>
              <a:rPr lang="en-US" noProof="0"/>
              <a:t>Click to edit Master title style</a:t>
            </a:r>
            <a:endParaRPr lang="en-AU" noProof="0" dirty="0"/>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p>
            <a:fld id="{3392925F-8D67-4B3F-B3F8-B3B03D51667B}" type="datetime1">
              <a:rPr lang="en-AU" smtClean="0"/>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AU"/>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21041" cy="314516"/>
          </a:xfrm>
        </p:spPr>
        <p:txBody>
          <a:bodyPr>
            <a:noAutofit/>
          </a:bodyPr>
          <a:lstStyle>
            <a:lvl1pPr marL="0" indent="0">
              <a:buNone/>
              <a:defRPr sz="2000" cap="all" baseline="0">
                <a:solidFill>
                  <a:schemeClr val="bg2"/>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a:xfrm>
            <a:off x="623887" y="2799472"/>
            <a:ext cx="5304414" cy="3377491"/>
          </a:xfrm>
        </p:spPr>
        <p:txBody>
          <a:bodyPr lIns="0" numCol="1" spcCol="0"/>
          <a:lstStyle>
            <a:lvl1pPr>
              <a:defRPr/>
            </a:lvl1pPr>
          </a:lstStyle>
          <a:p>
            <a:pPr lvl="0"/>
            <a:r>
              <a:rPr lang="en-US" noProof="0"/>
              <a:t>Click to edit Master text styles</a:t>
            </a:r>
          </a:p>
        </p:txBody>
      </p:sp>
      <p:sp>
        <p:nvSpPr>
          <p:cNvPr id="7" name="Content Placeholder 2">
            <a:extLst>
              <a:ext uri="{FF2B5EF4-FFF2-40B4-BE49-F238E27FC236}">
                <a16:creationId xmlns:a16="http://schemas.microsoft.com/office/drawing/2014/main" id="{2E198D5F-2353-8F82-1A7C-184ADFC68D14}"/>
              </a:ext>
            </a:extLst>
          </p:cNvPr>
          <p:cNvSpPr>
            <a:spLocks noGrp="1"/>
          </p:cNvSpPr>
          <p:nvPr>
            <p:ph idx="14"/>
          </p:nvPr>
        </p:nvSpPr>
        <p:spPr>
          <a:xfrm>
            <a:off x="6359974" y="2799471"/>
            <a:ext cx="5304414" cy="3377491"/>
          </a:xfrm>
        </p:spPr>
        <p:txBody>
          <a:bodyPr lIns="0" numCol="1" spcCol="0"/>
          <a:lstStyle>
            <a:lvl1pPr>
              <a:defRPr/>
            </a:lvl1pPr>
          </a:lstStyle>
          <a:p>
            <a:pPr lvl="0"/>
            <a:r>
              <a:rPr lang="en-US" noProof="0"/>
              <a:t>Click to edit Master text styles</a:t>
            </a:r>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p>
            <a:fld id="{6F6F96F8-3C4A-44BA-8813-69AD9933C9F2}" type="slidenum">
              <a:rPr lang="en-AU" smtClean="0"/>
              <a:t>‹#›</a:t>
            </a:fld>
            <a:endParaRPr lang="en-AU"/>
          </a:p>
        </p:txBody>
      </p:sp>
      <p:sp>
        <p:nvSpPr>
          <p:cNvPr id="10" name="Picture Placeholder 9">
            <a:extLst>
              <a:ext uri="{FF2B5EF4-FFF2-40B4-BE49-F238E27FC236}">
                <a16:creationId xmlns:a16="http://schemas.microsoft.com/office/drawing/2014/main" id="{F0B00431-C654-88F0-B6D3-B0FE171E38D2}"/>
              </a:ext>
              <a:ext uri="{C183D7F6-B498-43B3-948B-1728B52AA6E4}">
                <adec:decorative xmlns:adec="http://schemas.microsoft.com/office/drawing/2017/decorative" val="1"/>
              </a:ext>
            </a:extLst>
          </p:cNvPr>
          <p:cNvSpPr>
            <a:spLocks noGrp="1"/>
          </p:cNvSpPr>
          <p:nvPr>
            <p:ph type="pic" sz="quarter" idx="15"/>
          </p:nvPr>
        </p:nvSpPr>
        <p:spPr>
          <a:xfrm>
            <a:off x="623887" y="1628775"/>
            <a:ext cx="1080000" cy="972000"/>
          </a:xfrm>
        </p:spPr>
        <p:txBody>
          <a:bodyPr/>
          <a:lstStyle/>
          <a:p>
            <a:r>
              <a:rPr lang="en-US"/>
              <a:t>Click icon to add picture</a:t>
            </a:r>
            <a:endParaRPr lang="en-AU"/>
          </a:p>
        </p:txBody>
      </p:sp>
      <p:sp>
        <p:nvSpPr>
          <p:cNvPr id="11" name="Picture Placeholder 9">
            <a:extLst>
              <a:ext uri="{FF2B5EF4-FFF2-40B4-BE49-F238E27FC236}">
                <a16:creationId xmlns:a16="http://schemas.microsoft.com/office/drawing/2014/main" id="{08E8E45F-9611-E7E3-7C3F-5CC9D34F8B59}"/>
              </a:ext>
              <a:ext uri="{C183D7F6-B498-43B3-948B-1728B52AA6E4}">
                <adec:decorative xmlns:adec="http://schemas.microsoft.com/office/drawing/2017/decorative" val="1"/>
              </a:ext>
            </a:extLst>
          </p:cNvPr>
          <p:cNvSpPr>
            <a:spLocks noGrp="1"/>
          </p:cNvSpPr>
          <p:nvPr>
            <p:ph type="pic" sz="quarter" idx="16"/>
          </p:nvPr>
        </p:nvSpPr>
        <p:spPr>
          <a:xfrm>
            <a:off x="6363507" y="1628775"/>
            <a:ext cx="1080000" cy="972000"/>
          </a:xfrm>
        </p:spPr>
        <p:txBody>
          <a:bodyPr/>
          <a:lstStyle/>
          <a:p>
            <a:r>
              <a:rPr lang="en-US"/>
              <a:t>Click icon to add picture</a:t>
            </a:r>
            <a:endParaRPr lang="en-AU"/>
          </a:p>
        </p:txBody>
      </p:sp>
    </p:spTree>
    <p:extLst>
      <p:ext uri="{BB962C8B-B14F-4D97-AF65-F5344CB8AC3E}">
        <p14:creationId xmlns:p14="http://schemas.microsoft.com/office/powerpoint/2010/main" val="333841393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Two column with icons_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21041" cy="538616"/>
          </a:xfrm>
        </p:spPr>
        <p:txBody>
          <a:bodyPr/>
          <a:lstStyle/>
          <a:p>
            <a:r>
              <a:rPr lang="en-US" noProof="0"/>
              <a:t>Click to edit Master title style</a:t>
            </a:r>
            <a:endParaRPr lang="en-AU" noProof="0" dirty="0"/>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p>
            <a:fld id="{3392925F-8D67-4B3F-B3F8-B3B03D51667B}" type="datetime1">
              <a:rPr lang="en-AU" smtClean="0"/>
              <a:t>27/5/2025</a:t>
            </a:fld>
            <a:endParaRPr lang="en-AU"/>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21041" cy="314516"/>
          </a:xfrm>
        </p:spPr>
        <p:txBody>
          <a:bodyPr>
            <a:noAutofit/>
          </a:bodyPr>
          <a:lstStyle>
            <a:lvl1pPr marL="0" indent="0">
              <a:buNone/>
              <a:defRPr sz="2000" cap="all" baseline="0">
                <a:solidFill>
                  <a:schemeClr val="bg2"/>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a:xfrm>
            <a:off x="623887" y="2799472"/>
            <a:ext cx="5304414" cy="3377491"/>
          </a:xfrm>
        </p:spPr>
        <p:txBody>
          <a:bodyPr lIns="0" numCol="1" spcCol="0"/>
          <a:lstStyle>
            <a:lvl1pPr>
              <a:defRPr/>
            </a:lvl1pPr>
          </a:lstStyle>
          <a:p>
            <a:pPr lvl="0"/>
            <a:r>
              <a:rPr lang="en-US" noProof="0"/>
              <a:t>Click to edit Master text styles</a:t>
            </a:r>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AU"/>
          </a:p>
        </p:txBody>
      </p:sp>
      <p:sp>
        <p:nvSpPr>
          <p:cNvPr id="7" name="Content Placeholder 2">
            <a:extLst>
              <a:ext uri="{FF2B5EF4-FFF2-40B4-BE49-F238E27FC236}">
                <a16:creationId xmlns:a16="http://schemas.microsoft.com/office/drawing/2014/main" id="{2E198D5F-2353-8F82-1A7C-184ADFC68D14}"/>
              </a:ext>
            </a:extLst>
          </p:cNvPr>
          <p:cNvSpPr>
            <a:spLocks noGrp="1"/>
          </p:cNvSpPr>
          <p:nvPr>
            <p:ph idx="14"/>
          </p:nvPr>
        </p:nvSpPr>
        <p:spPr>
          <a:xfrm>
            <a:off x="6359974" y="2799471"/>
            <a:ext cx="5304414" cy="3377491"/>
          </a:xfrm>
        </p:spPr>
        <p:txBody>
          <a:bodyPr lIns="0" numCol="1" spcCol="0"/>
          <a:lstStyle>
            <a:lvl1pPr>
              <a:defRPr/>
            </a:lvl1pPr>
          </a:lstStyle>
          <a:p>
            <a:pPr lvl="0"/>
            <a:r>
              <a:rPr lang="en-US" noProof="0"/>
              <a:t>Click to edit Master text styles</a:t>
            </a:r>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p>
            <a:fld id="{6F6F96F8-3C4A-44BA-8813-69AD9933C9F2}" type="slidenum">
              <a:rPr lang="en-AU" smtClean="0"/>
              <a:t>‹#›</a:t>
            </a:fld>
            <a:endParaRPr lang="en-AU"/>
          </a:p>
        </p:txBody>
      </p:sp>
      <p:sp>
        <p:nvSpPr>
          <p:cNvPr id="10" name="Picture Placeholder 9">
            <a:extLst>
              <a:ext uri="{FF2B5EF4-FFF2-40B4-BE49-F238E27FC236}">
                <a16:creationId xmlns:a16="http://schemas.microsoft.com/office/drawing/2014/main" id="{F0B00431-C654-88F0-B6D3-B0FE171E38D2}"/>
              </a:ext>
              <a:ext uri="{C183D7F6-B498-43B3-948B-1728B52AA6E4}">
                <adec:decorative xmlns:adec="http://schemas.microsoft.com/office/drawing/2017/decorative" val="1"/>
              </a:ext>
            </a:extLst>
          </p:cNvPr>
          <p:cNvSpPr>
            <a:spLocks noGrp="1"/>
          </p:cNvSpPr>
          <p:nvPr>
            <p:ph type="pic" sz="quarter" idx="15"/>
          </p:nvPr>
        </p:nvSpPr>
        <p:spPr>
          <a:xfrm>
            <a:off x="623887" y="1628775"/>
            <a:ext cx="1080000" cy="972000"/>
          </a:xfrm>
        </p:spPr>
        <p:txBody>
          <a:bodyPr/>
          <a:lstStyle/>
          <a:p>
            <a:r>
              <a:rPr lang="en-US"/>
              <a:t>Click icon to add picture</a:t>
            </a:r>
            <a:endParaRPr lang="en-AU"/>
          </a:p>
        </p:txBody>
      </p:sp>
      <p:sp>
        <p:nvSpPr>
          <p:cNvPr id="11" name="Picture Placeholder 9">
            <a:extLst>
              <a:ext uri="{FF2B5EF4-FFF2-40B4-BE49-F238E27FC236}">
                <a16:creationId xmlns:a16="http://schemas.microsoft.com/office/drawing/2014/main" id="{08E8E45F-9611-E7E3-7C3F-5CC9D34F8B59}"/>
              </a:ext>
              <a:ext uri="{C183D7F6-B498-43B3-948B-1728B52AA6E4}">
                <adec:decorative xmlns:adec="http://schemas.microsoft.com/office/drawing/2017/decorative" val="1"/>
              </a:ext>
            </a:extLst>
          </p:cNvPr>
          <p:cNvSpPr>
            <a:spLocks noGrp="1"/>
          </p:cNvSpPr>
          <p:nvPr>
            <p:ph type="pic" sz="quarter" idx="16"/>
          </p:nvPr>
        </p:nvSpPr>
        <p:spPr>
          <a:xfrm>
            <a:off x="6363507" y="1628775"/>
            <a:ext cx="1080000" cy="972000"/>
          </a:xfrm>
        </p:spPr>
        <p:txBody>
          <a:bodyPr/>
          <a:lstStyle/>
          <a:p>
            <a:r>
              <a:rPr lang="en-US"/>
              <a:t>Click icon to add picture</a:t>
            </a:r>
            <a:endParaRPr lang="en-AU"/>
          </a:p>
        </p:txBody>
      </p:sp>
    </p:spTree>
    <p:extLst>
      <p:ext uri="{BB962C8B-B14F-4D97-AF65-F5344CB8AC3E}">
        <p14:creationId xmlns:p14="http://schemas.microsoft.com/office/powerpoint/2010/main" val="25818031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Two column with icons_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8A0278DC-7CD8-4282-9C25-9DAFB8D0C73C}"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sp>
        <p:nvSpPr>
          <p:cNvPr id="16" name="Content Placeholder 2">
            <a:extLst>
              <a:ext uri="{FF2B5EF4-FFF2-40B4-BE49-F238E27FC236}">
                <a16:creationId xmlns:a16="http://schemas.microsoft.com/office/drawing/2014/main" id="{472A1536-12E3-0573-994B-171091E6AFFC}"/>
              </a:ext>
            </a:extLst>
          </p:cNvPr>
          <p:cNvSpPr>
            <a:spLocks noGrp="1"/>
          </p:cNvSpPr>
          <p:nvPr>
            <p:ph idx="1"/>
          </p:nvPr>
        </p:nvSpPr>
        <p:spPr>
          <a:xfrm>
            <a:off x="623887" y="2799472"/>
            <a:ext cx="5304414" cy="3377491"/>
          </a:xfrm>
        </p:spPr>
        <p:txBody>
          <a:bodyPr lIns="0" numCol="1" spcCol="0"/>
          <a:lstStyle>
            <a:lvl1pPr>
              <a:defRPr>
                <a:solidFill>
                  <a:schemeClr val="bg1"/>
                </a:solidFill>
              </a:defRPr>
            </a:lvl1pPr>
          </a:lstStyle>
          <a:p>
            <a:pPr lvl="0"/>
            <a:r>
              <a:rPr lang="en-US" noProof="0"/>
              <a:t>Click to edit Master text styles</a:t>
            </a:r>
          </a:p>
        </p:txBody>
      </p:sp>
      <p:sp>
        <p:nvSpPr>
          <p:cNvPr id="17" name="Content Placeholder 2">
            <a:extLst>
              <a:ext uri="{FF2B5EF4-FFF2-40B4-BE49-F238E27FC236}">
                <a16:creationId xmlns:a16="http://schemas.microsoft.com/office/drawing/2014/main" id="{3C2D2C71-FB0A-C76D-A06A-E533CA801260}"/>
              </a:ext>
            </a:extLst>
          </p:cNvPr>
          <p:cNvSpPr>
            <a:spLocks noGrp="1"/>
          </p:cNvSpPr>
          <p:nvPr>
            <p:ph idx="14"/>
          </p:nvPr>
        </p:nvSpPr>
        <p:spPr>
          <a:xfrm>
            <a:off x="6359974" y="2799471"/>
            <a:ext cx="5304414" cy="3377491"/>
          </a:xfrm>
        </p:spPr>
        <p:txBody>
          <a:bodyPr lIns="0" numCol="1" spcCol="0"/>
          <a:lstStyle>
            <a:lvl1pPr>
              <a:defRPr>
                <a:solidFill>
                  <a:schemeClr val="bg1"/>
                </a:solidFill>
              </a:defRPr>
            </a:lvl1pPr>
          </a:lstStyle>
          <a:p>
            <a:pPr lvl="0"/>
            <a:r>
              <a:rPr lang="en-US" noProof="0"/>
              <a:t>Click to edit Master text styles</a:t>
            </a:r>
          </a:p>
        </p:txBody>
      </p:sp>
      <p:pic>
        <p:nvPicPr>
          <p:cNvPr id="7" name="Picture 6">
            <a:extLst>
              <a:ext uri="{FF2B5EF4-FFF2-40B4-BE49-F238E27FC236}">
                <a16:creationId xmlns:a16="http://schemas.microsoft.com/office/drawing/2014/main" id="{54EB25DE-3A94-5C1B-43AD-C39D36828D5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5834"/>
            <a:ext cx="2267717" cy="899162"/>
          </a:xfrm>
          <a:prstGeom prst="rect">
            <a:avLst/>
          </a:prstGeom>
        </p:spPr>
      </p:pic>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a:solidFill>
                  <a:schemeClr val="bg1"/>
                </a:solidFill>
              </a:defRPr>
            </a:lvl1pPr>
          </a:lstStyle>
          <a:p>
            <a:fld id="{6F6F96F8-3C4A-44BA-8813-69AD9933C9F2}" type="slidenum">
              <a:rPr lang="en-AU" smtClean="0"/>
              <a:pPr/>
              <a:t>‹#›</a:t>
            </a:fld>
            <a:endParaRPr lang="en-AU"/>
          </a:p>
        </p:txBody>
      </p:sp>
      <p:sp>
        <p:nvSpPr>
          <p:cNvPr id="9" name="Parallelogram 5">
            <a:extLst>
              <a:ext uri="{FF2B5EF4-FFF2-40B4-BE49-F238E27FC236}">
                <a16:creationId xmlns:a16="http://schemas.microsoft.com/office/drawing/2014/main" id="{074BAC25-4106-EF74-B049-3A0208984BF2}"/>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Connector 9">
            <a:extLst>
              <a:ext uri="{FF2B5EF4-FFF2-40B4-BE49-F238E27FC236}">
                <a16:creationId xmlns:a16="http://schemas.microsoft.com/office/drawing/2014/main" id="{67FAA034-6E1F-19E2-D4F0-6DB7F2037A90}"/>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Picture Placeholder 9">
            <a:extLst>
              <a:ext uri="{FF2B5EF4-FFF2-40B4-BE49-F238E27FC236}">
                <a16:creationId xmlns:a16="http://schemas.microsoft.com/office/drawing/2014/main" id="{4A31F2AD-DE26-D578-DCC7-1F03EA2CC882}"/>
              </a:ext>
              <a:ext uri="{C183D7F6-B498-43B3-948B-1728B52AA6E4}">
                <adec:decorative xmlns:adec="http://schemas.microsoft.com/office/drawing/2017/decorative" val="1"/>
              </a:ext>
            </a:extLst>
          </p:cNvPr>
          <p:cNvSpPr>
            <a:spLocks noGrp="1"/>
          </p:cNvSpPr>
          <p:nvPr>
            <p:ph type="pic" sz="quarter" idx="15"/>
          </p:nvPr>
        </p:nvSpPr>
        <p:spPr>
          <a:xfrm>
            <a:off x="623887" y="1628775"/>
            <a:ext cx="1080000" cy="972000"/>
          </a:xfrm>
        </p:spPr>
        <p:txBody>
          <a:bodyPr/>
          <a:lstStyle>
            <a:lvl1pPr>
              <a:defRPr>
                <a:solidFill>
                  <a:schemeClr val="bg1"/>
                </a:solidFill>
              </a:defRPr>
            </a:lvl1pPr>
          </a:lstStyle>
          <a:p>
            <a:r>
              <a:rPr lang="en-US"/>
              <a:t>Click icon to add picture</a:t>
            </a:r>
            <a:endParaRPr lang="en-AU"/>
          </a:p>
        </p:txBody>
      </p:sp>
      <p:sp>
        <p:nvSpPr>
          <p:cNvPr id="19" name="Picture Placeholder 9">
            <a:extLst>
              <a:ext uri="{FF2B5EF4-FFF2-40B4-BE49-F238E27FC236}">
                <a16:creationId xmlns:a16="http://schemas.microsoft.com/office/drawing/2014/main" id="{EA215EB5-9F5E-E042-8784-4EBB61F8C737}"/>
              </a:ext>
              <a:ext uri="{C183D7F6-B498-43B3-948B-1728B52AA6E4}">
                <adec:decorative xmlns:adec="http://schemas.microsoft.com/office/drawing/2017/decorative" val="1"/>
              </a:ext>
            </a:extLst>
          </p:cNvPr>
          <p:cNvSpPr>
            <a:spLocks noGrp="1"/>
          </p:cNvSpPr>
          <p:nvPr>
            <p:ph type="pic" sz="quarter" idx="16"/>
          </p:nvPr>
        </p:nvSpPr>
        <p:spPr>
          <a:xfrm>
            <a:off x="6363507" y="1628775"/>
            <a:ext cx="1080000" cy="972000"/>
          </a:xfrm>
        </p:spPr>
        <p:txBody>
          <a:bodyPr/>
          <a:lstStyle>
            <a:lvl1pPr>
              <a:defRPr>
                <a:solidFill>
                  <a:schemeClr val="bg1"/>
                </a:solidFill>
              </a:defRPr>
            </a:lvl1pPr>
          </a:lstStyle>
          <a:p>
            <a:r>
              <a:rPr lang="en-US"/>
              <a:t>Click icon to add picture</a:t>
            </a:r>
            <a:endParaRPr lang="en-AU"/>
          </a:p>
        </p:txBody>
      </p:sp>
    </p:spTree>
    <p:extLst>
      <p:ext uri="{BB962C8B-B14F-4D97-AF65-F5344CB8AC3E}">
        <p14:creationId xmlns:p14="http://schemas.microsoft.com/office/powerpoint/2010/main" val="223218401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Two column with icons_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F4BFC16B-4E91-4459-BE5C-E4095F89C477}"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sp>
        <p:nvSpPr>
          <p:cNvPr id="16" name="Content Placeholder 2">
            <a:extLst>
              <a:ext uri="{FF2B5EF4-FFF2-40B4-BE49-F238E27FC236}">
                <a16:creationId xmlns:a16="http://schemas.microsoft.com/office/drawing/2014/main" id="{133B58DA-AC54-BCD6-6096-B8503BAB7EB3}"/>
              </a:ext>
            </a:extLst>
          </p:cNvPr>
          <p:cNvSpPr>
            <a:spLocks noGrp="1"/>
          </p:cNvSpPr>
          <p:nvPr>
            <p:ph idx="1"/>
          </p:nvPr>
        </p:nvSpPr>
        <p:spPr>
          <a:xfrm>
            <a:off x="623887" y="2799472"/>
            <a:ext cx="5304414" cy="3377491"/>
          </a:xfrm>
        </p:spPr>
        <p:txBody>
          <a:bodyPr lIns="0" numCol="1" spcCol="0"/>
          <a:lstStyle>
            <a:lvl1pPr>
              <a:defRPr>
                <a:solidFill>
                  <a:schemeClr val="bg1"/>
                </a:solidFill>
              </a:defRPr>
            </a:lvl1pPr>
          </a:lstStyle>
          <a:p>
            <a:pPr lvl="0"/>
            <a:r>
              <a:rPr lang="en-US" noProof="0"/>
              <a:t>Click to edit Master text styles</a:t>
            </a:r>
          </a:p>
        </p:txBody>
      </p:sp>
      <p:sp>
        <p:nvSpPr>
          <p:cNvPr id="17" name="Content Placeholder 2">
            <a:extLst>
              <a:ext uri="{FF2B5EF4-FFF2-40B4-BE49-F238E27FC236}">
                <a16:creationId xmlns:a16="http://schemas.microsoft.com/office/drawing/2014/main" id="{66603F59-FC27-E8DB-F67A-2F218738BD80}"/>
              </a:ext>
            </a:extLst>
          </p:cNvPr>
          <p:cNvSpPr>
            <a:spLocks noGrp="1"/>
          </p:cNvSpPr>
          <p:nvPr>
            <p:ph idx="14"/>
          </p:nvPr>
        </p:nvSpPr>
        <p:spPr>
          <a:xfrm>
            <a:off x="6359974" y="2799471"/>
            <a:ext cx="5304414" cy="3377491"/>
          </a:xfrm>
        </p:spPr>
        <p:txBody>
          <a:bodyPr lIns="0" numCol="1" spcCol="0"/>
          <a:lstStyle>
            <a:lvl1pPr>
              <a:defRPr>
                <a:solidFill>
                  <a:schemeClr val="bg1"/>
                </a:solidFill>
              </a:defRPr>
            </a:lvl1pPr>
          </a:lstStyle>
          <a:p>
            <a:pPr lvl="0"/>
            <a:r>
              <a:rPr lang="en-US" noProof="0"/>
              <a:t>Click to edit Master text styles</a:t>
            </a:r>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a:solidFill>
                  <a:schemeClr val="bg1"/>
                </a:solidFill>
              </a:defRPr>
            </a:lvl1pPr>
          </a:lstStyle>
          <a:p>
            <a:fld id="{6F6F96F8-3C4A-44BA-8813-69AD9933C9F2}" type="slidenum">
              <a:rPr lang="en-AU" smtClean="0"/>
              <a:pPr/>
              <a:t>‹#›</a:t>
            </a:fld>
            <a:endParaRPr lang="en-AU"/>
          </a:p>
        </p:txBody>
      </p:sp>
      <p:pic>
        <p:nvPicPr>
          <p:cNvPr id="7" name="Picture 6">
            <a:extLst>
              <a:ext uri="{FF2B5EF4-FFF2-40B4-BE49-F238E27FC236}">
                <a16:creationId xmlns:a16="http://schemas.microsoft.com/office/drawing/2014/main" id="{54EB25DE-3A94-5C1B-43AD-C39D36828D5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9" name="Parallelogram 5">
            <a:extLst>
              <a:ext uri="{FF2B5EF4-FFF2-40B4-BE49-F238E27FC236}">
                <a16:creationId xmlns:a16="http://schemas.microsoft.com/office/drawing/2014/main" id="{074BAC25-4106-EF74-B049-3A0208984BF2}"/>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Connector 9">
            <a:extLst>
              <a:ext uri="{FF2B5EF4-FFF2-40B4-BE49-F238E27FC236}">
                <a16:creationId xmlns:a16="http://schemas.microsoft.com/office/drawing/2014/main" id="{67FAA034-6E1F-19E2-D4F0-6DB7F2037A90}"/>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Picture Placeholder 9">
            <a:extLst>
              <a:ext uri="{FF2B5EF4-FFF2-40B4-BE49-F238E27FC236}">
                <a16:creationId xmlns:a16="http://schemas.microsoft.com/office/drawing/2014/main" id="{91EC5B34-6A6A-53C9-2FCF-120A39B1694A}"/>
              </a:ext>
              <a:ext uri="{C183D7F6-B498-43B3-948B-1728B52AA6E4}">
                <adec:decorative xmlns:adec="http://schemas.microsoft.com/office/drawing/2017/decorative" val="1"/>
              </a:ext>
            </a:extLst>
          </p:cNvPr>
          <p:cNvSpPr>
            <a:spLocks noGrp="1"/>
          </p:cNvSpPr>
          <p:nvPr>
            <p:ph type="pic" sz="quarter" idx="15"/>
          </p:nvPr>
        </p:nvSpPr>
        <p:spPr>
          <a:xfrm>
            <a:off x="623887" y="1628775"/>
            <a:ext cx="1080000" cy="972000"/>
          </a:xfrm>
        </p:spPr>
        <p:txBody>
          <a:bodyPr/>
          <a:lstStyle>
            <a:lvl1pPr>
              <a:defRPr>
                <a:solidFill>
                  <a:schemeClr val="bg1"/>
                </a:solidFill>
              </a:defRPr>
            </a:lvl1pPr>
          </a:lstStyle>
          <a:p>
            <a:r>
              <a:rPr lang="en-US"/>
              <a:t>Click icon to add picture</a:t>
            </a:r>
            <a:endParaRPr lang="en-AU"/>
          </a:p>
        </p:txBody>
      </p:sp>
      <p:sp>
        <p:nvSpPr>
          <p:cNvPr id="19" name="Picture Placeholder 9">
            <a:extLst>
              <a:ext uri="{FF2B5EF4-FFF2-40B4-BE49-F238E27FC236}">
                <a16:creationId xmlns:a16="http://schemas.microsoft.com/office/drawing/2014/main" id="{9E72A7A4-FF76-95DB-53D3-3F8CF6A59269}"/>
              </a:ext>
              <a:ext uri="{C183D7F6-B498-43B3-948B-1728B52AA6E4}">
                <adec:decorative xmlns:adec="http://schemas.microsoft.com/office/drawing/2017/decorative" val="1"/>
              </a:ext>
            </a:extLst>
          </p:cNvPr>
          <p:cNvSpPr>
            <a:spLocks noGrp="1"/>
          </p:cNvSpPr>
          <p:nvPr>
            <p:ph type="pic" sz="quarter" idx="16"/>
          </p:nvPr>
        </p:nvSpPr>
        <p:spPr>
          <a:xfrm>
            <a:off x="6363507" y="1628775"/>
            <a:ext cx="1080000" cy="972000"/>
          </a:xfrm>
        </p:spPr>
        <p:txBody>
          <a:bodyPr/>
          <a:lstStyle>
            <a:lvl1pPr>
              <a:defRPr>
                <a:solidFill>
                  <a:schemeClr val="bg1"/>
                </a:solidFill>
              </a:defRPr>
            </a:lvl1pPr>
          </a:lstStyle>
          <a:p>
            <a:r>
              <a:rPr lang="en-US"/>
              <a:t>Click icon to add picture</a:t>
            </a:r>
            <a:endParaRPr lang="en-AU"/>
          </a:p>
        </p:txBody>
      </p:sp>
    </p:spTree>
    <p:extLst>
      <p:ext uri="{BB962C8B-B14F-4D97-AF65-F5344CB8AC3E}">
        <p14:creationId xmlns:p14="http://schemas.microsoft.com/office/powerpoint/2010/main" val="335381542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Two column with icons_4">
    <p:bg>
      <p:bgPr>
        <a:solidFill>
          <a:schemeClr val="accent3"/>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D1712EA-B167-773E-20A5-EA2D8C5ABF33}"/>
              </a:ext>
            </a:extLst>
          </p:cNvPr>
          <p:cNvSpPr>
            <a:spLocks noGrp="1"/>
          </p:cNvSpPr>
          <p:nvPr>
            <p:ph type="title"/>
          </p:nvPr>
        </p:nvSpPr>
        <p:spPr>
          <a:xfrm>
            <a:off x="623888" y="245155"/>
            <a:ext cx="8948757" cy="538616"/>
          </a:xfrm>
        </p:spPr>
        <p:txBody>
          <a:bodyPr/>
          <a:lstStyle>
            <a:lvl1pPr>
              <a:defRPr>
                <a:solidFill>
                  <a:schemeClr val="bg1"/>
                </a:solidFill>
              </a:defRPr>
            </a:lvl1pPr>
          </a:lstStyle>
          <a:p>
            <a:r>
              <a:rPr lang="en-US" noProof="0"/>
              <a:t>Click to edit Master title style</a:t>
            </a:r>
            <a:endParaRPr lang="en-AU" noProof="0" dirty="0"/>
          </a:p>
        </p:txBody>
      </p:sp>
      <p:sp>
        <p:nvSpPr>
          <p:cNvPr id="11" name="Text Placeholder 7">
            <a:extLst>
              <a:ext uri="{FF2B5EF4-FFF2-40B4-BE49-F238E27FC236}">
                <a16:creationId xmlns:a16="http://schemas.microsoft.com/office/drawing/2014/main" id="{506D1CC7-3644-39C3-B41D-0F4B8836D716}"/>
              </a:ext>
            </a:extLst>
          </p:cNvPr>
          <p:cNvSpPr>
            <a:spLocks noGrp="1"/>
          </p:cNvSpPr>
          <p:nvPr>
            <p:ph type="body" sz="quarter" idx="13"/>
          </p:nvPr>
        </p:nvSpPr>
        <p:spPr>
          <a:xfrm>
            <a:off x="623419" y="741399"/>
            <a:ext cx="8948757"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12" name="Date Placeholder 3">
            <a:extLst>
              <a:ext uri="{FF2B5EF4-FFF2-40B4-BE49-F238E27FC236}">
                <a16:creationId xmlns:a16="http://schemas.microsoft.com/office/drawing/2014/main" id="{8203C30E-CCCC-4E7D-57D6-71CA8F84EE8A}"/>
              </a:ext>
              <a:ext uri="{C183D7F6-B498-43B3-948B-1728B52AA6E4}">
                <adec:decorative xmlns:adec="http://schemas.microsoft.com/office/drawing/2017/decorative" val="1"/>
              </a:ext>
            </a:extLst>
          </p:cNvPr>
          <p:cNvSpPr>
            <a:spLocks noGrp="1"/>
          </p:cNvSpPr>
          <p:nvPr>
            <p:ph type="dt" sz="half" idx="10"/>
          </p:nvPr>
        </p:nvSpPr>
        <p:spPr>
          <a:xfrm>
            <a:off x="528299" y="6356350"/>
            <a:ext cx="2743200" cy="365125"/>
          </a:xfrm>
        </p:spPr>
        <p:txBody>
          <a:bodyPr/>
          <a:lstStyle>
            <a:lvl1pPr>
              <a:defRPr>
                <a:solidFill>
                  <a:schemeClr val="bg1"/>
                </a:solidFill>
              </a:defRPr>
            </a:lvl1pPr>
          </a:lstStyle>
          <a:p>
            <a:fld id="{F4BFC16B-4E91-4459-BE5C-E4095F89C477}" type="datetime1">
              <a:rPr lang="en-AU" smtClean="0"/>
              <a:pPr/>
              <a:t>27/5/2025</a:t>
            </a:fld>
            <a:endParaRPr lang="en-AU" dirty="0"/>
          </a:p>
        </p:txBody>
      </p:sp>
      <p:sp>
        <p:nvSpPr>
          <p:cNvPr id="13" name="Footer Placeholder 4">
            <a:extLst>
              <a:ext uri="{FF2B5EF4-FFF2-40B4-BE49-F238E27FC236}">
                <a16:creationId xmlns:a16="http://schemas.microsoft.com/office/drawing/2014/main" id="{ADE64952-33ED-2C73-CB2D-6F0AC5198B44}"/>
              </a:ext>
              <a:ext uri="{C183D7F6-B498-43B3-948B-1728B52AA6E4}">
                <adec:decorative xmlns:adec="http://schemas.microsoft.com/office/drawing/2017/decorative" val="1"/>
              </a:ext>
            </a:extLst>
          </p:cNvPr>
          <p:cNvSpPr>
            <a:spLocks noGrp="1"/>
          </p:cNvSpPr>
          <p:nvPr>
            <p:ph type="ftr" sz="quarter" idx="11"/>
          </p:nvPr>
        </p:nvSpPr>
        <p:spPr>
          <a:xfrm>
            <a:off x="4038600" y="6368504"/>
            <a:ext cx="4114800" cy="365125"/>
          </a:xfrm>
        </p:spPr>
        <p:txBody>
          <a:bodyPr/>
          <a:lstStyle>
            <a:lvl1pPr>
              <a:defRPr>
                <a:solidFill>
                  <a:schemeClr val="bg1"/>
                </a:solidFill>
              </a:defRPr>
            </a:lvl1pPr>
          </a:lstStyle>
          <a:p>
            <a:endParaRPr lang="en-AU"/>
          </a:p>
        </p:txBody>
      </p:sp>
      <p:sp>
        <p:nvSpPr>
          <p:cNvPr id="14" name="Content Placeholder 2">
            <a:extLst>
              <a:ext uri="{FF2B5EF4-FFF2-40B4-BE49-F238E27FC236}">
                <a16:creationId xmlns:a16="http://schemas.microsoft.com/office/drawing/2014/main" id="{A507DE9C-E7BB-A276-0419-A2D0445A113E}"/>
              </a:ext>
            </a:extLst>
          </p:cNvPr>
          <p:cNvSpPr>
            <a:spLocks noGrp="1"/>
          </p:cNvSpPr>
          <p:nvPr>
            <p:ph idx="1"/>
          </p:nvPr>
        </p:nvSpPr>
        <p:spPr>
          <a:xfrm>
            <a:off x="623887" y="2799472"/>
            <a:ext cx="5304414" cy="3377491"/>
          </a:xfrm>
        </p:spPr>
        <p:txBody>
          <a:bodyPr lIns="0" numCol="1" spcCol="0"/>
          <a:lstStyle>
            <a:lvl1pPr>
              <a:defRPr>
                <a:solidFill>
                  <a:schemeClr val="bg1"/>
                </a:solidFill>
              </a:defRPr>
            </a:lvl1pPr>
          </a:lstStyle>
          <a:p>
            <a:pPr lvl="0"/>
            <a:r>
              <a:rPr lang="en-US" noProof="0"/>
              <a:t>Click to edit Master text styles</a:t>
            </a:r>
          </a:p>
        </p:txBody>
      </p:sp>
      <p:sp>
        <p:nvSpPr>
          <p:cNvPr id="15" name="Content Placeholder 2">
            <a:extLst>
              <a:ext uri="{FF2B5EF4-FFF2-40B4-BE49-F238E27FC236}">
                <a16:creationId xmlns:a16="http://schemas.microsoft.com/office/drawing/2014/main" id="{4A7FD589-4ECB-B75B-232B-1D7433DD69D9}"/>
              </a:ext>
            </a:extLst>
          </p:cNvPr>
          <p:cNvSpPr>
            <a:spLocks noGrp="1"/>
          </p:cNvSpPr>
          <p:nvPr>
            <p:ph idx="14"/>
          </p:nvPr>
        </p:nvSpPr>
        <p:spPr>
          <a:xfrm>
            <a:off x="6359974" y="2799471"/>
            <a:ext cx="5304414" cy="3377491"/>
          </a:xfrm>
        </p:spPr>
        <p:txBody>
          <a:bodyPr lIns="0" numCol="1" spcCol="0"/>
          <a:lstStyle>
            <a:lvl1pPr>
              <a:defRPr>
                <a:solidFill>
                  <a:schemeClr val="bg1"/>
                </a:solidFill>
              </a:defRPr>
            </a:lvl1pPr>
          </a:lstStyle>
          <a:p>
            <a:pPr lvl="0"/>
            <a:r>
              <a:rPr lang="en-US" noProof="0"/>
              <a:t>Click to edit Master text styles</a:t>
            </a:r>
          </a:p>
        </p:txBody>
      </p:sp>
      <p:sp>
        <p:nvSpPr>
          <p:cNvPr id="20" name="Slide Number Placeholder 5">
            <a:extLst>
              <a:ext uri="{FF2B5EF4-FFF2-40B4-BE49-F238E27FC236}">
                <a16:creationId xmlns:a16="http://schemas.microsoft.com/office/drawing/2014/main" id="{93555BF8-8F9C-85BE-8688-FCCDA8FAF137}"/>
              </a:ext>
            </a:extLst>
          </p:cNvPr>
          <p:cNvSpPr>
            <a:spLocks noGrp="1"/>
          </p:cNvSpPr>
          <p:nvPr>
            <p:ph type="sldNum" sz="quarter" idx="12"/>
          </p:nvPr>
        </p:nvSpPr>
        <p:spPr>
          <a:xfrm>
            <a:off x="8920501" y="6356350"/>
            <a:ext cx="2743200" cy="365125"/>
          </a:xfrm>
        </p:spPr>
        <p:txBody>
          <a:bodyPr rIns="0"/>
          <a:lstStyle>
            <a:lvl1pPr>
              <a:defRPr>
                <a:solidFill>
                  <a:schemeClr val="bg1"/>
                </a:solidFill>
              </a:defRPr>
            </a:lvl1pPr>
          </a:lstStyle>
          <a:p>
            <a:fld id="{6F6F96F8-3C4A-44BA-8813-69AD9933C9F2}" type="slidenum">
              <a:rPr lang="en-AU" smtClean="0"/>
              <a:pPr/>
              <a:t>‹#›</a:t>
            </a:fld>
            <a:endParaRPr lang="en-AU"/>
          </a:p>
        </p:txBody>
      </p:sp>
      <p:pic>
        <p:nvPicPr>
          <p:cNvPr id="21" name="Picture 20">
            <a:extLst>
              <a:ext uri="{FF2B5EF4-FFF2-40B4-BE49-F238E27FC236}">
                <a16:creationId xmlns:a16="http://schemas.microsoft.com/office/drawing/2014/main" id="{40ED0719-721E-149C-50EA-468F281AE8E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22" name="Parallelogram 5">
            <a:extLst>
              <a:ext uri="{FF2B5EF4-FFF2-40B4-BE49-F238E27FC236}">
                <a16:creationId xmlns:a16="http://schemas.microsoft.com/office/drawing/2014/main" id="{C31DFB03-B8A7-BF88-0E45-6A882BAE98F0}"/>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3" name="Straight Connector 22">
            <a:extLst>
              <a:ext uri="{FF2B5EF4-FFF2-40B4-BE49-F238E27FC236}">
                <a16:creationId xmlns:a16="http://schemas.microsoft.com/office/drawing/2014/main" id="{C2782A02-2CAF-CCEA-EC9A-E0581B0C9F6A}"/>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Picture Placeholder 9">
            <a:extLst>
              <a:ext uri="{FF2B5EF4-FFF2-40B4-BE49-F238E27FC236}">
                <a16:creationId xmlns:a16="http://schemas.microsoft.com/office/drawing/2014/main" id="{266ACF57-4412-8929-FEF9-8E072F382E6D}"/>
              </a:ext>
              <a:ext uri="{C183D7F6-B498-43B3-948B-1728B52AA6E4}">
                <adec:decorative xmlns:adec="http://schemas.microsoft.com/office/drawing/2017/decorative" val="1"/>
              </a:ext>
            </a:extLst>
          </p:cNvPr>
          <p:cNvSpPr>
            <a:spLocks noGrp="1"/>
          </p:cNvSpPr>
          <p:nvPr>
            <p:ph type="pic" sz="quarter" idx="15"/>
          </p:nvPr>
        </p:nvSpPr>
        <p:spPr>
          <a:xfrm>
            <a:off x="623887" y="1628775"/>
            <a:ext cx="1080000" cy="972000"/>
          </a:xfrm>
        </p:spPr>
        <p:txBody>
          <a:bodyPr/>
          <a:lstStyle>
            <a:lvl1pPr>
              <a:defRPr>
                <a:solidFill>
                  <a:schemeClr val="bg1"/>
                </a:solidFill>
              </a:defRPr>
            </a:lvl1pPr>
          </a:lstStyle>
          <a:p>
            <a:r>
              <a:rPr lang="en-US"/>
              <a:t>Click icon to add picture</a:t>
            </a:r>
            <a:endParaRPr lang="en-AU"/>
          </a:p>
        </p:txBody>
      </p:sp>
      <p:sp>
        <p:nvSpPr>
          <p:cNvPr id="25" name="Picture Placeholder 9">
            <a:extLst>
              <a:ext uri="{FF2B5EF4-FFF2-40B4-BE49-F238E27FC236}">
                <a16:creationId xmlns:a16="http://schemas.microsoft.com/office/drawing/2014/main" id="{A7FD27F2-1470-CF91-7E3B-CA32603F8CA1}"/>
              </a:ext>
              <a:ext uri="{C183D7F6-B498-43B3-948B-1728B52AA6E4}">
                <adec:decorative xmlns:adec="http://schemas.microsoft.com/office/drawing/2017/decorative" val="1"/>
              </a:ext>
            </a:extLst>
          </p:cNvPr>
          <p:cNvSpPr>
            <a:spLocks noGrp="1"/>
          </p:cNvSpPr>
          <p:nvPr>
            <p:ph type="pic" sz="quarter" idx="16"/>
          </p:nvPr>
        </p:nvSpPr>
        <p:spPr>
          <a:xfrm>
            <a:off x="6363507" y="1628775"/>
            <a:ext cx="1080000" cy="972000"/>
          </a:xfrm>
        </p:spPr>
        <p:txBody>
          <a:bodyPr/>
          <a:lstStyle>
            <a:lvl1pPr>
              <a:defRPr>
                <a:solidFill>
                  <a:schemeClr val="bg1"/>
                </a:solidFill>
              </a:defRPr>
            </a:lvl1pPr>
          </a:lstStyle>
          <a:p>
            <a:r>
              <a:rPr lang="en-US"/>
              <a:t>Click icon to add picture</a:t>
            </a:r>
            <a:endParaRPr lang="en-AU"/>
          </a:p>
        </p:txBody>
      </p:sp>
    </p:spTree>
    <p:extLst>
      <p:ext uri="{BB962C8B-B14F-4D97-AF65-F5344CB8AC3E}">
        <p14:creationId xmlns:p14="http://schemas.microsoft.com/office/powerpoint/2010/main" val="199031260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Two column with icons_5">
    <p:bg>
      <p:bgPr>
        <a:solidFill>
          <a:schemeClr val="accent5"/>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35D4728-C648-B28F-9003-D86E734F23C4}"/>
              </a:ext>
            </a:extLst>
          </p:cNvPr>
          <p:cNvSpPr>
            <a:spLocks noGrp="1"/>
          </p:cNvSpPr>
          <p:nvPr>
            <p:ph type="title"/>
          </p:nvPr>
        </p:nvSpPr>
        <p:spPr>
          <a:xfrm>
            <a:off x="623887" y="245155"/>
            <a:ext cx="8948758" cy="538616"/>
          </a:xfrm>
        </p:spPr>
        <p:txBody>
          <a:bodyPr/>
          <a:lstStyle>
            <a:lvl1pPr>
              <a:defRPr>
                <a:solidFill>
                  <a:schemeClr val="bg1"/>
                </a:solidFill>
              </a:defRPr>
            </a:lvl1pPr>
          </a:lstStyle>
          <a:p>
            <a:r>
              <a:rPr lang="en-US" noProof="0"/>
              <a:t>Click to edit Master title style</a:t>
            </a:r>
            <a:endParaRPr lang="en-AU" noProof="0" dirty="0"/>
          </a:p>
        </p:txBody>
      </p:sp>
      <p:sp>
        <p:nvSpPr>
          <p:cNvPr id="11" name="Text Placeholder 7">
            <a:extLst>
              <a:ext uri="{FF2B5EF4-FFF2-40B4-BE49-F238E27FC236}">
                <a16:creationId xmlns:a16="http://schemas.microsoft.com/office/drawing/2014/main" id="{E6C89BF1-4318-21AD-32F0-6A185730CD01}"/>
              </a:ext>
            </a:extLst>
          </p:cNvPr>
          <p:cNvSpPr>
            <a:spLocks noGrp="1"/>
          </p:cNvSpPr>
          <p:nvPr>
            <p:ph type="body" sz="quarter" idx="13"/>
          </p:nvPr>
        </p:nvSpPr>
        <p:spPr>
          <a:xfrm>
            <a:off x="623418" y="741399"/>
            <a:ext cx="8948758"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12" name="Date Placeholder 3">
            <a:extLst>
              <a:ext uri="{FF2B5EF4-FFF2-40B4-BE49-F238E27FC236}">
                <a16:creationId xmlns:a16="http://schemas.microsoft.com/office/drawing/2014/main" id="{D03D071F-0E65-F93B-5110-6CBB22EFF8C3}"/>
              </a:ext>
              <a:ext uri="{C183D7F6-B498-43B3-948B-1728B52AA6E4}">
                <adec:decorative xmlns:adec="http://schemas.microsoft.com/office/drawing/2017/decorative" val="1"/>
              </a:ext>
            </a:extLst>
          </p:cNvPr>
          <p:cNvSpPr>
            <a:spLocks noGrp="1"/>
          </p:cNvSpPr>
          <p:nvPr>
            <p:ph type="dt" sz="half" idx="10"/>
          </p:nvPr>
        </p:nvSpPr>
        <p:spPr>
          <a:xfrm>
            <a:off x="528299" y="6356350"/>
            <a:ext cx="2743200" cy="365125"/>
          </a:xfrm>
        </p:spPr>
        <p:txBody>
          <a:bodyPr/>
          <a:lstStyle>
            <a:lvl1pPr>
              <a:defRPr>
                <a:solidFill>
                  <a:schemeClr val="bg1"/>
                </a:solidFill>
              </a:defRPr>
            </a:lvl1pPr>
          </a:lstStyle>
          <a:p>
            <a:fld id="{F4BFC16B-4E91-4459-BE5C-E4095F89C477}" type="datetime1">
              <a:rPr lang="en-AU" smtClean="0"/>
              <a:pPr/>
              <a:t>27/5/2025</a:t>
            </a:fld>
            <a:endParaRPr lang="en-AU"/>
          </a:p>
        </p:txBody>
      </p:sp>
      <p:sp>
        <p:nvSpPr>
          <p:cNvPr id="13" name="Footer Placeholder 4">
            <a:extLst>
              <a:ext uri="{FF2B5EF4-FFF2-40B4-BE49-F238E27FC236}">
                <a16:creationId xmlns:a16="http://schemas.microsoft.com/office/drawing/2014/main" id="{4A67147B-0019-97CD-E08E-E06609539BD8}"/>
              </a:ext>
              <a:ext uri="{C183D7F6-B498-43B3-948B-1728B52AA6E4}">
                <adec:decorative xmlns:adec="http://schemas.microsoft.com/office/drawing/2017/decorative" val="1"/>
              </a:ext>
            </a:extLst>
          </p:cNvPr>
          <p:cNvSpPr>
            <a:spLocks noGrp="1"/>
          </p:cNvSpPr>
          <p:nvPr>
            <p:ph type="ftr" sz="quarter" idx="11"/>
          </p:nvPr>
        </p:nvSpPr>
        <p:spPr>
          <a:xfrm>
            <a:off x="4038600" y="6368504"/>
            <a:ext cx="4114800" cy="365125"/>
          </a:xfrm>
        </p:spPr>
        <p:txBody>
          <a:bodyPr/>
          <a:lstStyle>
            <a:lvl1pPr>
              <a:defRPr>
                <a:solidFill>
                  <a:schemeClr val="bg1"/>
                </a:solidFill>
              </a:defRPr>
            </a:lvl1pPr>
          </a:lstStyle>
          <a:p>
            <a:endParaRPr lang="en-AU"/>
          </a:p>
        </p:txBody>
      </p:sp>
      <p:sp>
        <p:nvSpPr>
          <p:cNvPr id="14" name="Content Placeholder 2">
            <a:extLst>
              <a:ext uri="{FF2B5EF4-FFF2-40B4-BE49-F238E27FC236}">
                <a16:creationId xmlns:a16="http://schemas.microsoft.com/office/drawing/2014/main" id="{2E5D1A0B-0276-24BF-D0B4-6DBEAAFA852F}"/>
              </a:ext>
            </a:extLst>
          </p:cNvPr>
          <p:cNvSpPr>
            <a:spLocks noGrp="1"/>
          </p:cNvSpPr>
          <p:nvPr>
            <p:ph idx="1"/>
          </p:nvPr>
        </p:nvSpPr>
        <p:spPr>
          <a:xfrm>
            <a:off x="623887" y="2799472"/>
            <a:ext cx="5304414" cy="3377491"/>
          </a:xfrm>
        </p:spPr>
        <p:txBody>
          <a:bodyPr lIns="0" numCol="1" spcCol="0"/>
          <a:lstStyle>
            <a:lvl1pPr>
              <a:defRPr>
                <a:solidFill>
                  <a:schemeClr val="bg1"/>
                </a:solidFill>
              </a:defRPr>
            </a:lvl1pPr>
          </a:lstStyle>
          <a:p>
            <a:pPr lvl="0"/>
            <a:r>
              <a:rPr lang="en-US" noProof="0"/>
              <a:t>Click to edit Master text styles</a:t>
            </a:r>
          </a:p>
        </p:txBody>
      </p:sp>
      <p:sp>
        <p:nvSpPr>
          <p:cNvPr id="15" name="Content Placeholder 2">
            <a:extLst>
              <a:ext uri="{FF2B5EF4-FFF2-40B4-BE49-F238E27FC236}">
                <a16:creationId xmlns:a16="http://schemas.microsoft.com/office/drawing/2014/main" id="{B121350F-CF8E-119B-5BAE-5EF023B493EF}"/>
              </a:ext>
            </a:extLst>
          </p:cNvPr>
          <p:cNvSpPr>
            <a:spLocks noGrp="1"/>
          </p:cNvSpPr>
          <p:nvPr>
            <p:ph idx="14"/>
          </p:nvPr>
        </p:nvSpPr>
        <p:spPr>
          <a:xfrm>
            <a:off x="6359974" y="2799471"/>
            <a:ext cx="5304414" cy="3377491"/>
          </a:xfrm>
        </p:spPr>
        <p:txBody>
          <a:bodyPr lIns="0" numCol="1" spcCol="0"/>
          <a:lstStyle>
            <a:lvl1pPr>
              <a:defRPr>
                <a:solidFill>
                  <a:schemeClr val="bg1"/>
                </a:solidFill>
              </a:defRPr>
            </a:lvl1pPr>
          </a:lstStyle>
          <a:p>
            <a:pPr lvl="0"/>
            <a:r>
              <a:rPr lang="en-US" noProof="0"/>
              <a:t>Click to edit Master text styles</a:t>
            </a:r>
          </a:p>
        </p:txBody>
      </p:sp>
      <p:sp>
        <p:nvSpPr>
          <p:cNvPr id="20" name="Slide Number Placeholder 5">
            <a:extLst>
              <a:ext uri="{FF2B5EF4-FFF2-40B4-BE49-F238E27FC236}">
                <a16:creationId xmlns:a16="http://schemas.microsoft.com/office/drawing/2014/main" id="{63B264B2-C5C3-FD82-7776-D971FA555CAC}"/>
              </a:ext>
            </a:extLst>
          </p:cNvPr>
          <p:cNvSpPr>
            <a:spLocks noGrp="1"/>
          </p:cNvSpPr>
          <p:nvPr>
            <p:ph type="sldNum" sz="quarter" idx="12"/>
          </p:nvPr>
        </p:nvSpPr>
        <p:spPr>
          <a:xfrm>
            <a:off x="8920501" y="6356350"/>
            <a:ext cx="2743200" cy="365125"/>
          </a:xfrm>
        </p:spPr>
        <p:txBody>
          <a:bodyPr rIns="0"/>
          <a:lstStyle>
            <a:lvl1pPr>
              <a:defRPr>
                <a:solidFill>
                  <a:schemeClr val="bg1"/>
                </a:solidFill>
              </a:defRPr>
            </a:lvl1pPr>
          </a:lstStyle>
          <a:p>
            <a:fld id="{6F6F96F8-3C4A-44BA-8813-69AD9933C9F2}" type="slidenum">
              <a:rPr lang="en-AU" smtClean="0"/>
              <a:pPr/>
              <a:t>‹#›</a:t>
            </a:fld>
            <a:endParaRPr lang="en-AU"/>
          </a:p>
        </p:txBody>
      </p:sp>
      <p:pic>
        <p:nvPicPr>
          <p:cNvPr id="21" name="Picture 20">
            <a:extLst>
              <a:ext uri="{FF2B5EF4-FFF2-40B4-BE49-F238E27FC236}">
                <a16:creationId xmlns:a16="http://schemas.microsoft.com/office/drawing/2014/main" id="{81303C1D-657C-DD46-5BE5-E4672A52C86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22" name="Parallelogram 5">
            <a:extLst>
              <a:ext uri="{FF2B5EF4-FFF2-40B4-BE49-F238E27FC236}">
                <a16:creationId xmlns:a16="http://schemas.microsoft.com/office/drawing/2014/main" id="{0CB248B6-0AA2-7496-423B-756B74490851}"/>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3" name="Straight Connector 22">
            <a:extLst>
              <a:ext uri="{FF2B5EF4-FFF2-40B4-BE49-F238E27FC236}">
                <a16:creationId xmlns:a16="http://schemas.microsoft.com/office/drawing/2014/main" id="{97FF6158-85EE-E318-4D68-00282FF171AF}"/>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Picture Placeholder 9">
            <a:extLst>
              <a:ext uri="{FF2B5EF4-FFF2-40B4-BE49-F238E27FC236}">
                <a16:creationId xmlns:a16="http://schemas.microsoft.com/office/drawing/2014/main" id="{C254DD90-690A-02EC-AAA2-9882EDE883C3}"/>
              </a:ext>
              <a:ext uri="{C183D7F6-B498-43B3-948B-1728B52AA6E4}">
                <adec:decorative xmlns:adec="http://schemas.microsoft.com/office/drawing/2017/decorative" val="1"/>
              </a:ext>
            </a:extLst>
          </p:cNvPr>
          <p:cNvSpPr>
            <a:spLocks noGrp="1"/>
          </p:cNvSpPr>
          <p:nvPr>
            <p:ph type="pic" sz="quarter" idx="15"/>
          </p:nvPr>
        </p:nvSpPr>
        <p:spPr>
          <a:xfrm>
            <a:off x="623887" y="1628775"/>
            <a:ext cx="1080000" cy="972000"/>
          </a:xfrm>
        </p:spPr>
        <p:txBody>
          <a:bodyPr/>
          <a:lstStyle>
            <a:lvl1pPr>
              <a:defRPr>
                <a:solidFill>
                  <a:schemeClr val="bg1"/>
                </a:solidFill>
              </a:defRPr>
            </a:lvl1pPr>
          </a:lstStyle>
          <a:p>
            <a:r>
              <a:rPr lang="en-US"/>
              <a:t>Click icon to add picture</a:t>
            </a:r>
            <a:endParaRPr lang="en-AU"/>
          </a:p>
        </p:txBody>
      </p:sp>
      <p:sp>
        <p:nvSpPr>
          <p:cNvPr id="25" name="Picture Placeholder 9">
            <a:extLst>
              <a:ext uri="{FF2B5EF4-FFF2-40B4-BE49-F238E27FC236}">
                <a16:creationId xmlns:a16="http://schemas.microsoft.com/office/drawing/2014/main" id="{BD1BC030-037A-1271-FFEA-97843BA59E59}"/>
              </a:ext>
              <a:ext uri="{C183D7F6-B498-43B3-948B-1728B52AA6E4}">
                <adec:decorative xmlns:adec="http://schemas.microsoft.com/office/drawing/2017/decorative" val="1"/>
              </a:ext>
            </a:extLst>
          </p:cNvPr>
          <p:cNvSpPr>
            <a:spLocks noGrp="1"/>
          </p:cNvSpPr>
          <p:nvPr>
            <p:ph type="pic" sz="quarter" idx="16"/>
          </p:nvPr>
        </p:nvSpPr>
        <p:spPr>
          <a:xfrm>
            <a:off x="6363507" y="1628775"/>
            <a:ext cx="1080000" cy="972000"/>
          </a:xfrm>
        </p:spPr>
        <p:txBody>
          <a:bodyPr/>
          <a:lstStyle>
            <a:lvl1pPr>
              <a:defRPr>
                <a:solidFill>
                  <a:schemeClr val="bg1"/>
                </a:solidFill>
              </a:defRPr>
            </a:lvl1pPr>
          </a:lstStyle>
          <a:p>
            <a:r>
              <a:rPr lang="en-US"/>
              <a:t>Click icon to add picture</a:t>
            </a:r>
            <a:endParaRPr lang="en-AU"/>
          </a:p>
        </p:txBody>
      </p:sp>
    </p:spTree>
    <p:extLst>
      <p:ext uri="{BB962C8B-B14F-4D97-AF65-F5344CB8AC3E}">
        <p14:creationId xmlns:p14="http://schemas.microsoft.com/office/powerpoint/2010/main" val="399951618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Two column with icons_6">
    <p:bg>
      <p:bgPr>
        <a:solidFill>
          <a:schemeClr val="accent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6122AE4-CE90-FA17-80BD-F11F3665671A}"/>
              </a:ext>
            </a:extLst>
          </p:cNvPr>
          <p:cNvSpPr>
            <a:spLocks noGrp="1"/>
          </p:cNvSpPr>
          <p:nvPr>
            <p:ph type="title"/>
          </p:nvPr>
        </p:nvSpPr>
        <p:spPr>
          <a:xfrm>
            <a:off x="623887" y="245155"/>
            <a:ext cx="8948758" cy="538616"/>
          </a:xfrm>
        </p:spPr>
        <p:txBody>
          <a:bodyPr/>
          <a:lstStyle>
            <a:lvl1pPr>
              <a:defRPr>
                <a:solidFill>
                  <a:schemeClr val="bg1"/>
                </a:solidFill>
              </a:defRPr>
            </a:lvl1pPr>
          </a:lstStyle>
          <a:p>
            <a:r>
              <a:rPr lang="en-US" noProof="0"/>
              <a:t>Click to edit Master title style</a:t>
            </a:r>
            <a:endParaRPr lang="en-AU" noProof="0" dirty="0"/>
          </a:p>
        </p:txBody>
      </p:sp>
      <p:sp>
        <p:nvSpPr>
          <p:cNvPr id="11" name="Text Placeholder 7">
            <a:extLst>
              <a:ext uri="{FF2B5EF4-FFF2-40B4-BE49-F238E27FC236}">
                <a16:creationId xmlns:a16="http://schemas.microsoft.com/office/drawing/2014/main" id="{65EE3800-02E7-0C31-7236-4EB333759D82}"/>
              </a:ext>
            </a:extLst>
          </p:cNvPr>
          <p:cNvSpPr>
            <a:spLocks noGrp="1"/>
          </p:cNvSpPr>
          <p:nvPr>
            <p:ph type="body" sz="quarter" idx="13"/>
          </p:nvPr>
        </p:nvSpPr>
        <p:spPr>
          <a:xfrm>
            <a:off x="623418" y="741399"/>
            <a:ext cx="8948758"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12" name="Date Placeholder 3">
            <a:extLst>
              <a:ext uri="{FF2B5EF4-FFF2-40B4-BE49-F238E27FC236}">
                <a16:creationId xmlns:a16="http://schemas.microsoft.com/office/drawing/2014/main" id="{500C519C-CE05-BB18-B6AB-072659C324C4}"/>
              </a:ext>
              <a:ext uri="{C183D7F6-B498-43B3-948B-1728B52AA6E4}">
                <adec:decorative xmlns:adec="http://schemas.microsoft.com/office/drawing/2017/decorative" val="1"/>
              </a:ext>
            </a:extLst>
          </p:cNvPr>
          <p:cNvSpPr>
            <a:spLocks noGrp="1"/>
          </p:cNvSpPr>
          <p:nvPr>
            <p:ph type="dt" sz="half" idx="10"/>
          </p:nvPr>
        </p:nvSpPr>
        <p:spPr>
          <a:xfrm>
            <a:off x="528299" y="6356350"/>
            <a:ext cx="2743200" cy="365125"/>
          </a:xfrm>
        </p:spPr>
        <p:txBody>
          <a:bodyPr/>
          <a:lstStyle>
            <a:lvl1pPr>
              <a:defRPr>
                <a:solidFill>
                  <a:schemeClr val="bg1"/>
                </a:solidFill>
              </a:defRPr>
            </a:lvl1pPr>
          </a:lstStyle>
          <a:p>
            <a:fld id="{F4BFC16B-4E91-4459-BE5C-E4095F89C477}" type="datetime1">
              <a:rPr lang="en-AU" smtClean="0"/>
              <a:pPr/>
              <a:t>27/5/2025</a:t>
            </a:fld>
            <a:endParaRPr lang="en-AU"/>
          </a:p>
        </p:txBody>
      </p:sp>
      <p:sp>
        <p:nvSpPr>
          <p:cNvPr id="13" name="Footer Placeholder 4">
            <a:extLst>
              <a:ext uri="{FF2B5EF4-FFF2-40B4-BE49-F238E27FC236}">
                <a16:creationId xmlns:a16="http://schemas.microsoft.com/office/drawing/2014/main" id="{64D80DA3-B670-386C-693C-0FEFF565E49A}"/>
              </a:ext>
              <a:ext uri="{C183D7F6-B498-43B3-948B-1728B52AA6E4}">
                <adec:decorative xmlns:adec="http://schemas.microsoft.com/office/drawing/2017/decorative" val="1"/>
              </a:ext>
            </a:extLst>
          </p:cNvPr>
          <p:cNvSpPr>
            <a:spLocks noGrp="1"/>
          </p:cNvSpPr>
          <p:nvPr>
            <p:ph type="ftr" sz="quarter" idx="11"/>
          </p:nvPr>
        </p:nvSpPr>
        <p:spPr>
          <a:xfrm>
            <a:off x="4038600" y="6368504"/>
            <a:ext cx="4114800" cy="365125"/>
          </a:xfrm>
        </p:spPr>
        <p:txBody>
          <a:bodyPr/>
          <a:lstStyle>
            <a:lvl1pPr>
              <a:defRPr>
                <a:solidFill>
                  <a:schemeClr val="bg1"/>
                </a:solidFill>
              </a:defRPr>
            </a:lvl1pPr>
          </a:lstStyle>
          <a:p>
            <a:endParaRPr lang="en-AU"/>
          </a:p>
        </p:txBody>
      </p:sp>
      <p:sp>
        <p:nvSpPr>
          <p:cNvPr id="14" name="Content Placeholder 2">
            <a:extLst>
              <a:ext uri="{FF2B5EF4-FFF2-40B4-BE49-F238E27FC236}">
                <a16:creationId xmlns:a16="http://schemas.microsoft.com/office/drawing/2014/main" id="{AB803641-F611-576C-8B7A-E9625C5C81F9}"/>
              </a:ext>
            </a:extLst>
          </p:cNvPr>
          <p:cNvSpPr>
            <a:spLocks noGrp="1"/>
          </p:cNvSpPr>
          <p:nvPr>
            <p:ph idx="1"/>
          </p:nvPr>
        </p:nvSpPr>
        <p:spPr>
          <a:xfrm>
            <a:off x="623887" y="2799472"/>
            <a:ext cx="5304414" cy="3377491"/>
          </a:xfrm>
        </p:spPr>
        <p:txBody>
          <a:bodyPr lIns="0" numCol="1" spcCol="0"/>
          <a:lstStyle>
            <a:lvl1pPr>
              <a:defRPr>
                <a:solidFill>
                  <a:schemeClr val="bg1"/>
                </a:solidFill>
              </a:defRPr>
            </a:lvl1pPr>
          </a:lstStyle>
          <a:p>
            <a:pPr lvl="0"/>
            <a:r>
              <a:rPr lang="en-US" noProof="0"/>
              <a:t>Click to edit Master text styles</a:t>
            </a:r>
          </a:p>
        </p:txBody>
      </p:sp>
      <p:sp>
        <p:nvSpPr>
          <p:cNvPr id="15" name="Content Placeholder 2">
            <a:extLst>
              <a:ext uri="{FF2B5EF4-FFF2-40B4-BE49-F238E27FC236}">
                <a16:creationId xmlns:a16="http://schemas.microsoft.com/office/drawing/2014/main" id="{C3C3383D-EC57-77BD-398E-211B39271FBF}"/>
              </a:ext>
            </a:extLst>
          </p:cNvPr>
          <p:cNvSpPr>
            <a:spLocks noGrp="1"/>
          </p:cNvSpPr>
          <p:nvPr>
            <p:ph idx="14"/>
          </p:nvPr>
        </p:nvSpPr>
        <p:spPr>
          <a:xfrm>
            <a:off x="6359974" y="2799471"/>
            <a:ext cx="5304414" cy="3377491"/>
          </a:xfrm>
        </p:spPr>
        <p:txBody>
          <a:bodyPr lIns="0" numCol="1" spcCol="0"/>
          <a:lstStyle>
            <a:lvl1pPr>
              <a:defRPr>
                <a:solidFill>
                  <a:schemeClr val="bg1"/>
                </a:solidFill>
              </a:defRPr>
            </a:lvl1pPr>
          </a:lstStyle>
          <a:p>
            <a:pPr lvl="0"/>
            <a:r>
              <a:rPr lang="en-US" noProof="0"/>
              <a:t>Click to edit Master text styles</a:t>
            </a:r>
          </a:p>
        </p:txBody>
      </p:sp>
      <p:sp>
        <p:nvSpPr>
          <p:cNvPr id="20" name="Slide Number Placeholder 5">
            <a:extLst>
              <a:ext uri="{FF2B5EF4-FFF2-40B4-BE49-F238E27FC236}">
                <a16:creationId xmlns:a16="http://schemas.microsoft.com/office/drawing/2014/main" id="{350B0337-D684-D0AA-2549-E2093A678112}"/>
              </a:ext>
            </a:extLst>
          </p:cNvPr>
          <p:cNvSpPr>
            <a:spLocks noGrp="1"/>
          </p:cNvSpPr>
          <p:nvPr>
            <p:ph type="sldNum" sz="quarter" idx="12"/>
          </p:nvPr>
        </p:nvSpPr>
        <p:spPr>
          <a:xfrm>
            <a:off x="8920501" y="6356350"/>
            <a:ext cx="2743200" cy="365125"/>
          </a:xfrm>
        </p:spPr>
        <p:txBody>
          <a:bodyPr rIns="0"/>
          <a:lstStyle>
            <a:lvl1pPr>
              <a:defRPr>
                <a:solidFill>
                  <a:schemeClr val="bg1"/>
                </a:solidFill>
              </a:defRPr>
            </a:lvl1pPr>
          </a:lstStyle>
          <a:p>
            <a:fld id="{6F6F96F8-3C4A-44BA-8813-69AD9933C9F2}" type="slidenum">
              <a:rPr lang="en-AU" smtClean="0"/>
              <a:pPr/>
              <a:t>‹#›</a:t>
            </a:fld>
            <a:endParaRPr lang="en-AU"/>
          </a:p>
        </p:txBody>
      </p:sp>
      <p:pic>
        <p:nvPicPr>
          <p:cNvPr id="21" name="Picture 20">
            <a:extLst>
              <a:ext uri="{FF2B5EF4-FFF2-40B4-BE49-F238E27FC236}">
                <a16:creationId xmlns:a16="http://schemas.microsoft.com/office/drawing/2014/main" id="{61B2B09D-9B11-9A10-28AA-E942BA58C26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22" name="Parallelogram 5">
            <a:extLst>
              <a:ext uri="{FF2B5EF4-FFF2-40B4-BE49-F238E27FC236}">
                <a16:creationId xmlns:a16="http://schemas.microsoft.com/office/drawing/2014/main" id="{2488A8DF-07E7-91A7-2293-20924091E0F5}"/>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3" name="Straight Connector 22">
            <a:extLst>
              <a:ext uri="{FF2B5EF4-FFF2-40B4-BE49-F238E27FC236}">
                <a16:creationId xmlns:a16="http://schemas.microsoft.com/office/drawing/2014/main" id="{D8691CD3-8AD0-01D9-387E-776A05BE9F91}"/>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Picture Placeholder 9">
            <a:extLst>
              <a:ext uri="{FF2B5EF4-FFF2-40B4-BE49-F238E27FC236}">
                <a16:creationId xmlns:a16="http://schemas.microsoft.com/office/drawing/2014/main" id="{E861D5F4-7752-7C26-240B-13AF55A436E6}"/>
              </a:ext>
              <a:ext uri="{C183D7F6-B498-43B3-948B-1728B52AA6E4}">
                <adec:decorative xmlns:adec="http://schemas.microsoft.com/office/drawing/2017/decorative" val="1"/>
              </a:ext>
            </a:extLst>
          </p:cNvPr>
          <p:cNvSpPr>
            <a:spLocks noGrp="1"/>
          </p:cNvSpPr>
          <p:nvPr>
            <p:ph type="pic" sz="quarter" idx="15"/>
          </p:nvPr>
        </p:nvSpPr>
        <p:spPr>
          <a:xfrm>
            <a:off x="623887" y="1628775"/>
            <a:ext cx="1080000" cy="972000"/>
          </a:xfrm>
        </p:spPr>
        <p:txBody>
          <a:bodyPr/>
          <a:lstStyle>
            <a:lvl1pPr>
              <a:defRPr>
                <a:solidFill>
                  <a:schemeClr val="bg1"/>
                </a:solidFill>
              </a:defRPr>
            </a:lvl1pPr>
          </a:lstStyle>
          <a:p>
            <a:r>
              <a:rPr lang="en-US"/>
              <a:t>Click icon to add picture</a:t>
            </a:r>
            <a:endParaRPr lang="en-AU"/>
          </a:p>
        </p:txBody>
      </p:sp>
      <p:sp>
        <p:nvSpPr>
          <p:cNvPr id="25" name="Picture Placeholder 9">
            <a:extLst>
              <a:ext uri="{FF2B5EF4-FFF2-40B4-BE49-F238E27FC236}">
                <a16:creationId xmlns:a16="http://schemas.microsoft.com/office/drawing/2014/main" id="{3074DB50-AF52-C226-6D02-AC38AC8D16CB}"/>
              </a:ext>
              <a:ext uri="{C183D7F6-B498-43B3-948B-1728B52AA6E4}">
                <adec:decorative xmlns:adec="http://schemas.microsoft.com/office/drawing/2017/decorative" val="1"/>
              </a:ext>
            </a:extLst>
          </p:cNvPr>
          <p:cNvSpPr>
            <a:spLocks noGrp="1"/>
          </p:cNvSpPr>
          <p:nvPr>
            <p:ph type="pic" sz="quarter" idx="16"/>
          </p:nvPr>
        </p:nvSpPr>
        <p:spPr>
          <a:xfrm>
            <a:off x="6363507" y="1628775"/>
            <a:ext cx="1080000" cy="972000"/>
          </a:xfrm>
        </p:spPr>
        <p:txBody>
          <a:bodyPr/>
          <a:lstStyle>
            <a:lvl1pPr>
              <a:defRPr>
                <a:solidFill>
                  <a:schemeClr val="bg1"/>
                </a:solidFill>
              </a:defRPr>
            </a:lvl1pPr>
          </a:lstStyle>
          <a:p>
            <a:r>
              <a:rPr lang="en-US"/>
              <a:t>Click icon to add picture</a:t>
            </a:r>
            <a:endParaRPr lang="en-AU"/>
          </a:p>
        </p:txBody>
      </p:sp>
    </p:spTree>
    <p:extLst>
      <p:ext uri="{BB962C8B-B14F-4D97-AF65-F5344CB8AC3E}">
        <p14:creationId xmlns:p14="http://schemas.microsoft.com/office/powerpoint/2010/main" val="177268797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hree column with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6" y="245155"/>
            <a:ext cx="8921043" cy="538616"/>
          </a:xfrm>
        </p:spPr>
        <p:txBody>
          <a:body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7" y="741399"/>
            <a:ext cx="8921043" cy="314516"/>
          </a:xfrm>
        </p:spPr>
        <p:txBody>
          <a:bodyPr>
            <a:noAutofit/>
          </a:bodyPr>
          <a:lstStyle>
            <a:lvl1pPr marL="0" indent="0">
              <a:buNone/>
              <a:defRPr sz="2000" cap="all" baseline="0">
                <a:solidFill>
                  <a:schemeClr val="bg2"/>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a:xfrm>
            <a:off x="623886" y="2799472"/>
            <a:ext cx="3420000" cy="3377491"/>
          </a:xfrm>
        </p:spPr>
        <p:txBody>
          <a:bodyPr lIns="0" numCol="1" spcCol="0"/>
          <a:lstStyle>
            <a:lvl1pPr>
              <a:defRPr/>
            </a:lvl1pPr>
          </a:lstStyle>
          <a:p>
            <a:pPr lvl="0"/>
            <a:r>
              <a:rPr lang="en-US" noProof="0"/>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p>
            <a:fld id="{3392925F-8D67-4B3F-B3F8-B3B03D51667B}" type="datetime1">
              <a:rPr lang="en-AU" smtClean="0"/>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AU"/>
          </a:p>
        </p:txBody>
      </p:sp>
      <p:sp>
        <p:nvSpPr>
          <p:cNvPr id="10" name="Picture Placeholder 9">
            <a:extLst>
              <a:ext uri="{FF2B5EF4-FFF2-40B4-BE49-F238E27FC236}">
                <a16:creationId xmlns:a16="http://schemas.microsoft.com/office/drawing/2014/main" id="{F0B00431-C654-88F0-B6D3-B0FE171E38D2}"/>
              </a:ext>
              <a:ext uri="{C183D7F6-B498-43B3-948B-1728B52AA6E4}">
                <adec:decorative xmlns:adec="http://schemas.microsoft.com/office/drawing/2017/decorative" val="1"/>
              </a:ext>
            </a:extLst>
          </p:cNvPr>
          <p:cNvSpPr>
            <a:spLocks noGrp="1"/>
          </p:cNvSpPr>
          <p:nvPr>
            <p:ph type="pic" sz="quarter" idx="15"/>
          </p:nvPr>
        </p:nvSpPr>
        <p:spPr>
          <a:xfrm>
            <a:off x="623886" y="1628775"/>
            <a:ext cx="1080000" cy="972000"/>
          </a:xfrm>
        </p:spPr>
        <p:txBody>
          <a:bodyPr/>
          <a:lstStyle/>
          <a:p>
            <a:r>
              <a:rPr lang="en-US"/>
              <a:t>Click icon to add picture</a:t>
            </a:r>
            <a:endParaRPr lang="en-AU"/>
          </a:p>
        </p:txBody>
      </p:sp>
      <p:sp>
        <p:nvSpPr>
          <p:cNvPr id="11" name="Picture Placeholder 9">
            <a:extLst>
              <a:ext uri="{FF2B5EF4-FFF2-40B4-BE49-F238E27FC236}">
                <a16:creationId xmlns:a16="http://schemas.microsoft.com/office/drawing/2014/main" id="{08E8E45F-9611-E7E3-7C3F-5CC9D34F8B59}"/>
              </a:ext>
              <a:ext uri="{C183D7F6-B498-43B3-948B-1728B52AA6E4}">
                <adec:decorative xmlns:adec="http://schemas.microsoft.com/office/drawing/2017/decorative" val="1"/>
              </a:ext>
            </a:extLst>
          </p:cNvPr>
          <p:cNvSpPr>
            <a:spLocks noGrp="1"/>
          </p:cNvSpPr>
          <p:nvPr>
            <p:ph type="pic" sz="quarter" idx="16"/>
          </p:nvPr>
        </p:nvSpPr>
        <p:spPr>
          <a:xfrm>
            <a:off x="4433793" y="1628775"/>
            <a:ext cx="1080000" cy="972000"/>
          </a:xfrm>
        </p:spPr>
        <p:txBody>
          <a:bodyPr/>
          <a:lstStyle/>
          <a:p>
            <a:r>
              <a:rPr lang="en-US"/>
              <a:t>Click icon to add picture</a:t>
            </a:r>
            <a:endParaRPr lang="en-AU"/>
          </a:p>
        </p:txBody>
      </p:sp>
      <p:sp>
        <p:nvSpPr>
          <p:cNvPr id="12" name="Content Placeholder 2">
            <a:extLst>
              <a:ext uri="{FF2B5EF4-FFF2-40B4-BE49-F238E27FC236}">
                <a16:creationId xmlns:a16="http://schemas.microsoft.com/office/drawing/2014/main" id="{16E52F80-918E-BB39-4140-003B7EE8C407}"/>
              </a:ext>
            </a:extLst>
          </p:cNvPr>
          <p:cNvSpPr>
            <a:spLocks noGrp="1"/>
          </p:cNvSpPr>
          <p:nvPr>
            <p:ph idx="17"/>
          </p:nvPr>
        </p:nvSpPr>
        <p:spPr>
          <a:xfrm>
            <a:off x="4433794" y="2799472"/>
            <a:ext cx="3420000" cy="3377491"/>
          </a:xfrm>
        </p:spPr>
        <p:txBody>
          <a:bodyPr lIns="0" numCol="1" spcCol="0"/>
          <a:lstStyle>
            <a:lvl1pPr>
              <a:defRPr/>
            </a:lvl1pPr>
          </a:lstStyle>
          <a:p>
            <a:pPr lvl="0"/>
            <a:r>
              <a:rPr lang="en-US" noProof="0"/>
              <a:t>Click to edit Master text styles</a:t>
            </a:r>
          </a:p>
        </p:txBody>
      </p:sp>
      <p:sp>
        <p:nvSpPr>
          <p:cNvPr id="13" name="Content Placeholder 2">
            <a:extLst>
              <a:ext uri="{FF2B5EF4-FFF2-40B4-BE49-F238E27FC236}">
                <a16:creationId xmlns:a16="http://schemas.microsoft.com/office/drawing/2014/main" id="{C0550A81-340A-DE00-2734-7BDCF55B9C65}"/>
              </a:ext>
            </a:extLst>
          </p:cNvPr>
          <p:cNvSpPr>
            <a:spLocks noGrp="1"/>
          </p:cNvSpPr>
          <p:nvPr>
            <p:ph idx="18"/>
          </p:nvPr>
        </p:nvSpPr>
        <p:spPr>
          <a:xfrm>
            <a:off x="8243701" y="2799472"/>
            <a:ext cx="3420000" cy="3377491"/>
          </a:xfrm>
        </p:spPr>
        <p:txBody>
          <a:bodyPr lIns="0" numCol="1" spcCol="0"/>
          <a:lstStyle>
            <a:lvl1pPr>
              <a:defRPr/>
            </a:lvl1pPr>
          </a:lstStyle>
          <a:p>
            <a:pPr lvl="0"/>
            <a:r>
              <a:rPr lang="en-US" noProof="0"/>
              <a:t>Click to edit Master text styles</a:t>
            </a:r>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p>
            <a:fld id="{6F6F96F8-3C4A-44BA-8813-69AD9933C9F2}" type="slidenum">
              <a:rPr lang="en-AU" smtClean="0"/>
              <a:t>‹#›</a:t>
            </a:fld>
            <a:endParaRPr lang="en-AU"/>
          </a:p>
        </p:txBody>
      </p:sp>
      <p:sp>
        <p:nvSpPr>
          <p:cNvPr id="14" name="Picture Placeholder 9">
            <a:extLst>
              <a:ext uri="{FF2B5EF4-FFF2-40B4-BE49-F238E27FC236}">
                <a16:creationId xmlns:a16="http://schemas.microsoft.com/office/drawing/2014/main" id="{2DCA26DD-50DF-2E17-EEA9-807D07CD5D44}"/>
              </a:ext>
              <a:ext uri="{C183D7F6-B498-43B3-948B-1728B52AA6E4}">
                <adec:decorative xmlns:adec="http://schemas.microsoft.com/office/drawing/2017/decorative" val="1"/>
              </a:ext>
            </a:extLst>
          </p:cNvPr>
          <p:cNvSpPr>
            <a:spLocks noGrp="1"/>
          </p:cNvSpPr>
          <p:nvPr>
            <p:ph type="pic" sz="quarter" idx="19"/>
          </p:nvPr>
        </p:nvSpPr>
        <p:spPr>
          <a:xfrm>
            <a:off x="8243701" y="1628775"/>
            <a:ext cx="1080000" cy="972000"/>
          </a:xfrm>
        </p:spPr>
        <p:txBody>
          <a:bodyPr/>
          <a:lstStyle/>
          <a:p>
            <a:r>
              <a:rPr lang="en-US"/>
              <a:t>Click icon to add picture</a:t>
            </a:r>
            <a:endParaRPr lang="en-AU"/>
          </a:p>
        </p:txBody>
      </p:sp>
    </p:spTree>
    <p:extLst>
      <p:ext uri="{BB962C8B-B14F-4D97-AF65-F5344CB8AC3E}">
        <p14:creationId xmlns:p14="http://schemas.microsoft.com/office/powerpoint/2010/main" val="189316957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Three column with icons_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6" y="245155"/>
            <a:ext cx="8921043" cy="538616"/>
          </a:xfrm>
        </p:spPr>
        <p:txBody>
          <a:body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7" y="741399"/>
            <a:ext cx="8921043" cy="314516"/>
          </a:xfrm>
        </p:spPr>
        <p:txBody>
          <a:bodyPr>
            <a:noAutofit/>
          </a:bodyPr>
          <a:lstStyle>
            <a:lvl1pPr marL="0" indent="0">
              <a:buNone/>
              <a:defRPr sz="2000" cap="all" baseline="0">
                <a:solidFill>
                  <a:schemeClr val="bg2"/>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a:xfrm>
            <a:off x="623886" y="2799472"/>
            <a:ext cx="3420000" cy="3377491"/>
          </a:xfrm>
        </p:spPr>
        <p:txBody>
          <a:bodyPr lIns="0" numCol="1" spcCol="0"/>
          <a:lstStyle>
            <a:lvl1pPr>
              <a:defRPr/>
            </a:lvl1pPr>
          </a:lstStyle>
          <a:p>
            <a:pPr lvl="0"/>
            <a:r>
              <a:rPr lang="en-US" noProof="0"/>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p>
            <a:fld id="{3392925F-8D67-4B3F-B3F8-B3B03D51667B}" type="datetime1">
              <a:rPr lang="en-AU" smtClean="0"/>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AU"/>
          </a:p>
        </p:txBody>
      </p:sp>
      <p:sp>
        <p:nvSpPr>
          <p:cNvPr id="10" name="Picture Placeholder 9">
            <a:extLst>
              <a:ext uri="{FF2B5EF4-FFF2-40B4-BE49-F238E27FC236}">
                <a16:creationId xmlns:a16="http://schemas.microsoft.com/office/drawing/2014/main" id="{F0B00431-C654-88F0-B6D3-B0FE171E38D2}"/>
              </a:ext>
              <a:ext uri="{C183D7F6-B498-43B3-948B-1728B52AA6E4}">
                <adec:decorative xmlns:adec="http://schemas.microsoft.com/office/drawing/2017/decorative" val="1"/>
              </a:ext>
            </a:extLst>
          </p:cNvPr>
          <p:cNvSpPr>
            <a:spLocks noGrp="1"/>
          </p:cNvSpPr>
          <p:nvPr>
            <p:ph type="pic" sz="quarter" idx="15"/>
          </p:nvPr>
        </p:nvSpPr>
        <p:spPr>
          <a:xfrm>
            <a:off x="623886" y="1628775"/>
            <a:ext cx="1080000" cy="972000"/>
          </a:xfrm>
        </p:spPr>
        <p:txBody>
          <a:bodyPr/>
          <a:lstStyle/>
          <a:p>
            <a:r>
              <a:rPr lang="en-US"/>
              <a:t>Click icon to add picture</a:t>
            </a:r>
            <a:endParaRPr lang="en-AU"/>
          </a:p>
        </p:txBody>
      </p:sp>
      <p:sp>
        <p:nvSpPr>
          <p:cNvPr id="11" name="Picture Placeholder 9">
            <a:extLst>
              <a:ext uri="{FF2B5EF4-FFF2-40B4-BE49-F238E27FC236}">
                <a16:creationId xmlns:a16="http://schemas.microsoft.com/office/drawing/2014/main" id="{08E8E45F-9611-E7E3-7C3F-5CC9D34F8B59}"/>
              </a:ext>
              <a:ext uri="{C183D7F6-B498-43B3-948B-1728B52AA6E4}">
                <adec:decorative xmlns:adec="http://schemas.microsoft.com/office/drawing/2017/decorative" val="1"/>
              </a:ext>
            </a:extLst>
          </p:cNvPr>
          <p:cNvSpPr>
            <a:spLocks noGrp="1"/>
          </p:cNvSpPr>
          <p:nvPr>
            <p:ph type="pic" sz="quarter" idx="16"/>
          </p:nvPr>
        </p:nvSpPr>
        <p:spPr>
          <a:xfrm>
            <a:off x="4433793" y="1628775"/>
            <a:ext cx="1080000" cy="972000"/>
          </a:xfrm>
        </p:spPr>
        <p:txBody>
          <a:bodyPr/>
          <a:lstStyle/>
          <a:p>
            <a:r>
              <a:rPr lang="en-US"/>
              <a:t>Click icon to add picture</a:t>
            </a:r>
            <a:endParaRPr lang="en-AU"/>
          </a:p>
        </p:txBody>
      </p:sp>
      <p:sp>
        <p:nvSpPr>
          <p:cNvPr id="12" name="Content Placeholder 2">
            <a:extLst>
              <a:ext uri="{FF2B5EF4-FFF2-40B4-BE49-F238E27FC236}">
                <a16:creationId xmlns:a16="http://schemas.microsoft.com/office/drawing/2014/main" id="{16E52F80-918E-BB39-4140-003B7EE8C407}"/>
              </a:ext>
            </a:extLst>
          </p:cNvPr>
          <p:cNvSpPr>
            <a:spLocks noGrp="1"/>
          </p:cNvSpPr>
          <p:nvPr>
            <p:ph idx="17"/>
          </p:nvPr>
        </p:nvSpPr>
        <p:spPr>
          <a:xfrm>
            <a:off x="4433794" y="2799472"/>
            <a:ext cx="3420000" cy="3377491"/>
          </a:xfrm>
        </p:spPr>
        <p:txBody>
          <a:bodyPr lIns="0" numCol="1" spcCol="0"/>
          <a:lstStyle>
            <a:lvl1pPr>
              <a:defRPr/>
            </a:lvl1pPr>
          </a:lstStyle>
          <a:p>
            <a:pPr lvl="0"/>
            <a:r>
              <a:rPr lang="en-US" noProof="0"/>
              <a:t>Click to edit Master text styles</a:t>
            </a:r>
          </a:p>
        </p:txBody>
      </p:sp>
      <p:sp>
        <p:nvSpPr>
          <p:cNvPr id="13" name="Content Placeholder 2">
            <a:extLst>
              <a:ext uri="{FF2B5EF4-FFF2-40B4-BE49-F238E27FC236}">
                <a16:creationId xmlns:a16="http://schemas.microsoft.com/office/drawing/2014/main" id="{C0550A81-340A-DE00-2734-7BDCF55B9C65}"/>
              </a:ext>
            </a:extLst>
          </p:cNvPr>
          <p:cNvSpPr>
            <a:spLocks noGrp="1"/>
          </p:cNvSpPr>
          <p:nvPr>
            <p:ph idx="18"/>
          </p:nvPr>
        </p:nvSpPr>
        <p:spPr>
          <a:xfrm>
            <a:off x="8243701" y="2799472"/>
            <a:ext cx="3420000" cy="3377491"/>
          </a:xfrm>
        </p:spPr>
        <p:txBody>
          <a:bodyPr lIns="0" numCol="1" spcCol="0"/>
          <a:lstStyle>
            <a:lvl1pPr>
              <a:defRPr/>
            </a:lvl1pPr>
          </a:lstStyle>
          <a:p>
            <a:pPr lvl="0"/>
            <a:r>
              <a:rPr lang="en-US" noProof="0"/>
              <a:t>Click to edit Master text styles</a:t>
            </a:r>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p>
            <a:fld id="{6F6F96F8-3C4A-44BA-8813-69AD9933C9F2}" type="slidenum">
              <a:rPr lang="en-AU" smtClean="0"/>
              <a:t>‹#›</a:t>
            </a:fld>
            <a:endParaRPr lang="en-AU"/>
          </a:p>
        </p:txBody>
      </p:sp>
      <p:sp>
        <p:nvSpPr>
          <p:cNvPr id="14" name="Picture Placeholder 9">
            <a:extLst>
              <a:ext uri="{FF2B5EF4-FFF2-40B4-BE49-F238E27FC236}">
                <a16:creationId xmlns:a16="http://schemas.microsoft.com/office/drawing/2014/main" id="{2DCA26DD-50DF-2E17-EEA9-807D07CD5D44}"/>
              </a:ext>
              <a:ext uri="{C183D7F6-B498-43B3-948B-1728B52AA6E4}">
                <adec:decorative xmlns:adec="http://schemas.microsoft.com/office/drawing/2017/decorative" val="1"/>
              </a:ext>
            </a:extLst>
          </p:cNvPr>
          <p:cNvSpPr>
            <a:spLocks noGrp="1"/>
          </p:cNvSpPr>
          <p:nvPr>
            <p:ph type="pic" sz="quarter" idx="19"/>
          </p:nvPr>
        </p:nvSpPr>
        <p:spPr>
          <a:xfrm>
            <a:off x="8243701" y="1628775"/>
            <a:ext cx="1080000" cy="972000"/>
          </a:xfrm>
        </p:spPr>
        <p:txBody>
          <a:bodyPr/>
          <a:lstStyle/>
          <a:p>
            <a:r>
              <a:rPr lang="en-US"/>
              <a:t>Click icon to add picture</a:t>
            </a:r>
            <a:endParaRPr lang="en-AU"/>
          </a:p>
        </p:txBody>
      </p:sp>
    </p:spTree>
    <p:extLst>
      <p:ext uri="{BB962C8B-B14F-4D97-AF65-F5344CB8AC3E}">
        <p14:creationId xmlns:p14="http://schemas.microsoft.com/office/powerpoint/2010/main" val="160681873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Three column with icons_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6" y="245155"/>
            <a:ext cx="8948759" cy="538616"/>
          </a:xfrm>
        </p:spPr>
        <p:txBody>
          <a:bodyPr/>
          <a:lstStyle>
            <a:lvl1pPr>
              <a:defRPr>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7" y="741399"/>
            <a:ext cx="8948759"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8A0278DC-7CD8-4282-9C25-9DAFB8D0C73C}"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sp>
        <p:nvSpPr>
          <p:cNvPr id="9" name="Parallelogram 5">
            <a:extLst>
              <a:ext uri="{FF2B5EF4-FFF2-40B4-BE49-F238E27FC236}">
                <a16:creationId xmlns:a16="http://schemas.microsoft.com/office/drawing/2014/main" id="{074BAC25-4106-EF74-B049-3A0208984BF2}"/>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Connector 9">
            <a:extLst>
              <a:ext uri="{FF2B5EF4-FFF2-40B4-BE49-F238E27FC236}">
                <a16:creationId xmlns:a16="http://schemas.microsoft.com/office/drawing/2014/main" id="{67FAA034-6E1F-19E2-D4F0-6DB7F2037A90}"/>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A43D9A1-3253-EA83-BB7F-FDDE1E047C14}"/>
              </a:ext>
            </a:extLst>
          </p:cNvPr>
          <p:cNvSpPr>
            <a:spLocks noGrp="1"/>
          </p:cNvSpPr>
          <p:nvPr>
            <p:ph idx="1"/>
          </p:nvPr>
        </p:nvSpPr>
        <p:spPr>
          <a:xfrm>
            <a:off x="623886" y="2799472"/>
            <a:ext cx="3420000" cy="3377491"/>
          </a:xfrm>
        </p:spPr>
        <p:txBody>
          <a:bodyPr lIns="0" numCol="1" spcCol="0"/>
          <a:lstStyle>
            <a:lvl1pPr>
              <a:defRPr>
                <a:solidFill>
                  <a:schemeClr val="bg1"/>
                </a:solidFill>
              </a:defRPr>
            </a:lvl1pPr>
          </a:lstStyle>
          <a:p>
            <a:pPr lvl="0"/>
            <a:r>
              <a:rPr lang="en-US" noProof="0"/>
              <a:t>Click to edit Master text styles</a:t>
            </a:r>
          </a:p>
        </p:txBody>
      </p:sp>
      <p:sp>
        <p:nvSpPr>
          <p:cNvPr id="13" name="Content Placeholder 2">
            <a:extLst>
              <a:ext uri="{FF2B5EF4-FFF2-40B4-BE49-F238E27FC236}">
                <a16:creationId xmlns:a16="http://schemas.microsoft.com/office/drawing/2014/main" id="{3E582208-7C63-9E7E-45F4-45CDEFE4907C}"/>
              </a:ext>
            </a:extLst>
          </p:cNvPr>
          <p:cNvSpPr>
            <a:spLocks noGrp="1"/>
          </p:cNvSpPr>
          <p:nvPr>
            <p:ph idx="17"/>
          </p:nvPr>
        </p:nvSpPr>
        <p:spPr>
          <a:xfrm>
            <a:off x="4433794" y="2799472"/>
            <a:ext cx="3420000" cy="3377491"/>
          </a:xfrm>
        </p:spPr>
        <p:txBody>
          <a:bodyPr lIns="0" numCol="1" spcCol="0"/>
          <a:lstStyle>
            <a:lvl1pPr>
              <a:defRPr>
                <a:solidFill>
                  <a:schemeClr val="bg1"/>
                </a:solidFill>
              </a:defRPr>
            </a:lvl1pPr>
          </a:lstStyle>
          <a:p>
            <a:pPr lvl="0"/>
            <a:r>
              <a:rPr lang="en-US" noProof="0"/>
              <a:t>Click to edit Master text styles</a:t>
            </a:r>
          </a:p>
        </p:txBody>
      </p:sp>
      <p:sp>
        <p:nvSpPr>
          <p:cNvPr id="18" name="Content Placeholder 2">
            <a:extLst>
              <a:ext uri="{FF2B5EF4-FFF2-40B4-BE49-F238E27FC236}">
                <a16:creationId xmlns:a16="http://schemas.microsoft.com/office/drawing/2014/main" id="{055B3BFA-71B5-E537-CB13-1FE14E733A04}"/>
              </a:ext>
            </a:extLst>
          </p:cNvPr>
          <p:cNvSpPr>
            <a:spLocks noGrp="1"/>
          </p:cNvSpPr>
          <p:nvPr>
            <p:ph idx="18"/>
          </p:nvPr>
        </p:nvSpPr>
        <p:spPr>
          <a:xfrm>
            <a:off x="8243701" y="2799472"/>
            <a:ext cx="3420000" cy="3377491"/>
          </a:xfrm>
        </p:spPr>
        <p:txBody>
          <a:bodyPr lIns="0" numCol="1" spcCol="0"/>
          <a:lstStyle>
            <a:lvl1pPr>
              <a:defRPr>
                <a:solidFill>
                  <a:schemeClr val="bg1"/>
                </a:solidFill>
              </a:defRPr>
            </a:lvl1pPr>
          </a:lstStyle>
          <a:p>
            <a:pPr lvl="0"/>
            <a:r>
              <a:rPr lang="en-US" noProof="0"/>
              <a:t>Click to edit Master text styles</a:t>
            </a:r>
          </a:p>
        </p:txBody>
      </p:sp>
      <p:pic>
        <p:nvPicPr>
          <p:cNvPr id="7" name="Picture 6">
            <a:extLst>
              <a:ext uri="{FF2B5EF4-FFF2-40B4-BE49-F238E27FC236}">
                <a16:creationId xmlns:a16="http://schemas.microsoft.com/office/drawing/2014/main" id="{54EB25DE-3A94-5C1B-43AD-C39D36828D5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5834"/>
            <a:ext cx="2267717" cy="899162"/>
          </a:xfrm>
          <a:prstGeom prst="rect">
            <a:avLst/>
          </a:prstGeom>
        </p:spPr>
      </p:pic>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a:solidFill>
                  <a:schemeClr val="bg1"/>
                </a:solidFill>
              </a:defRPr>
            </a:lvl1pPr>
          </a:lstStyle>
          <a:p>
            <a:fld id="{6F6F96F8-3C4A-44BA-8813-69AD9933C9F2}" type="slidenum">
              <a:rPr lang="en-AU" smtClean="0"/>
              <a:pPr/>
              <a:t>‹#›</a:t>
            </a:fld>
            <a:endParaRPr lang="en-AU"/>
          </a:p>
        </p:txBody>
      </p:sp>
      <p:sp>
        <p:nvSpPr>
          <p:cNvPr id="20" name="Picture Placeholder 9">
            <a:extLst>
              <a:ext uri="{FF2B5EF4-FFF2-40B4-BE49-F238E27FC236}">
                <a16:creationId xmlns:a16="http://schemas.microsoft.com/office/drawing/2014/main" id="{C1331E32-9FA9-B29A-E096-D0C093C98C11}"/>
              </a:ext>
              <a:ext uri="{C183D7F6-B498-43B3-948B-1728B52AA6E4}">
                <adec:decorative xmlns:adec="http://schemas.microsoft.com/office/drawing/2017/decorative" val="1"/>
              </a:ext>
            </a:extLst>
          </p:cNvPr>
          <p:cNvSpPr>
            <a:spLocks noGrp="1"/>
          </p:cNvSpPr>
          <p:nvPr>
            <p:ph type="pic" sz="quarter" idx="15"/>
          </p:nvPr>
        </p:nvSpPr>
        <p:spPr>
          <a:xfrm>
            <a:off x="623886" y="1628775"/>
            <a:ext cx="1080000" cy="972000"/>
          </a:xfrm>
        </p:spPr>
        <p:txBody>
          <a:bodyPr/>
          <a:lstStyle>
            <a:lvl1pPr>
              <a:defRPr>
                <a:solidFill>
                  <a:schemeClr val="bg1"/>
                </a:solidFill>
              </a:defRPr>
            </a:lvl1pPr>
          </a:lstStyle>
          <a:p>
            <a:r>
              <a:rPr lang="en-US"/>
              <a:t>Click icon to add picture</a:t>
            </a:r>
            <a:endParaRPr lang="en-AU"/>
          </a:p>
        </p:txBody>
      </p:sp>
      <p:sp>
        <p:nvSpPr>
          <p:cNvPr id="21" name="Picture Placeholder 9">
            <a:extLst>
              <a:ext uri="{FF2B5EF4-FFF2-40B4-BE49-F238E27FC236}">
                <a16:creationId xmlns:a16="http://schemas.microsoft.com/office/drawing/2014/main" id="{FEF56307-F954-5F2E-3ED6-047A91C61716}"/>
              </a:ext>
              <a:ext uri="{C183D7F6-B498-43B3-948B-1728B52AA6E4}">
                <adec:decorative xmlns:adec="http://schemas.microsoft.com/office/drawing/2017/decorative" val="1"/>
              </a:ext>
            </a:extLst>
          </p:cNvPr>
          <p:cNvSpPr>
            <a:spLocks noGrp="1"/>
          </p:cNvSpPr>
          <p:nvPr>
            <p:ph type="pic" sz="quarter" idx="16"/>
          </p:nvPr>
        </p:nvSpPr>
        <p:spPr>
          <a:xfrm>
            <a:off x="4433793" y="1628775"/>
            <a:ext cx="1080000" cy="972000"/>
          </a:xfrm>
        </p:spPr>
        <p:txBody>
          <a:bodyPr/>
          <a:lstStyle>
            <a:lvl1pPr>
              <a:defRPr>
                <a:solidFill>
                  <a:schemeClr val="bg1"/>
                </a:solidFill>
              </a:defRPr>
            </a:lvl1pPr>
          </a:lstStyle>
          <a:p>
            <a:r>
              <a:rPr lang="en-US"/>
              <a:t>Click icon to add picture</a:t>
            </a:r>
            <a:endParaRPr lang="en-AU"/>
          </a:p>
        </p:txBody>
      </p:sp>
      <p:sp>
        <p:nvSpPr>
          <p:cNvPr id="22" name="Picture Placeholder 9">
            <a:extLst>
              <a:ext uri="{FF2B5EF4-FFF2-40B4-BE49-F238E27FC236}">
                <a16:creationId xmlns:a16="http://schemas.microsoft.com/office/drawing/2014/main" id="{1E465B05-179D-6D15-BE3F-AB7C784AF583}"/>
              </a:ext>
              <a:ext uri="{C183D7F6-B498-43B3-948B-1728B52AA6E4}">
                <adec:decorative xmlns:adec="http://schemas.microsoft.com/office/drawing/2017/decorative" val="1"/>
              </a:ext>
            </a:extLst>
          </p:cNvPr>
          <p:cNvSpPr>
            <a:spLocks noGrp="1"/>
          </p:cNvSpPr>
          <p:nvPr>
            <p:ph type="pic" sz="quarter" idx="19"/>
          </p:nvPr>
        </p:nvSpPr>
        <p:spPr>
          <a:xfrm>
            <a:off x="8243701" y="1628775"/>
            <a:ext cx="1080000" cy="972000"/>
          </a:xfrm>
        </p:spPr>
        <p:txBody>
          <a:bodyPr/>
          <a:lstStyle>
            <a:lvl1pPr>
              <a:defRPr>
                <a:solidFill>
                  <a:schemeClr val="bg1"/>
                </a:solidFill>
              </a:defRPr>
            </a:lvl1pPr>
          </a:lstStyle>
          <a:p>
            <a:r>
              <a:rPr lang="en-US"/>
              <a:t>Click icon to add picture</a:t>
            </a:r>
            <a:endParaRPr lang="en-AU"/>
          </a:p>
        </p:txBody>
      </p:sp>
    </p:spTree>
    <p:extLst>
      <p:ext uri="{BB962C8B-B14F-4D97-AF65-F5344CB8AC3E}">
        <p14:creationId xmlns:p14="http://schemas.microsoft.com/office/powerpoint/2010/main" val="395834573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Three column with icons_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6" y="245155"/>
            <a:ext cx="8948759" cy="538616"/>
          </a:xfrm>
        </p:spPr>
        <p:txBody>
          <a:bodyPr/>
          <a:lstStyle>
            <a:lvl1pPr>
              <a:defRPr>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7" y="741399"/>
            <a:ext cx="8948759"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F4BFC16B-4E91-4459-BE5C-E4095F89C477}"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sp>
        <p:nvSpPr>
          <p:cNvPr id="9" name="Parallelogram 5">
            <a:extLst>
              <a:ext uri="{FF2B5EF4-FFF2-40B4-BE49-F238E27FC236}">
                <a16:creationId xmlns:a16="http://schemas.microsoft.com/office/drawing/2014/main" id="{074BAC25-4106-EF74-B049-3A0208984BF2}"/>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Connector 9">
            <a:extLst>
              <a:ext uri="{FF2B5EF4-FFF2-40B4-BE49-F238E27FC236}">
                <a16:creationId xmlns:a16="http://schemas.microsoft.com/office/drawing/2014/main" id="{67FAA034-6E1F-19E2-D4F0-6DB7F2037A90}"/>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9CBA42D-A13C-AFB2-732E-F4C99256DDE1}"/>
              </a:ext>
            </a:extLst>
          </p:cNvPr>
          <p:cNvSpPr>
            <a:spLocks noGrp="1"/>
          </p:cNvSpPr>
          <p:nvPr>
            <p:ph idx="1"/>
          </p:nvPr>
        </p:nvSpPr>
        <p:spPr>
          <a:xfrm>
            <a:off x="623886" y="2799472"/>
            <a:ext cx="3420000" cy="3377491"/>
          </a:xfrm>
        </p:spPr>
        <p:txBody>
          <a:bodyPr lIns="0" numCol="1" spcCol="0"/>
          <a:lstStyle>
            <a:lvl1pPr>
              <a:defRPr>
                <a:solidFill>
                  <a:schemeClr val="bg1"/>
                </a:solidFill>
              </a:defRPr>
            </a:lvl1pPr>
          </a:lstStyle>
          <a:p>
            <a:pPr lvl="0"/>
            <a:r>
              <a:rPr lang="en-US" noProof="0"/>
              <a:t>Click to edit Master text styles</a:t>
            </a:r>
          </a:p>
        </p:txBody>
      </p:sp>
      <p:sp>
        <p:nvSpPr>
          <p:cNvPr id="13" name="Content Placeholder 2">
            <a:extLst>
              <a:ext uri="{FF2B5EF4-FFF2-40B4-BE49-F238E27FC236}">
                <a16:creationId xmlns:a16="http://schemas.microsoft.com/office/drawing/2014/main" id="{85FFB170-CF1C-02E5-1398-A5E1D36161BB}"/>
              </a:ext>
            </a:extLst>
          </p:cNvPr>
          <p:cNvSpPr>
            <a:spLocks noGrp="1"/>
          </p:cNvSpPr>
          <p:nvPr>
            <p:ph idx="17"/>
          </p:nvPr>
        </p:nvSpPr>
        <p:spPr>
          <a:xfrm>
            <a:off x="4433794" y="2799472"/>
            <a:ext cx="3420000" cy="3377491"/>
          </a:xfrm>
        </p:spPr>
        <p:txBody>
          <a:bodyPr lIns="0" numCol="1" spcCol="0"/>
          <a:lstStyle>
            <a:lvl1pPr>
              <a:defRPr>
                <a:solidFill>
                  <a:schemeClr val="bg1"/>
                </a:solidFill>
              </a:defRPr>
            </a:lvl1pPr>
          </a:lstStyle>
          <a:p>
            <a:pPr lvl="0"/>
            <a:r>
              <a:rPr lang="en-US" noProof="0"/>
              <a:t>Click to edit Master text styles</a:t>
            </a:r>
          </a:p>
        </p:txBody>
      </p:sp>
      <p:sp>
        <p:nvSpPr>
          <p:cNvPr id="18" name="Content Placeholder 2">
            <a:extLst>
              <a:ext uri="{FF2B5EF4-FFF2-40B4-BE49-F238E27FC236}">
                <a16:creationId xmlns:a16="http://schemas.microsoft.com/office/drawing/2014/main" id="{9C6F7D9F-6797-9387-29AA-E50EF234EDE9}"/>
              </a:ext>
            </a:extLst>
          </p:cNvPr>
          <p:cNvSpPr>
            <a:spLocks noGrp="1"/>
          </p:cNvSpPr>
          <p:nvPr>
            <p:ph idx="18"/>
          </p:nvPr>
        </p:nvSpPr>
        <p:spPr>
          <a:xfrm>
            <a:off x="8243701" y="2799472"/>
            <a:ext cx="3420000" cy="3377491"/>
          </a:xfrm>
        </p:spPr>
        <p:txBody>
          <a:bodyPr lIns="0" numCol="1" spcCol="0"/>
          <a:lstStyle>
            <a:lvl1pPr>
              <a:defRPr>
                <a:solidFill>
                  <a:schemeClr val="bg1"/>
                </a:solidFill>
              </a:defRPr>
            </a:lvl1pPr>
          </a:lstStyle>
          <a:p>
            <a:pPr lvl="0"/>
            <a:r>
              <a:rPr lang="en-US" noProof="0"/>
              <a:t>Click to edit Master text styles</a:t>
            </a:r>
          </a:p>
        </p:txBody>
      </p:sp>
      <p:pic>
        <p:nvPicPr>
          <p:cNvPr id="7" name="Picture 6">
            <a:extLst>
              <a:ext uri="{FF2B5EF4-FFF2-40B4-BE49-F238E27FC236}">
                <a16:creationId xmlns:a16="http://schemas.microsoft.com/office/drawing/2014/main" id="{54EB25DE-3A94-5C1B-43AD-C39D36828D5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6" name="Slide Number Placeholder 5">
            <a:extLst>
              <a:ext uri="{FF2B5EF4-FFF2-40B4-BE49-F238E27FC236}">
                <a16:creationId xmlns:a16="http://schemas.microsoft.com/office/drawing/2014/main" id="{6861F509-E4E1-8FD7-EE4D-2AD2BA1289D8}"/>
              </a:ext>
              <a:ext uri="{C183D7F6-B498-43B3-948B-1728B52AA6E4}">
                <adec:decorative xmlns:adec="http://schemas.microsoft.com/office/drawing/2017/decorative" val="0"/>
              </a:ext>
            </a:extLst>
          </p:cNvPr>
          <p:cNvSpPr>
            <a:spLocks noGrp="1"/>
          </p:cNvSpPr>
          <p:nvPr>
            <p:ph type="sldNum" sz="quarter" idx="12"/>
          </p:nvPr>
        </p:nvSpPr>
        <p:spPr/>
        <p:txBody>
          <a:bodyPr rIns="0"/>
          <a:lstStyle>
            <a:lvl1pPr>
              <a:defRPr>
                <a:solidFill>
                  <a:schemeClr val="bg1"/>
                </a:solidFill>
              </a:defRPr>
            </a:lvl1pPr>
          </a:lstStyle>
          <a:p>
            <a:fld id="{6F6F96F8-3C4A-44BA-8813-69AD9933C9F2}" type="slidenum">
              <a:rPr lang="en-AU" smtClean="0"/>
              <a:pPr/>
              <a:t>‹#›</a:t>
            </a:fld>
            <a:endParaRPr lang="en-AU"/>
          </a:p>
        </p:txBody>
      </p:sp>
      <p:sp>
        <p:nvSpPr>
          <p:cNvPr id="20" name="Picture Placeholder 9">
            <a:extLst>
              <a:ext uri="{FF2B5EF4-FFF2-40B4-BE49-F238E27FC236}">
                <a16:creationId xmlns:a16="http://schemas.microsoft.com/office/drawing/2014/main" id="{6B3AC0E0-247E-E2F2-41AF-90C5AB890034}"/>
              </a:ext>
              <a:ext uri="{C183D7F6-B498-43B3-948B-1728B52AA6E4}">
                <adec:decorative xmlns:adec="http://schemas.microsoft.com/office/drawing/2017/decorative" val="1"/>
              </a:ext>
            </a:extLst>
          </p:cNvPr>
          <p:cNvSpPr>
            <a:spLocks noGrp="1"/>
          </p:cNvSpPr>
          <p:nvPr>
            <p:ph type="pic" sz="quarter" idx="15"/>
          </p:nvPr>
        </p:nvSpPr>
        <p:spPr>
          <a:xfrm>
            <a:off x="623886" y="1628775"/>
            <a:ext cx="1080000" cy="972000"/>
          </a:xfrm>
        </p:spPr>
        <p:txBody>
          <a:bodyPr/>
          <a:lstStyle>
            <a:lvl1pPr>
              <a:defRPr>
                <a:solidFill>
                  <a:schemeClr val="bg1"/>
                </a:solidFill>
              </a:defRPr>
            </a:lvl1pPr>
          </a:lstStyle>
          <a:p>
            <a:r>
              <a:rPr lang="en-US"/>
              <a:t>Click icon to add picture</a:t>
            </a:r>
            <a:endParaRPr lang="en-AU"/>
          </a:p>
        </p:txBody>
      </p:sp>
      <p:sp>
        <p:nvSpPr>
          <p:cNvPr id="21" name="Picture Placeholder 9">
            <a:extLst>
              <a:ext uri="{FF2B5EF4-FFF2-40B4-BE49-F238E27FC236}">
                <a16:creationId xmlns:a16="http://schemas.microsoft.com/office/drawing/2014/main" id="{C077CE0A-DB05-29AA-4C48-3AAC20ABFA0D}"/>
              </a:ext>
              <a:ext uri="{C183D7F6-B498-43B3-948B-1728B52AA6E4}">
                <adec:decorative xmlns:adec="http://schemas.microsoft.com/office/drawing/2017/decorative" val="1"/>
              </a:ext>
            </a:extLst>
          </p:cNvPr>
          <p:cNvSpPr>
            <a:spLocks noGrp="1"/>
          </p:cNvSpPr>
          <p:nvPr>
            <p:ph type="pic" sz="quarter" idx="16"/>
          </p:nvPr>
        </p:nvSpPr>
        <p:spPr>
          <a:xfrm>
            <a:off x="4433793" y="1628775"/>
            <a:ext cx="1080000" cy="972000"/>
          </a:xfrm>
        </p:spPr>
        <p:txBody>
          <a:bodyPr/>
          <a:lstStyle>
            <a:lvl1pPr>
              <a:defRPr>
                <a:solidFill>
                  <a:schemeClr val="bg1"/>
                </a:solidFill>
              </a:defRPr>
            </a:lvl1pPr>
          </a:lstStyle>
          <a:p>
            <a:r>
              <a:rPr lang="en-US"/>
              <a:t>Click icon to add picture</a:t>
            </a:r>
            <a:endParaRPr lang="en-AU"/>
          </a:p>
        </p:txBody>
      </p:sp>
      <p:sp>
        <p:nvSpPr>
          <p:cNvPr id="22" name="Picture Placeholder 9">
            <a:extLst>
              <a:ext uri="{FF2B5EF4-FFF2-40B4-BE49-F238E27FC236}">
                <a16:creationId xmlns:a16="http://schemas.microsoft.com/office/drawing/2014/main" id="{464FB92E-A144-1906-99C0-41DD88EC182E}"/>
              </a:ext>
              <a:ext uri="{C183D7F6-B498-43B3-948B-1728B52AA6E4}">
                <adec:decorative xmlns:adec="http://schemas.microsoft.com/office/drawing/2017/decorative" val="1"/>
              </a:ext>
            </a:extLst>
          </p:cNvPr>
          <p:cNvSpPr>
            <a:spLocks noGrp="1"/>
          </p:cNvSpPr>
          <p:nvPr>
            <p:ph type="pic" sz="quarter" idx="19"/>
          </p:nvPr>
        </p:nvSpPr>
        <p:spPr>
          <a:xfrm>
            <a:off x="8243701" y="1628775"/>
            <a:ext cx="1080000" cy="972000"/>
          </a:xfrm>
        </p:spPr>
        <p:txBody>
          <a:bodyPr/>
          <a:lstStyle>
            <a:lvl1pPr>
              <a:defRPr>
                <a:solidFill>
                  <a:schemeClr val="bg1"/>
                </a:solidFill>
              </a:defRPr>
            </a:lvl1pPr>
          </a:lstStyle>
          <a:p>
            <a:r>
              <a:rPr lang="en-US"/>
              <a:t>Click icon to add picture</a:t>
            </a:r>
            <a:endParaRPr lang="en-AU"/>
          </a:p>
        </p:txBody>
      </p:sp>
    </p:spTree>
    <p:extLst>
      <p:ext uri="{BB962C8B-B14F-4D97-AF65-F5344CB8AC3E}">
        <p14:creationId xmlns:p14="http://schemas.microsoft.com/office/powerpoint/2010/main" val="313358092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Three column with icons_4">
    <p:bg>
      <p:bgPr>
        <a:solidFill>
          <a:schemeClr val="accent3"/>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280F2E4A-6044-D732-EB89-8B493FF43A6A}"/>
              </a:ext>
            </a:extLst>
          </p:cNvPr>
          <p:cNvSpPr>
            <a:spLocks noGrp="1"/>
          </p:cNvSpPr>
          <p:nvPr>
            <p:ph type="title"/>
          </p:nvPr>
        </p:nvSpPr>
        <p:spPr>
          <a:xfrm>
            <a:off x="623886" y="245155"/>
            <a:ext cx="8948759" cy="538616"/>
          </a:xfrm>
        </p:spPr>
        <p:txBody>
          <a:bodyPr/>
          <a:lstStyle>
            <a:lvl1pPr>
              <a:defRPr>
                <a:solidFill>
                  <a:schemeClr val="bg1"/>
                </a:solidFill>
              </a:defRPr>
            </a:lvl1pPr>
          </a:lstStyle>
          <a:p>
            <a:r>
              <a:rPr lang="en-US"/>
              <a:t>Click to edit Master title style</a:t>
            </a:r>
            <a:endParaRPr lang="en-AU" dirty="0"/>
          </a:p>
        </p:txBody>
      </p:sp>
      <p:sp>
        <p:nvSpPr>
          <p:cNvPr id="12" name="Text Placeholder 7">
            <a:extLst>
              <a:ext uri="{FF2B5EF4-FFF2-40B4-BE49-F238E27FC236}">
                <a16:creationId xmlns:a16="http://schemas.microsoft.com/office/drawing/2014/main" id="{395584A7-3940-6B32-30DC-64207CF913B6}"/>
              </a:ext>
            </a:extLst>
          </p:cNvPr>
          <p:cNvSpPr>
            <a:spLocks noGrp="1"/>
          </p:cNvSpPr>
          <p:nvPr>
            <p:ph type="body" sz="quarter" idx="13"/>
          </p:nvPr>
        </p:nvSpPr>
        <p:spPr>
          <a:xfrm>
            <a:off x="623417" y="741399"/>
            <a:ext cx="8948759"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14" name="Date Placeholder 3">
            <a:extLst>
              <a:ext uri="{FF2B5EF4-FFF2-40B4-BE49-F238E27FC236}">
                <a16:creationId xmlns:a16="http://schemas.microsoft.com/office/drawing/2014/main" id="{C21074F1-3D10-18E9-1B80-9271A90A5494}"/>
              </a:ext>
              <a:ext uri="{C183D7F6-B498-43B3-948B-1728B52AA6E4}">
                <adec:decorative xmlns:adec="http://schemas.microsoft.com/office/drawing/2017/decorative" val="1"/>
              </a:ext>
            </a:extLst>
          </p:cNvPr>
          <p:cNvSpPr>
            <a:spLocks noGrp="1"/>
          </p:cNvSpPr>
          <p:nvPr>
            <p:ph type="dt" sz="half" idx="10"/>
          </p:nvPr>
        </p:nvSpPr>
        <p:spPr>
          <a:xfrm>
            <a:off x="528299" y="6356350"/>
            <a:ext cx="2743200" cy="365125"/>
          </a:xfrm>
        </p:spPr>
        <p:txBody>
          <a:bodyPr/>
          <a:lstStyle/>
          <a:p>
            <a:fld id="{F4BFC16B-4E91-4459-BE5C-E4095F89C477}" type="datetime1">
              <a:rPr lang="en-AU" smtClean="0"/>
              <a:t>27/5/2025</a:t>
            </a:fld>
            <a:endParaRPr lang="en-AU"/>
          </a:p>
        </p:txBody>
      </p:sp>
      <p:sp>
        <p:nvSpPr>
          <p:cNvPr id="15" name="Footer Placeholder 4">
            <a:extLst>
              <a:ext uri="{FF2B5EF4-FFF2-40B4-BE49-F238E27FC236}">
                <a16:creationId xmlns:a16="http://schemas.microsoft.com/office/drawing/2014/main" id="{3DD55C0B-F2EA-0309-7A43-C75FEA122CB6}"/>
              </a:ext>
              <a:ext uri="{C183D7F6-B498-43B3-948B-1728B52AA6E4}">
                <adec:decorative xmlns:adec="http://schemas.microsoft.com/office/drawing/2017/decorative" val="1"/>
              </a:ext>
            </a:extLst>
          </p:cNvPr>
          <p:cNvSpPr>
            <a:spLocks noGrp="1"/>
          </p:cNvSpPr>
          <p:nvPr>
            <p:ph type="ftr" sz="quarter" idx="11"/>
          </p:nvPr>
        </p:nvSpPr>
        <p:spPr>
          <a:xfrm>
            <a:off x="4038600" y="6368504"/>
            <a:ext cx="4114800" cy="365125"/>
          </a:xfrm>
        </p:spPr>
        <p:txBody>
          <a:bodyPr/>
          <a:lstStyle/>
          <a:p>
            <a:endParaRPr lang="en-AU"/>
          </a:p>
        </p:txBody>
      </p:sp>
      <p:sp>
        <p:nvSpPr>
          <p:cNvPr id="16" name="Parallelogram 5">
            <a:extLst>
              <a:ext uri="{FF2B5EF4-FFF2-40B4-BE49-F238E27FC236}">
                <a16:creationId xmlns:a16="http://schemas.microsoft.com/office/drawing/2014/main" id="{CE030E51-25C5-383E-EDCB-833FB6D72F9E}"/>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7" name="Straight Connector 16">
            <a:extLst>
              <a:ext uri="{FF2B5EF4-FFF2-40B4-BE49-F238E27FC236}">
                <a16:creationId xmlns:a16="http://schemas.microsoft.com/office/drawing/2014/main" id="{D3E3AF4D-FC84-8F29-AEC9-C434915C3D2F}"/>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3A1F3DF8-9875-D442-F58F-59EAB2E462CC}"/>
              </a:ext>
            </a:extLst>
          </p:cNvPr>
          <p:cNvSpPr>
            <a:spLocks noGrp="1"/>
          </p:cNvSpPr>
          <p:nvPr>
            <p:ph idx="1"/>
          </p:nvPr>
        </p:nvSpPr>
        <p:spPr>
          <a:xfrm>
            <a:off x="623886" y="2799472"/>
            <a:ext cx="3420000" cy="3377491"/>
          </a:xfrm>
        </p:spPr>
        <p:txBody>
          <a:bodyPr lIns="0" numCol="1" spcCol="0"/>
          <a:lstStyle>
            <a:lvl1pPr>
              <a:defRPr>
                <a:solidFill>
                  <a:schemeClr val="bg1"/>
                </a:solidFill>
              </a:defRPr>
            </a:lvl1pPr>
          </a:lstStyle>
          <a:p>
            <a:pPr lvl="0"/>
            <a:r>
              <a:rPr lang="en-US"/>
              <a:t>Click to edit Master text styles</a:t>
            </a:r>
          </a:p>
        </p:txBody>
      </p:sp>
      <p:sp>
        <p:nvSpPr>
          <p:cNvPr id="23" name="Content Placeholder 2">
            <a:extLst>
              <a:ext uri="{FF2B5EF4-FFF2-40B4-BE49-F238E27FC236}">
                <a16:creationId xmlns:a16="http://schemas.microsoft.com/office/drawing/2014/main" id="{3F25690A-7699-24C6-8BB2-A69EAB2BEAFA}"/>
              </a:ext>
            </a:extLst>
          </p:cNvPr>
          <p:cNvSpPr>
            <a:spLocks noGrp="1"/>
          </p:cNvSpPr>
          <p:nvPr>
            <p:ph idx="17"/>
          </p:nvPr>
        </p:nvSpPr>
        <p:spPr>
          <a:xfrm>
            <a:off x="4433794" y="2799472"/>
            <a:ext cx="3420000" cy="3377491"/>
          </a:xfrm>
        </p:spPr>
        <p:txBody>
          <a:bodyPr lIns="0" numCol="1" spcCol="0"/>
          <a:lstStyle>
            <a:lvl1pPr>
              <a:defRPr>
                <a:solidFill>
                  <a:schemeClr val="bg1"/>
                </a:solidFill>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65A76F81-8125-D1FA-B78B-A69C48649928}"/>
              </a:ext>
            </a:extLst>
          </p:cNvPr>
          <p:cNvSpPr>
            <a:spLocks noGrp="1"/>
          </p:cNvSpPr>
          <p:nvPr>
            <p:ph idx="18"/>
          </p:nvPr>
        </p:nvSpPr>
        <p:spPr>
          <a:xfrm>
            <a:off x="8243701" y="2799472"/>
            <a:ext cx="3420000" cy="3377491"/>
          </a:xfrm>
        </p:spPr>
        <p:txBody>
          <a:bodyPr lIns="0" numCol="1" spcCol="0"/>
          <a:lstStyle>
            <a:lvl1pPr>
              <a:defRPr>
                <a:solidFill>
                  <a:schemeClr val="bg1"/>
                </a:solidFill>
              </a:defRPr>
            </a:lvl1pPr>
          </a:lstStyle>
          <a:p>
            <a:pPr lvl="0"/>
            <a:r>
              <a:rPr lang="en-US"/>
              <a:t>Click to edit Master text styles</a:t>
            </a:r>
          </a:p>
        </p:txBody>
      </p:sp>
      <p:pic>
        <p:nvPicPr>
          <p:cNvPr id="25" name="Picture 24">
            <a:extLst>
              <a:ext uri="{FF2B5EF4-FFF2-40B4-BE49-F238E27FC236}">
                <a16:creationId xmlns:a16="http://schemas.microsoft.com/office/drawing/2014/main" id="{6141B1C1-75C3-2F91-ED76-F4819C90AD94}"/>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26" name="Slide Number Placeholder 5">
            <a:extLst>
              <a:ext uri="{FF2B5EF4-FFF2-40B4-BE49-F238E27FC236}">
                <a16:creationId xmlns:a16="http://schemas.microsoft.com/office/drawing/2014/main" id="{2BB0E8A9-219C-9E64-BC72-46EA386EE429}"/>
              </a:ext>
              <a:ext uri="{C183D7F6-B498-43B3-948B-1728B52AA6E4}">
                <adec:decorative xmlns:adec="http://schemas.microsoft.com/office/drawing/2017/decorative" val="0"/>
              </a:ext>
            </a:extLst>
          </p:cNvPr>
          <p:cNvSpPr>
            <a:spLocks noGrp="1"/>
          </p:cNvSpPr>
          <p:nvPr>
            <p:ph type="sldNum" sz="quarter" idx="12"/>
          </p:nvPr>
        </p:nvSpPr>
        <p:spPr>
          <a:xfrm>
            <a:off x="8920501" y="6356350"/>
            <a:ext cx="2743200" cy="365125"/>
          </a:xfrm>
        </p:spPr>
        <p:txBody>
          <a:bodyPr rIns="0"/>
          <a:lstStyle>
            <a:lvl1pPr>
              <a:defRPr>
                <a:solidFill>
                  <a:schemeClr val="bg1"/>
                </a:solidFill>
              </a:defRPr>
            </a:lvl1pPr>
          </a:lstStyle>
          <a:p>
            <a:fld id="{6F6F96F8-3C4A-44BA-8813-69AD9933C9F2}" type="slidenum">
              <a:rPr lang="en-AU" smtClean="0"/>
              <a:pPr/>
              <a:t>‹#›</a:t>
            </a:fld>
            <a:endParaRPr lang="en-AU"/>
          </a:p>
        </p:txBody>
      </p:sp>
      <p:sp>
        <p:nvSpPr>
          <p:cNvPr id="27" name="Picture Placeholder 9">
            <a:extLst>
              <a:ext uri="{FF2B5EF4-FFF2-40B4-BE49-F238E27FC236}">
                <a16:creationId xmlns:a16="http://schemas.microsoft.com/office/drawing/2014/main" id="{E1934025-DD7A-A2F8-C52C-C9ACC6D91B75}"/>
              </a:ext>
              <a:ext uri="{C183D7F6-B498-43B3-948B-1728B52AA6E4}">
                <adec:decorative xmlns:adec="http://schemas.microsoft.com/office/drawing/2017/decorative" val="1"/>
              </a:ext>
            </a:extLst>
          </p:cNvPr>
          <p:cNvSpPr>
            <a:spLocks noGrp="1"/>
          </p:cNvSpPr>
          <p:nvPr>
            <p:ph type="pic" sz="quarter" idx="15"/>
          </p:nvPr>
        </p:nvSpPr>
        <p:spPr>
          <a:xfrm>
            <a:off x="623886" y="1628775"/>
            <a:ext cx="1080000" cy="972000"/>
          </a:xfrm>
        </p:spPr>
        <p:txBody>
          <a:bodyPr/>
          <a:lstStyle>
            <a:lvl1pPr>
              <a:defRPr>
                <a:solidFill>
                  <a:schemeClr val="bg1"/>
                </a:solidFill>
              </a:defRPr>
            </a:lvl1pPr>
          </a:lstStyle>
          <a:p>
            <a:r>
              <a:rPr lang="en-US"/>
              <a:t>Click icon to add picture</a:t>
            </a:r>
            <a:endParaRPr lang="en-AU"/>
          </a:p>
        </p:txBody>
      </p:sp>
      <p:sp>
        <p:nvSpPr>
          <p:cNvPr id="28" name="Picture Placeholder 9">
            <a:extLst>
              <a:ext uri="{FF2B5EF4-FFF2-40B4-BE49-F238E27FC236}">
                <a16:creationId xmlns:a16="http://schemas.microsoft.com/office/drawing/2014/main" id="{B6308FE8-822D-3562-88BA-989050B20032}"/>
              </a:ext>
              <a:ext uri="{C183D7F6-B498-43B3-948B-1728B52AA6E4}">
                <adec:decorative xmlns:adec="http://schemas.microsoft.com/office/drawing/2017/decorative" val="1"/>
              </a:ext>
            </a:extLst>
          </p:cNvPr>
          <p:cNvSpPr>
            <a:spLocks noGrp="1"/>
          </p:cNvSpPr>
          <p:nvPr>
            <p:ph type="pic" sz="quarter" idx="16"/>
          </p:nvPr>
        </p:nvSpPr>
        <p:spPr>
          <a:xfrm>
            <a:off x="4433793" y="1628775"/>
            <a:ext cx="1080000" cy="972000"/>
          </a:xfrm>
        </p:spPr>
        <p:txBody>
          <a:bodyPr/>
          <a:lstStyle>
            <a:lvl1pPr>
              <a:defRPr>
                <a:solidFill>
                  <a:schemeClr val="bg1"/>
                </a:solidFill>
              </a:defRPr>
            </a:lvl1pPr>
          </a:lstStyle>
          <a:p>
            <a:r>
              <a:rPr lang="en-US"/>
              <a:t>Click icon to add picture</a:t>
            </a:r>
            <a:endParaRPr lang="en-AU"/>
          </a:p>
        </p:txBody>
      </p:sp>
      <p:sp>
        <p:nvSpPr>
          <p:cNvPr id="29" name="Picture Placeholder 9">
            <a:extLst>
              <a:ext uri="{FF2B5EF4-FFF2-40B4-BE49-F238E27FC236}">
                <a16:creationId xmlns:a16="http://schemas.microsoft.com/office/drawing/2014/main" id="{F3EDD625-B9D0-7DCB-91E8-79B2A6930693}"/>
              </a:ext>
              <a:ext uri="{C183D7F6-B498-43B3-948B-1728B52AA6E4}">
                <adec:decorative xmlns:adec="http://schemas.microsoft.com/office/drawing/2017/decorative" val="1"/>
              </a:ext>
            </a:extLst>
          </p:cNvPr>
          <p:cNvSpPr>
            <a:spLocks noGrp="1"/>
          </p:cNvSpPr>
          <p:nvPr>
            <p:ph type="pic" sz="quarter" idx="19"/>
          </p:nvPr>
        </p:nvSpPr>
        <p:spPr>
          <a:xfrm>
            <a:off x="8243701" y="1628775"/>
            <a:ext cx="1080000" cy="972000"/>
          </a:xfrm>
        </p:spPr>
        <p:txBody>
          <a:bodyPr/>
          <a:lstStyle>
            <a:lvl1pPr>
              <a:defRPr>
                <a:solidFill>
                  <a:schemeClr val="bg1"/>
                </a:solidFill>
              </a:defRPr>
            </a:lvl1pPr>
          </a:lstStyle>
          <a:p>
            <a:r>
              <a:rPr lang="en-US"/>
              <a:t>Click icon to add picture</a:t>
            </a:r>
            <a:endParaRPr lang="en-AU"/>
          </a:p>
        </p:txBody>
      </p:sp>
    </p:spTree>
    <p:extLst>
      <p:ext uri="{BB962C8B-B14F-4D97-AF65-F5344CB8AC3E}">
        <p14:creationId xmlns:p14="http://schemas.microsoft.com/office/powerpoint/2010/main" val="312289634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Three column with icons_5">
    <p:bg>
      <p:bgPr>
        <a:solidFill>
          <a:schemeClr val="accent5"/>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C9F97823-F9F9-0B83-4728-66678B76EFD0}"/>
              </a:ext>
            </a:extLst>
          </p:cNvPr>
          <p:cNvSpPr>
            <a:spLocks noGrp="1"/>
          </p:cNvSpPr>
          <p:nvPr>
            <p:ph type="title"/>
          </p:nvPr>
        </p:nvSpPr>
        <p:spPr>
          <a:xfrm>
            <a:off x="623886" y="245155"/>
            <a:ext cx="8948759" cy="538616"/>
          </a:xfrm>
        </p:spPr>
        <p:txBody>
          <a:bodyPr/>
          <a:lstStyle>
            <a:lvl1pPr>
              <a:defRPr>
                <a:solidFill>
                  <a:schemeClr val="bg1"/>
                </a:solidFill>
              </a:defRPr>
            </a:lvl1pPr>
          </a:lstStyle>
          <a:p>
            <a:r>
              <a:rPr lang="en-US"/>
              <a:t>Click to edit Master title style</a:t>
            </a:r>
            <a:endParaRPr lang="en-AU" dirty="0"/>
          </a:p>
        </p:txBody>
      </p:sp>
      <p:sp>
        <p:nvSpPr>
          <p:cNvPr id="12" name="Text Placeholder 7">
            <a:extLst>
              <a:ext uri="{FF2B5EF4-FFF2-40B4-BE49-F238E27FC236}">
                <a16:creationId xmlns:a16="http://schemas.microsoft.com/office/drawing/2014/main" id="{7DCA73BE-1A38-E41D-C731-E40484609EBB}"/>
              </a:ext>
            </a:extLst>
          </p:cNvPr>
          <p:cNvSpPr>
            <a:spLocks noGrp="1"/>
          </p:cNvSpPr>
          <p:nvPr>
            <p:ph type="body" sz="quarter" idx="13"/>
          </p:nvPr>
        </p:nvSpPr>
        <p:spPr>
          <a:xfrm>
            <a:off x="623417" y="741399"/>
            <a:ext cx="8948759"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14" name="Date Placeholder 3">
            <a:extLst>
              <a:ext uri="{FF2B5EF4-FFF2-40B4-BE49-F238E27FC236}">
                <a16:creationId xmlns:a16="http://schemas.microsoft.com/office/drawing/2014/main" id="{6FD4DE05-0677-46E8-EA74-25FB83FB2EC5}"/>
              </a:ext>
              <a:ext uri="{C183D7F6-B498-43B3-948B-1728B52AA6E4}">
                <adec:decorative xmlns:adec="http://schemas.microsoft.com/office/drawing/2017/decorative" val="1"/>
              </a:ext>
            </a:extLst>
          </p:cNvPr>
          <p:cNvSpPr>
            <a:spLocks noGrp="1"/>
          </p:cNvSpPr>
          <p:nvPr>
            <p:ph type="dt" sz="half" idx="10"/>
          </p:nvPr>
        </p:nvSpPr>
        <p:spPr>
          <a:xfrm>
            <a:off x="528299" y="6356350"/>
            <a:ext cx="2743200" cy="365125"/>
          </a:xfrm>
        </p:spPr>
        <p:txBody>
          <a:bodyPr/>
          <a:lstStyle/>
          <a:p>
            <a:fld id="{F4BFC16B-4E91-4459-BE5C-E4095F89C477}" type="datetime1">
              <a:rPr lang="en-AU" smtClean="0"/>
              <a:t>27/5/2025</a:t>
            </a:fld>
            <a:endParaRPr lang="en-AU"/>
          </a:p>
        </p:txBody>
      </p:sp>
      <p:sp>
        <p:nvSpPr>
          <p:cNvPr id="15" name="Footer Placeholder 4">
            <a:extLst>
              <a:ext uri="{FF2B5EF4-FFF2-40B4-BE49-F238E27FC236}">
                <a16:creationId xmlns:a16="http://schemas.microsoft.com/office/drawing/2014/main" id="{66B3020A-D7B7-1E8D-74ED-53942CD2D6F5}"/>
              </a:ext>
              <a:ext uri="{C183D7F6-B498-43B3-948B-1728B52AA6E4}">
                <adec:decorative xmlns:adec="http://schemas.microsoft.com/office/drawing/2017/decorative" val="1"/>
              </a:ext>
            </a:extLst>
          </p:cNvPr>
          <p:cNvSpPr>
            <a:spLocks noGrp="1"/>
          </p:cNvSpPr>
          <p:nvPr>
            <p:ph type="ftr" sz="quarter" idx="11"/>
          </p:nvPr>
        </p:nvSpPr>
        <p:spPr>
          <a:xfrm>
            <a:off x="4038600" y="6368504"/>
            <a:ext cx="4114800" cy="365125"/>
          </a:xfrm>
        </p:spPr>
        <p:txBody>
          <a:bodyPr/>
          <a:lstStyle/>
          <a:p>
            <a:endParaRPr lang="en-AU"/>
          </a:p>
        </p:txBody>
      </p:sp>
      <p:sp>
        <p:nvSpPr>
          <p:cNvPr id="16" name="Parallelogram 5">
            <a:extLst>
              <a:ext uri="{FF2B5EF4-FFF2-40B4-BE49-F238E27FC236}">
                <a16:creationId xmlns:a16="http://schemas.microsoft.com/office/drawing/2014/main" id="{84856E82-4D5D-AE05-B216-59795111B48A}"/>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7" name="Straight Connector 16">
            <a:extLst>
              <a:ext uri="{FF2B5EF4-FFF2-40B4-BE49-F238E27FC236}">
                <a16:creationId xmlns:a16="http://schemas.microsoft.com/office/drawing/2014/main" id="{80210335-4B74-CB52-85A7-D3FC42AAB9B7}"/>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1B0C6C87-8C9B-699F-7DE0-26CEDC6B46FD}"/>
              </a:ext>
            </a:extLst>
          </p:cNvPr>
          <p:cNvSpPr>
            <a:spLocks noGrp="1"/>
          </p:cNvSpPr>
          <p:nvPr>
            <p:ph idx="1"/>
          </p:nvPr>
        </p:nvSpPr>
        <p:spPr>
          <a:xfrm>
            <a:off x="623886" y="2799472"/>
            <a:ext cx="3420000" cy="3377491"/>
          </a:xfrm>
        </p:spPr>
        <p:txBody>
          <a:bodyPr lIns="0" numCol="1" spcCol="0"/>
          <a:lstStyle>
            <a:lvl1pPr>
              <a:defRPr>
                <a:solidFill>
                  <a:schemeClr val="bg1"/>
                </a:solidFill>
              </a:defRPr>
            </a:lvl1pPr>
          </a:lstStyle>
          <a:p>
            <a:pPr lvl="0"/>
            <a:r>
              <a:rPr lang="en-US"/>
              <a:t>Click to edit Master text styles</a:t>
            </a:r>
          </a:p>
        </p:txBody>
      </p:sp>
      <p:sp>
        <p:nvSpPr>
          <p:cNvPr id="23" name="Content Placeholder 2">
            <a:extLst>
              <a:ext uri="{FF2B5EF4-FFF2-40B4-BE49-F238E27FC236}">
                <a16:creationId xmlns:a16="http://schemas.microsoft.com/office/drawing/2014/main" id="{DA6C4827-4DFD-3B62-514A-9FCB60EB27BD}"/>
              </a:ext>
            </a:extLst>
          </p:cNvPr>
          <p:cNvSpPr>
            <a:spLocks noGrp="1"/>
          </p:cNvSpPr>
          <p:nvPr>
            <p:ph idx="17"/>
          </p:nvPr>
        </p:nvSpPr>
        <p:spPr>
          <a:xfrm>
            <a:off x="4433794" y="2799472"/>
            <a:ext cx="3420000" cy="3377491"/>
          </a:xfrm>
        </p:spPr>
        <p:txBody>
          <a:bodyPr lIns="0" numCol="1" spcCol="0"/>
          <a:lstStyle>
            <a:lvl1pPr>
              <a:defRPr>
                <a:solidFill>
                  <a:schemeClr val="bg1"/>
                </a:solidFill>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9D6FF8B6-8228-B3E3-33D5-08C0DFB80DA6}"/>
              </a:ext>
            </a:extLst>
          </p:cNvPr>
          <p:cNvSpPr>
            <a:spLocks noGrp="1"/>
          </p:cNvSpPr>
          <p:nvPr>
            <p:ph idx="18"/>
          </p:nvPr>
        </p:nvSpPr>
        <p:spPr>
          <a:xfrm>
            <a:off x="8243701" y="2799472"/>
            <a:ext cx="3420000" cy="3377491"/>
          </a:xfrm>
        </p:spPr>
        <p:txBody>
          <a:bodyPr lIns="0" numCol="1" spcCol="0"/>
          <a:lstStyle>
            <a:lvl1pPr>
              <a:defRPr>
                <a:solidFill>
                  <a:schemeClr val="bg1"/>
                </a:solidFill>
              </a:defRPr>
            </a:lvl1pPr>
          </a:lstStyle>
          <a:p>
            <a:pPr lvl="0"/>
            <a:r>
              <a:rPr lang="en-US"/>
              <a:t>Click to edit Master text styles</a:t>
            </a:r>
          </a:p>
        </p:txBody>
      </p:sp>
      <p:pic>
        <p:nvPicPr>
          <p:cNvPr id="25" name="Picture 24">
            <a:extLst>
              <a:ext uri="{FF2B5EF4-FFF2-40B4-BE49-F238E27FC236}">
                <a16:creationId xmlns:a16="http://schemas.microsoft.com/office/drawing/2014/main" id="{D8671C4D-9670-408B-537A-10A29B3DFDDA}"/>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26" name="Slide Number Placeholder 5">
            <a:extLst>
              <a:ext uri="{FF2B5EF4-FFF2-40B4-BE49-F238E27FC236}">
                <a16:creationId xmlns:a16="http://schemas.microsoft.com/office/drawing/2014/main" id="{F88C6C3B-05B7-8AE0-4570-8EE54C6D33B0}"/>
              </a:ext>
              <a:ext uri="{C183D7F6-B498-43B3-948B-1728B52AA6E4}">
                <adec:decorative xmlns:adec="http://schemas.microsoft.com/office/drawing/2017/decorative" val="0"/>
              </a:ext>
            </a:extLst>
          </p:cNvPr>
          <p:cNvSpPr>
            <a:spLocks noGrp="1"/>
          </p:cNvSpPr>
          <p:nvPr>
            <p:ph type="sldNum" sz="quarter" idx="12"/>
          </p:nvPr>
        </p:nvSpPr>
        <p:spPr>
          <a:xfrm>
            <a:off x="8920501" y="6356350"/>
            <a:ext cx="2743200" cy="365125"/>
          </a:xfrm>
        </p:spPr>
        <p:txBody>
          <a:bodyPr rIns="0"/>
          <a:lstStyle>
            <a:lvl1pPr>
              <a:defRPr>
                <a:solidFill>
                  <a:schemeClr val="bg1"/>
                </a:solidFill>
              </a:defRPr>
            </a:lvl1pPr>
          </a:lstStyle>
          <a:p>
            <a:fld id="{6F6F96F8-3C4A-44BA-8813-69AD9933C9F2}" type="slidenum">
              <a:rPr lang="en-AU" smtClean="0"/>
              <a:pPr/>
              <a:t>‹#›</a:t>
            </a:fld>
            <a:endParaRPr lang="en-AU"/>
          </a:p>
        </p:txBody>
      </p:sp>
      <p:sp>
        <p:nvSpPr>
          <p:cNvPr id="27" name="Picture Placeholder 9">
            <a:extLst>
              <a:ext uri="{FF2B5EF4-FFF2-40B4-BE49-F238E27FC236}">
                <a16:creationId xmlns:a16="http://schemas.microsoft.com/office/drawing/2014/main" id="{338DCF2C-0C67-89AE-4067-4DF103E8A630}"/>
              </a:ext>
              <a:ext uri="{C183D7F6-B498-43B3-948B-1728B52AA6E4}">
                <adec:decorative xmlns:adec="http://schemas.microsoft.com/office/drawing/2017/decorative" val="1"/>
              </a:ext>
            </a:extLst>
          </p:cNvPr>
          <p:cNvSpPr>
            <a:spLocks noGrp="1"/>
          </p:cNvSpPr>
          <p:nvPr>
            <p:ph type="pic" sz="quarter" idx="15"/>
          </p:nvPr>
        </p:nvSpPr>
        <p:spPr>
          <a:xfrm>
            <a:off x="623886" y="1628775"/>
            <a:ext cx="1080000" cy="972000"/>
          </a:xfrm>
        </p:spPr>
        <p:txBody>
          <a:bodyPr/>
          <a:lstStyle>
            <a:lvl1pPr>
              <a:defRPr>
                <a:solidFill>
                  <a:schemeClr val="bg1"/>
                </a:solidFill>
              </a:defRPr>
            </a:lvl1pPr>
          </a:lstStyle>
          <a:p>
            <a:r>
              <a:rPr lang="en-US"/>
              <a:t>Click icon to add picture</a:t>
            </a:r>
            <a:endParaRPr lang="en-AU"/>
          </a:p>
        </p:txBody>
      </p:sp>
      <p:sp>
        <p:nvSpPr>
          <p:cNvPr id="28" name="Picture Placeholder 9">
            <a:extLst>
              <a:ext uri="{FF2B5EF4-FFF2-40B4-BE49-F238E27FC236}">
                <a16:creationId xmlns:a16="http://schemas.microsoft.com/office/drawing/2014/main" id="{22F13699-4528-D3E6-F1D2-6C2D4F5D193B}"/>
              </a:ext>
              <a:ext uri="{C183D7F6-B498-43B3-948B-1728B52AA6E4}">
                <adec:decorative xmlns:adec="http://schemas.microsoft.com/office/drawing/2017/decorative" val="1"/>
              </a:ext>
            </a:extLst>
          </p:cNvPr>
          <p:cNvSpPr>
            <a:spLocks noGrp="1"/>
          </p:cNvSpPr>
          <p:nvPr>
            <p:ph type="pic" sz="quarter" idx="16"/>
          </p:nvPr>
        </p:nvSpPr>
        <p:spPr>
          <a:xfrm>
            <a:off x="4433793" y="1628775"/>
            <a:ext cx="1080000" cy="972000"/>
          </a:xfrm>
        </p:spPr>
        <p:txBody>
          <a:bodyPr/>
          <a:lstStyle>
            <a:lvl1pPr>
              <a:defRPr>
                <a:solidFill>
                  <a:schemeClr val="bg1"/>
                </a:solidFill>
              </a:defRPr>
            </a:lvl1pPr>
          </a:lstStyle>
          <a:p>
            <a:r>
              <a:rPr lang="en-US"/>
              <a:t>Click icon to add picture</a:t>
            </a:r>
            <a:endParaRPr lang="en-AU"/>
          </a:p>
        </p:txBody>
      </p:sp>
      <p:sp>
        <p:nvSpPr>
          <p:cNvPr id="29" name="Picture Placeholder 9">
            <a:extLst>
              <a:ext uri="{FF2B5EF4-FFF2-40B4-BE49-F238E27FC236}">
                <a16:creationId xmlns:a16="http://schemas.microsoft.com/office/drawing/2014/main" id="{AF23FDD9-9512-14F4-88D8-691076E7DDB0}"/>
              </a:ext>
              <a:ext uri="{C183D7F6-B498-43B3-948B-1728B52AA6E4}">
                <adec:decorative xmlns:adec="http://schemas.microsoft.com/office/drawing/2017/decorative" val="1"/>
              </a:ext>
            </a:extLst>
          </p:cNvPr>
          <p:cNvSpPr>
            <a:spLocks noGrp="1"/>
          </p:cNvSpPr>
          <p:nvPr>
            <p:ph type="pic" sz="quarter" idx="19"/>
          </p:nvPr>
        </p:nvSpPr>
        <p:spPr>
          <a:xfrm>
            <a:off x="8243701" y="1628775"/>
            <a:ext cx="1080000" cy="972000"/>
          </a:xfrm>
        </p:spPr>
        <p:txBody>
          <a:bodyPr/>
          <a:lstStyle>
            <a:lvl1pPr>
              <a:defRPr>
                <a:solidFill>
                  <a:schemeClr val="bg1"/>
                </a:solidFill>
              </a:defRPr>
            </a:lvl1pPr>
          </a:lstStyle>
          <a:p>
            <a:r>
              <a:rPr lang="en-US"/>
              <a:t>Click icon to add picture</a:t>
            </a:r>
            <a:endParaRPr lang="en-AU"/>
          </a:p>
        </p:txBody>
      </p:sp>
    </p:spTree>
    <p:extLst>
      <p:ext uri="{BB962C8B-B14F-4D97-AF65-F5344CB8AC3E}">
        <p14:creationId xmlns:p14="http://schemas.microsoft.com/office/powerpoint/2010/main" val="230393670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Three column with icons_6">
    <p:bg>
      <p:bgPr>
        <a:solidFill>
          <a:schemeClr val="accent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C81ABCF8-1560-E3D3-E26A-CB73D3EEDDDD}"/>
              </a:ext>
            </a:extLst>
          </p:cNvPr>
          <p:cNvSpPr>
            <a:spLocks noGrp="1"/>
          </p:cNvSpPr>
          <p:nvPr>
            <p:ph type="title"/>
          </p:nvPr>
        </p:nvSpPr>
        <p:spPr>
          <a:xfrm>
            <a:off x="623886" y="245155"/>
            <a:ext cx="8948759" cy="538616"/>
          </a:xfrm>
        </p:spPr>
        <p:txBody>
          <a:bodyPr/>
          <a:lstStyle>
            <a:lvl1pPr>
              <a:defRPr>
                <a:solidFill>
                  <a:schemeClr val="bg1"/>
                </a:solidFill>
              </a:defRPr>
            </a:lvl1pPr>
          </a:lstStyle>
          <a:p>
            <a:r>
              <a:rPr lang="en-US"/>
              <a:t>Click to edit Master title style</a:t>
            </a:r>
            <a:endParaRPr lang="en-AU" dirty="0"/>
          </a:p>
        </p:txBody>
      </p:sp>
      <p:sp>
        <p:nvSpPr>
          <p:cNvPr id="12" name="Text Placeholder 7">
            <a:extLst>
              <a:ext uri="{FF2B5EF4-FFF2-40B4-BE49-F238E27FC236}">
                <a16:creationId xmlns:a16="http://schemas.microsoft.com/office/drawing/2014/main" id="{7BE64A9D-62A9-940F-9607-D2C4213C031E}"/>
              </a:ext>
            </a:extLst>
          </p:cNvPr>
          <p:cNvSpPr>
            <a:spLocks noGrp="1"/>
          </p:cNvSpPr>
          <p:nvPr>
            <p:ph type="body" sz="quarter" idx="13"/>
          </p:nvPr>
        </p:nvSpPr>
        <p:spPr>
          <a:xfrm>
            <a:off x="623417" y="741399"/>
            <a:ext cx="8948759"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14" name="Date Placeholder 3">
            <a:extLst>
              <a:ext uri="{FF2B5EF4-FFF2-40B4-BE49-F238E27FC236}">
                <a16:creationId xmlns:a16="http://schemas.microsoft.com/office/drawing/2014/main" id="{58355B44-2CD3-3D2C-66FE-FB1CF55F849C}"/>
              </a:ext>
              <a:ext uri="{C183D7F6-B498-43B3-948B-1728B52AA6E4}">
                <adec:decorative xmlns:adec="http://schemas.microsoft.com/office/drawing/2017/decorative" val="1"/>
              </a:ext>
            </a:extLst>
          </p:cNvPr>
          <p:cNvSpPr>
            <a:spLocks noGrp="1"/>
          </p:cNvSpPr>
          <p:nvPr>
            <p:ph type="dt" sz="half" idx="10"/>
          </p:nvPr>
        </p:nvSpPr>
        <p:spPr>
          <a:xfrm>
            <a:off x="528299" y="6356350"/>
            <a:ext cx="2743200" cy="365125"/>
          </a:xfrm>
        </p:spPr>
        <p:txBody>
          <a:bodyPr/>
          <a:lstStyle/>
          <a:p>
            <a:fld id="{F4BFC16B-4E91-4459-BE5C-E4095F89C477}" type="datetime1">
              <a:rPr lang="en-AU" smtClean="0"/>
              <a:t>27/5/2025</a:t>
            </a:fld>
            <a:endParaRPr lang="en-AU"/>
          </a:p>
        </p:txBody>
      </p:sp>
      <p:sp>
        <p:nvSpPr>
          <p:cNvPr id="15" name="Footer Placeholder 4">
            <a:extLst>
              <a:ext uri="{FF2B5EF4-FFF2-40B4-BE49-F238E27FC236}">
                <a16:creationId xmlns:a16="http://schemas.microsoft.com/office/drawing/2014/main" id="{4925F78D-E39F-9DEF-AC45-E31DC9849697}"/>
              </a:ext>
              <a:ext uri="{C183D7F6-B498-43B3-948B-1728B52AA6E4}">
                <adec:decorative xmlns:adec="http://schemas.microsoft.com/office/drawing/2017/decorative" val="1"/>
              </a:ext>
            </a:extLst>
          </p:cNvPr>
          <p:cNvSpPr>
            <a:spLocks noGrp="1"/>
          </p:cNvSpPr>
          <p:nvPr>
            <p:ph type="ftr" sz="quarter" idx="11"/>
          </p:nvPr>
        </p:nvSpPr>
        <p:spPr>
          <a:xfrm>
            <a:off x="4038600" y="6368504"/>
            <a:ext cx="4114800" cy="365125"/>
          </a:xfrm>
        </p:spPr>
        <p:txBody>
          <a:bodyPr/>
          <a:lstStyle/>
          <a:p>
            <a:endParaRPr lang="en-AU"/>
          </a:p>
        </p:txBody>
      </p:sp>
      <p:sp>
        <p:nvSpPr>
          <p:cNvPr id="16" name="Parallelogram 5">
            <a:extLst>
              <a:ext uri="{FF2B5EF4-FFF2-40B4-BE49-F238E27FC236}">
                <a16:creationId xmlns:a16="http://schemas.microsoft.com/office/drawing/2014/main" id="{F5505288-B598-3DB4-A3C5-F3859B2E1FD2}"/>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7" name="Straight Connector 16">
            <a:extLst>
              <a:ext uri="{FF2B5EF4-FFF2-40B4-BE49-F238E27FC236}">
                <a16:creationId xmlns:a16="http://schemas.microsoft.com/office/drawing/2014/main" id="{D62B7682-C2C2-7D0F-063D-2C6495EBE5AF}"/>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0433D8B5-B205-8073-EA04-DB42DF977327}"/>
              </a:ext>
            </a:extLst>
          </p:cNvPr>
          <p:cNvSpPr>
            <a:spLocks noGrp="1"/>
          </p:cNvSpPr>
          <p:nvPr>
            <p:ph idx="1"/>
          </p:nvPr>
        </p:nvSpPr>
        <p:spPr>
          <a:xfrm>
            <a:off x="623886" y="2799472"/>
            <a:ext cx="3420000" cy="3377491"/>
          </a:xfrm>
        </p:spPr>
        <p:txBody>
          <a:bodyPr lIns="0" numCol="1" spcCol="0"/>
          <a:lstStyle>
            <a:lvl1pPr>
              <a:defRPr>
                <a:solidFill>
                  <a:schemeClr val="bg1"/>
                </a:solidFill>
              </a:defRPr>
            </a:lvl1pPr>
          </a:lstStyle>
          <a:p>
            <a:pPr lvl="0"/>
            <a:r>
              <a:rPr lang="en-US"/>
              <a:t>Click to edit Master text styles</a:t>
            </a:r>
          </a:p>
        </p:txBody>
      </p:sp>
      <p:sp>
        <p:nvSpPr>
          <p:cNvPr id="23" name="Content Placeholder 2">
            <a:extLst>
              <a:ext uri="{FF2B5EF4-FFF2-40B4-BE49-F238E27FC236}">
                <a16:creationId xmlns:a16="http://schemas.microsoft.com/office/drawing/2014/main" id="{373178BD-F9DB-4125-31D0-2F919DE8C4E4}"/>
              </a:ext>
            </a:extLst>
          </p:cNvPr>
          <p:cNvSpPr>
            <a:spLocks noGrp="1"/>
          </p:cNvSpPr>
          <p:nvPr>
            <p:ph idx="17"/>
          </p:nvPr>
        </p:nvSpPr>
        <p:spPr>
          <a:xfrm>
            <a:off x="4433794" y="2799472"/>
            <a:ext cx="3420000" cy="3377491"/>
          </a:xfrm>
        </p:spPr>
        <p:txBody>
          <a:bodyPr lIns="0" numCol="1" spcCol="0"/>
          <a:lstStyle>
            <a:lvl1pPr>
              <a:defRPr>
                <a:solidFill>
                  <a:schemeClr val="bg1"/>
                </a:solidFill>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8F1B6B73-D8B7-F472-7B05-D4498A3B8193}"/>
              </a:ext>
            </a:extLst>
          </p:cNvPr>
          <p:cNvSpPr>
            <a:spLocks noGrp="1"/>
          </p:cNvSpPr>
          <p:nvPr>
            <p:ph idx="18"/>
          </p:nvPr>
        </p:nvSpPr>
        <p:spPr>
          <a:xfrm>
            <a:off x="8243701" y="2799472"/>
            <a:ext cx="3420000" cy="3377491"/>
          </a:xfrm>
        </p:spPr>
        <p:txBody>
          <a:bodyPr lIns="0" numCol="1" spcCol="0"/>
          <a:lstStyle>
            <a:lvl1pPr>
              <a:defRPr>
                <a:solidFill>
                  <a:schemeClr val="bg1"/>
                </a:solidFill>
              </a:defRPr>
            </a:lvl1pPr>
          </a:lstStyle>
          <a:p>
            <a:pPr lvl="0"/>
            <a:r>
              <a:rPr lang="en-US"/>
              <a:t>Click to edit Master text styles</a:t>
            </a:r>
          </a:p>
        </p:txBody>
      </p:sp>
      <p:pic>
        <p:nvPicPr>
          <p:cNvPr id="25" name="Picture 24">
            <a:extLst>
              <a:ext uri="{FF2B5EF4-FFF2-40B4-BE49-F238E27FC236}">
                <a16:creationId xmlns:a16="http://schemas.microsoft.com/office/drawing/2014/main" id="{B0329C0C-BEF4-6A3B-2B52-0F9B1F853B86}"/>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26" name="Slide Number Placeholder 5">
            <a:extLst>
              <a:ext uri="{FF2B5EF4-FFF2-40B4-BE49-F238E27FC236}">
                <a16:creationId xmlns:a16="http://schemas.microsoft.com/office/drawing/2014/main" id="{F118CE7B-3FC8-6749-1F81-FC5916E60BF1}"/>
              </a:ext>
              <a:ext uri="{C183D7F6-B498-43B3-948B-1728B52AA6E4}">
                <adec:decorative xmlns:adec="http://schemas.microsoft.com/office/drawing/2017/decorative" val="0"/>
              </a:ext>
            </a:extLst>
          </p:cNvPr>
          <p:cNvSpPr>
            <a:spLocks noGrp="1"/>
          </p:cNvSpPr>
          <p:nvPr>
            <p:ph type="sldNum" sz="quarter" idx="12"/>
          </p:nvPr>
        </p:nvSpPr>
        <p:spPr>
          <a:xfrm>
            <a:off x="8920501" y="6356350"/>
            <a:ext cx="2743200" cy="365125"/>
          </a:xfrm>
        </p:spPr>
        <p:txBody>
          <a:bodyPr rIns="0"/>
          <a:lstStyle>
            <a:lvl1pPr>
              <a:defRPr>
                <a:solidFill>
                  <a:schemeClr val="bg1"/>
                </a:solidFill>
              </a:defRPr>
            </a:lvl1pPr>
          </a:lstStyle>
          <a:p>
            <a:fld id="{6F6F96F8-3C4A-44BA-8813-69AD9933C9F2}" type="slidenum">
              <a:rPr lang="en-AU" smtClean="0"/>
              <a:pPr/>
              <a:t>‹#›</a:t>
            </a:fld>
            <a:endParaRPr lang="en-AU"/>
          </a:p>
        </p:txBody>
      </p:sp>
      <p:sp>
        <p:nvSpPr>
          <p:cNvPr id="27" name="Picture Placeholder 9">
            <a:extLst>
              <a:ext uri="{FF2B5EF4-FFF2-40B4-BE49-F238E27FC236}">
                <a16:creationId xmlns:a16="http://schemas.microsoft.com/office/drawing/2014/main" id="{3E1FE6B4-C878-9750-35D6-F24C07B541F0}"/>
              </a:ext>
              <a:ext uri="{C183D7F6-B498-43B3-948B-1728B52AA6E4}">
                <adec:decorative xmlns:adec="http://schemas.microsoft.com/office/drawing/2017/decorative" val="1"/>
              </a:ext>
            </a:extLst>
          </p:cNvPr>
          <p:cNvSpPr>
            <a:spLocks noGrp="1"/>
          </p:cNvSpPr>
          <p:nvPr>
            <p:ph type="pic" sz="quarter" idx="15"/>
          </p:nvPr>
        </p:nvSpPr>
        <p:spPr>
          <a:xfrm>
            <a:off x="623886" y="1628775"/>
            <a:ext cx="1080000" cy="972000"/>
          </a:xfrm>
        </p:spPr>
        <p:txBody>
          <a:bodyPr/>
          <a:lstStyle>
            <a:lvl1pPr>
              <a:defRPr>
                <a:solidFill>
                  <a:schemeClr val="bg1"/>
                </a:solidFill>
              </a:defRPr>
            </a:lvl1pPr>
          </a:lstStyle>
          <a:p>
            <a:r>
              <a:rPr lang="en-US"/>
              <a:t>Click icon to add picture</a:t>
            </a:r>
            <a:endParaRPr lang="en-AU"/>
          </a:p>
        </p:txBody>
      </p:sp>
      <p:sp>
        <p:nvSpPr>
          <p:cNvPr id="28" name="Picture Placeholder 9">
            <a:extLst>
              <a:ext uri="{FF2B5EF4-FFF2-40B4-BE49-F238E27FC236}">
                <a16:creationId xmlns:a16="http://schemas.microsoft.com/office/drawing/2014/main" id="{FF20CEFE-62BA-B50E-C2AB-A414E456F95B}"/>
              </a:ext>
              <a:ext uri="{C183D7F6-B498-43B3-948B-1728B52AA6E4}">
                <adec:decorative xmlns:adec="http://schemas.microsoft.com/office/drawing/2017/decorative" val="1"/>
              </a:ext>
            </a:extLst>
          </p:cNvPr>
          <p:cNvSpPr>
            <a:spLocks noGrp="1"/>
          </p:cNvSpPr>
          <p:nvPr>
            <p:ph type="pic" sz="quarter" idx="16"/>
          </p:nvPr>
        </p:nvSpPr>
        <p:spPr>
          <a:xfrm>
            <a:off x="4433793" y="1628775"/>
            <a:ext cx="1080000" cy="972000"/>
          </a:xfrm>
        </p:spPr>
        <p:txBody>
          <a:bodyPr/>
          <a:lstStyle>
            <a:lvl1pPr>
              <a:defRPr>
                <a:solidFill>
                  <a:schemeClr val="bg1"/>
                </a:solidFill>
              </a:defRPr>
            </a:lvl1pPr>
          </a:lstStyle>
          <a:p>
            <a:r>
              <a:rPr lang="en-US"/>
              <a:t>Click icon to add picture</a:t>
            </a:r>
            <a:endParaRPr lang="en-AU"/>
          </a:p>
        </p:txBody>
      </p:sp>
      <p:sp>
        <p:nvSpPr>
          <p:cNvPr id="29" name="Picture Placeholder 9">
            <a:extLst>
              <a:ext uri="{FF2B5EF4-FFF2-40B4-BE49-F238E27FC236}">
                <a16:creationId xmlns:a16="http://schemas.microsoft.com/office/drawing/2014/main" id="{EA39AF49-433D-7BA8-020C-F405B6D401E3}"/>
              </a:ext>
              <a:ext uri="{C183D7F6-B498-43B3-948B-1728B52AA6E4}">
                <adec:decorative xmlns:adec="http://schemas.microsoft.com/office/drawing/2017/decorative" val="1"/>
              </a:ext>
            </a:extLst>
          </p:cNvPr>
          <p:cNvSpPr>
            <a:spLocks noGrp="1"/>
          </p:cNvSpPr>
          <p:nvPr>
            <p:ph type="pic" sz="quarter" idx="19"/>
          </p:nvPr>
        </p:nvSpPr>
        <p:spPr>
          <a:xfrm>
            <a:off x="8243701" y="1628775"/>
            <a:ext cx="1080000" cy="972000"/>
          </a:xfrm>
        </p:spPr>
        <p:txBody>
          <a:bodyPr/>
          <a:lstStyle>
            <a:lvl1pPr>
              <a:defRPr>
                <a:solidFill>
                  <a:schemeClr val="bg1"/>
                </a:solidFill>
              </a:defRPr>
            </a:lvl1pPr>
          </a:lstStyle>
          <a:p>
            <a:r>
              <a:rPr lang="en-US"/>
              <a:t>Click icon to add picture</a:t>
            </a:r>
            <a:endParaRPr lang="en-AU"/>
          </a:p>
        </p:txBody>
      </p:sp>
    </p:spTree>
    <p:extLst>
      <p:ext uri="{BB962C8B-B14F-4D97-AF65-F5344CB8AC3E}">
        <p14:creationId xmlns:p14="http://schemas.microsoft.com/office/powerpoint/2010/main" val="360139301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Multipl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21041" cy="538616"/>
          </a:xfrm>
        </p:spPr>
        <p:txBody>
          <a:bodyPr/>
          <a:lstStyle/>
          <a:p>
            <a:r>
              <a:rPr lang="en-US"/>
              <a:t>Click to edit Master title style</a:t>
            </a:r>
            <a:endParaRPr lang="en-AU"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21041" cy="314516"/>
          </a:xfrm>
        </p:spPr>
        <p:txBody>
          <a:bodyPr>
            <a:noAutofit/>
          </a:bodyPr>
          <a:lstStyle>
            <a:lvl1pPr marL="0" indent="0">
              <a:buNone/>
              <a:defRPr sz="2000" cap="all" baseline="0">
                <a:solidFill>
                  <a:schemeClr val="bg2"/>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p>
            <a:fld id="{A17E76C1-6860-4658-ACAF-BC70864B9A34}" type="datetime1">
              <a:rPr lang="en-AU" smtClean="0"/>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AU"/>
          </a:p>
        </p:txBody>
      </p:sp>
      <p:sp>
        <p:nvSpPr>
          <p:cNvPr id="12" name="Text Placeholder 11">
            <a:extLst>
              <a:ext uri="{FF2B5EF4-FFF2-40B4-BE49-F238E27FC236}">
                <a16:creationId xmlns:a16="http://schemas.microsoft.com/office/drawing/2014/main" id="{D39648AA-1896-A973-6E34-2A2340E1B8DA}"/>
              </a:ext>
            </a:extLst>
          </p:cNvPr>
          <p:cNvSpPr>
            <a:spLocks noGrp="1"/>
          </p:cNvSpPr>
          <p:nvPr>
            <p:ph type="body" sz="quarter" idx="15"/>
          </p:nvPr>
        </p:nvSpPr>
        <p:spPr>
          <a:xfrm>
            <a:off x="623888" y="2648343"/>
            <a:ext cx="1965325" cy="3552441"/>
          </a:xfrm>
        </p:spPr>
        <p:txBody>
          <a:bodyPr lIns="0"/>
          <a:lstStyle/>
          <a:p>
            <a:pPr lvl="0"/>
            <a:r>
              <a:rPr lang="en-US"/>
              <a:t>Click to edit Master text styles</a:t>
            </a:r>
          </a:p>
        </p:txBody>
      </p:sp>
      <p:sp>
        <p:nvSpPr>
          <p:cNvPr id="14" name="Text Placeholder 11">
            <a:extLst>
              <a:ext uri="{FF2B5EF4-FFF2-40B4-BE49-F238E27FC236}">
                <a16:creationId xmlns:a16="http://schemas.microsoft.com/office/drawing/2014/main" id="{D6817FBA-FFA8-F6BD-ECDA-D1951F4CA1ED}"/>
              </a:ext>
            </a:extLst>
          </p:cNvPr>
          <p:cNvSpPr>
            <a:spLocks noGrp="1"/>
          </p:cNvSpPr>
          <p:nvPr>
            <p:ph type="body" sz="quarter" idx="17"/>
          </p:nvPr>
        </p:nvSpPr>
        <p:spPr>
          <a:xfrm>
            <a:off x="2892510" y="2648343"/>
            <a:ext cx="1965325" cy="3552441"/>
          </a:xfrm>
        </p:spPr>
        <p:txBody>
          <a:bodyPr lIns="0"/>
          <a:lstStyle/>
          <a:p>
            <a:pPr lvl="0"/>
            <a:r>
              <a:rPr lang="en-US"/>
              <a:t>Click to edit Master text styles</a:t>
            </a:r>
          </a:p>
        </p:txBody>
      </p:sp>
      <p:sp>
        <p:nvSpPr>
          <p:cNvPr id="16" name="Text Placeholder 11">
            <a:extLst>
              <a:ext uri="{FF2B5EF4-FFF2-40B4-BE49-F238E27FC236}">
                <a16:creationId xmlns:a16="http://schemas.microsoft.com/office/drawing/2014/main" id="{CB2465CA-371B-F473-3AFF-C27B3B2E93FE}"/>
              </a:ext>
            </a:extLst>
          </p:cNvPr>
          <p:cNvSpPr>
            <a:spLocks noGrp="1"/>
          </p:cNvSpPr>
          <p:nvPr>
            <p:ph type="body" sz="quarter" idx="19"/>
          </p:nvPr>
        </p:nvSpPr>
        <p:spPr>
          <a:xfrm>
            <a:off x="5161132" y="2648343"/>
            <a:ext cx="1965325" cy="3552441"/>
          </a:xfrm>
        </p:spPr>
        <p:txBody>
          <a:bodyPr lIns="0"/>
          <a:lstStyle/>
          <a:p>
            <a:pPr lvl="0"/>
            <a:r>
              <a:rPr lang="en-US"/>
              <a:t>Click to edit Master text styles</a:t>
            </a:r>
          </a:p>
        </p:txBody>
      </p:sp>
      <p:sp>
        <p:nvSpPr>
          <p:cNvPr id="18" name="Text Placeholder 11">
            <a:extLst>
              <a:ext uri="{FF2B5EF4-FFF2-40B4-BE49-F238E27FC236}">
                <a16:creationId xmlns:a16="http://schemas.microsoft.com/office/drawing/2014/main" id="{E795FE70-7B56-EE83-8113-34015BDE0DB7}"/>
              </a:ext>
            </a:extLst>
          </p:cNvPr>
          <p:cNvSpPr>
            <a:spLocks noGrp="1"/>
          </p:cNvSpPr>
          <p:nvPr>
            <p:ph type="body" sz="quarter" idx="21"/>
          </p:nvPr>
        </p:nvSpPr>
        <p:spPr>
          <a:xfrm>
            <a:off x="7429754" y="2648343"/>
            <a:ext cx="1965325" cy="3552441"/>
          </a:xfrm>
        </p:spPr>
        <p:txBody>
          <a:bodyPr lIns="0"/>
          <a:lstStyle/>
          <a:p>
            <a:pPr lvl="0"/>
            <a:r>
              <a:rPr lang="en-US"/>
              <a:t>Click to edit Master text styles</a:t>
            </a:r>
          </a:p>
        </p:txBody>
      </p:sp>
      <p:sp>
        <p:nvSpPr>
          <p:cNvPr id="20" name="Text Placeholder 11">
            <a:extLst>
              <a:ext uri="{FF2B5EF4-FFF2-40B4-BE49-F238E27FC236}">
                <a16:creationId xmlns:a16="http://schemas.microsoft.com/office/drawing/2014/main" id="{E9201BF0-E79A-9003-6A82-A2A6A4D03B9D}"/>
              </a:ext>
            </a:extLst>
          </p:cNvPr>
          <p:cNvSpPr>
            <a:spLocks noGrp="1"/>
          </p:cNvSpPr>
          <p:nvPr>
            <p:ph type="body" sz="quarter" idx="23"/>
          </p:nvPr>
        </p:nvSpPr>
        <p:spPr>
          <a:xfrm>
            <a:off x="9698376" y="2648343"/>
            <a:ext cx="1965325" cy="3552441"/>
          </a:xfrm>
        </p:spPr>
        <p:txBody>
          <a:bodyPr lIns="0"/>
          <a:lstStyle/>
          <a:p>
            <a:pPr lvl="0"/>
            <a:r>
              <a:rPr lang="en-US"/>
              <a:t>Click to edit Master text styles</a:t>
            </a:r>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baseline="0">
                <a:solidFill>
                  <a:schemeClr val="tx1"/>
                </a:solidFill>
              </a:defRPr>
            </a:lvl1pPr>
          </a:lstStyle>
          <a:p>
            <a:fld id="{6F6F96F8-3C4A-44BA-8813-69AD9933C9F2}" type="slidenum">
              <a:rPr lang="en-AU" smtClean="0"/>
              <a:pPr/>
              <a:t>‹#›</a:t>
            </a:fld>
            <a:endParaRPr lang="en-AU"/>
          </a:p>
        </p:txBody>
      </p:sp>
      <p:sp>
        <p:nvSpPr>
          <p:cNvPr id="3" name="Picture Placeholder 9">
            <a:extLst>
              <a:ext uri="{FF2B5EF4-FFF2-40B4-BE49-F238E27FC236}">
                <a16:creationId xmlns:a16="http://schemas.microsoft.com/office/drawing/2014/main" id="{A7C50B3D-26D2-B495-9D71-A6C147541F87}"/>
              </a:ext>
              <a:ext uri="{C183D7F6-B498-43B3-948B-1728B52AA6E4}">
                <adec:decorative xmlns:adec="http://schemas.microsoft.com/office/drawing/2017/decorative" val="1"/>
              </a:ext>
            </a:extLst>
          </p:cNvPr>
          <p:cNvSpPr>
            <a:spLocks noGrp="1"/>
          </p:cNvSpPr>
          <p:nvPr>
            <p:ph type="pic" sz="quarter" idx="24"/>
          </p:nvPr>
        </p:nvSpPr>
        <p:spPr>
          <a:xfrm>
            <a:off x="623886" y="1628777"/>
            <a:ext cx="756000" cy="684000"/>
          </a:xfrm>
        </p:spPr>
        <p:txBody>
          <a:bodyPr lIns="0"/>
          <a:lstStyle>
            <a:lvl1pPr>
              <a:defRPr>
                <a:solidFill>
                  <a:schemeClr val="tx1"/>
                </a:solidFill>
              </a:defRPr>
            </a:lvl1pPr>
          </a:lstStyle>
          <a:p>
            <a:r>
              <a:rPr lang="en-US"/>
              <a:t>Click icon to add picture</a:t>
            </a:r>
            <a:endParaRPr lang="en-AU"/>
          </a:p>
        </p:txBody>
      </p:sp>
      <p:sp>
        <p:nvSpPr>
          <p:cNvPr id="7" name="Picture Placeholder 9">
            <a:extLst>
              <a:ext uri="{FF2B5EF4-FFF2-40B4-BE49-F238E27FC236}">
                <a16:creationId xmlns:a16="http://schemas.microsoft.com/office/drawing/2014/main" id="{4FA762AB-C438-FA0A-D8A0-AB21F493F1DC}"/>
              </a:ext>
              <a:ext uri="{C183D7F6-B498-43B3-948B-1728B52AA6E4}">
                <adec:decorative xmlns:adec="http://schemas.microsoft.com/office/drawing/2017/decorative" val="1"/>
              </a:ext>
            </a:extLst>
          </p:cNvPr>
          <p:cNvSpPr>
            <a:spLocks noGrp="1"/>
          </p:cNvSpPr>
          <p:nvPr>
            <p:ph type="pic" sz="quarter" idx="25"/>
          </p:nvPr>
        </p:nvSpPr>
        <p:spPr>
          <a:xfrm>
            <a:off x="2892508" y="1628777"/>
            <a:ext cx="756000" cy="684000"/>
          </a:xfrm>
        </p:spPr>
        <p:txBody>
          <a:bodyPr lIns="0"/>
          <a:lstStyle>
            <a:lvl1pPr>
              <a:defRPr>
                <a:solidFill>
                  <a:schemeClr val="tx1"/>
                </a:solidFill>
              </a:defRPr>
            </a:lvl1pPr>
          </a:lstStyle>
          <a:p>
            <a:r>
              <a:rPr lang="en-US"/>
              <a:t>Click icon to add picture</a:t>
            </a:r>
            <a:endParaRPr lang="en-AU"/>
          </a:p>
        </p:txBody>
      </p:sp>
      <p:sp>
        <p:nvSpPr>
          <p:cNvPr id="9" name="Picture Placeholder 9">
            <a:extLst>
              <a:ext uri="{FF2B5EF4-FFF2-40B4-BE49-F238E27FC236}">
                <a16:creationId xmlns:a16="http://schemas.microsoft.com/office/drawing/2014/main" id="{AC30DDD0-CB87-37E4-84FE-DB93139F43B9}"/>
              </a:ext>
              <a:ext uri="{C183D7F6-B498-43B3-948B-1728B52AA6E4}">
                <adec:decorative xmlns:adec="http://schemas.microsoft.com/office/drawing/2017/decorative" val="1"/>
              </a:ext>
            </a:extLst>
          </p:cNvPr>
          <p:cNvSpPr>
            <a:spLocks noGrp="1"/>
          </p:cNvSpPr>
          <p:nvPr>
            <p:ph type="pic" sz="quarter" idx="26"/>
          </p:nvPr>
        </p:nvSpPr>
        <p:spPr>
          <a:xfrm>
            <a:off x="5161130" y="1628777"/>
            <a:ext cx="756000" cy="684000"/>
          </a:xfrm>
        </p:spPr>
        <p:txBody>
          <a:bodyPr lIns="0"/>
          <a:lstStyle>
            <a:lvl1pPr>
              <a:defRPr>
                <a:solidFill>
                  <a:schemeClr val="tx1"/>
                </a:solidFill>
              </a:defRPr>
            </a:lvl1pPr>
          </a:lstStyle>
          <a:p>
            <a:r>
              <a:rPr lang="en-US"/>
              <a:t>Click icon to add picture</a:t>
            </a:r>
            <a:endParaRPr lang="en-AU"/>
          </a:p>
        </p:txBody>
      </p:sp>
      <p:sp>
        <p:nvSpPr>
          <p:cNvPr id="11" name="Picture Placeholder 9">
            <a:extLst>
              <a:ext uri="{FF2B5EF4-FFF2-40B4-BE49-F238E27FC236}">
                <a16:creationId xmlns:a16="http://schemas.microsoft.com/office/drawing/2014/main" id="{8DE9033D-49D4-8FD2-F205-4A61377FEC9C}"/>
              </a:ext>
              <a:ext uri="{C183D7F6-B498-43B3-948B-1728B52AA6E4}">
                <adec:decorative xmlns:adec="http://schemas.microsoft.com/office/drawing/2017/decorative" val="1"/>
              </a:ext>
            </a:extLst>
          </p:cNvPr>
          <p:cNvSpPr>
            <a:spLocks noGrp="1"/>
          </p:cNvSpPr>
          <p:nvPr>
            <p:ph type="pic" sz="quarter" idx="27"/>
          </p:nvPr>
        </p:nvSpPr>
        <p:spPr>
          <a:xfrm>
            <a:off x="7429752" y="1628777"/>
            <a:ext cx="756000" cy="684000"/>
          </a:xfrm>
        </p:spPr>
        <p:txBody>
          <a:bodyPr lIns="0"/>
          <a:lstStyle>
            <a:lvl1pPr>
              <a:defRPr>
                <a:solidFill>
                  <a:schemeClr val="tx1"/>
                </a:solidFill>
              </a:defRPr>
            </a:lvl1pPr>
          </a:lstStyle>
          <a:p>
            <a:r>
              <a:rPr lang="en-US"/>
              <a:t>Click icon to add picture</a:t>
            </a:r>
            <a:endParaRPr lang="en-AU"/>
          </a:p>
        </p:txBody>
      </p:sp>
      <p:sp>
        <p:nvSpPr>
          <p:cNvPr id="21" name="Picture Placeholder 9">
            <a:extLst>
              <a:ext uri="{FF2B5EF4-FFF2-40B4-BE49-F238E27FC236}">
                <a16:creationId xmlns:a16="http://schemas.microsoft.com/office/drawing/2014/main" id="{34C24C9C-0F16-6B5E-805F-E9675F8942EA}"/>
              </a:ext>
              <a:ext uri="{C183D7F6-B498-43B3-948B-1728B52AA6E4}">
                <adec:decorative xmlns:adec="http://schemas.microsoft.com/office/drawing/2017/decorative" val="1"/>
              </a:ext>
            </a:extLst>
          </p:cNvPr>
          <p:cNvSpPr>
            <a:spLocks noGrp="1"/>
          </p:cNvSpPr>
          <p:nvPr>
            <p:ph type="pic" sz="quarter" idx="28"/>
          </p:nvPr>
        </p:nvSpPr>
        <p:spPr>
          <a:xfrm>
            <a:off x="9695710" y="1628777"/>
            <a:ext cx="756000" cy="684000"/>
          </a:xfrm>
        </p:spPr>
        <p:txBody>
          <a:bodyPr lIns="0"/>
          <a:lstStyle>
            <a:lvl1pPr>
              <a:defRPr>
                <a:solidFill>
                  <a:schemeClr val="tx1"/>
                </a:solidFill>
              </a:defRPr>
            </a:lvl1pPr>
          </a:lstStyle>
          <a:p>
            <a:r>
              <a:rPr lang="en-US"/>
              <a:t>Click icon to add picture</a:t>
            </a:r>
            <a:endParaRPr lang="en-AU"/>
          </a:p>
        </p:txBody>
      </p:sp>
    </p:spTree>
    <p:extLst>
      <p:ext uri="{BB962C8B-B14F-4D97-AF65-F5344CB8AC3E}">
        <p14:creationId xmlns:p14="http://schemas.microsoft.com/office/powerpoint/2010/main" val="382693960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Multiple columns_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21041" cy="538616"/>
          </a:xfrm>
        </p:spPr>
        <p:txBody>
          <a:bodyPr/>
          <a:lstStyle/>
          <a:p>
            <a:r>
              <a:rPr lang="en-US"/>
              <a:t>Click to edit Master title style</a:t>
            </a:r>
            <a:endParaRPr lang="en-AU"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21041" cy="314516"/>
          </a:xfrm>
        </p:spPr>
        <p:txBody>
          <a:bodyPr>
            <a:noAutofit/>
          </a:bodyPr>
          <a:lstStyle>
            <a:lvl1pPr marL="0" indent="0">
              <a:buNone/>
              <a:defRPr sz="2000" cap="all" baseline="0">
                <a:solidFill>
                  <a:schemeClr val="bg2"/>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p>
            <a:fld id="{A17E76C1-6860-4658-ACAF-BC70864B9A34}" type="datetime1">
              <a:rPr lang="en-AU" smtClean="0"/>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AU"/>
          </a:p>
        </p:txBody>
      </p:sp>
      <p:sp>
        <p:nvSpPr>
          <p:cNvPr id="12" name="Text Placeholder 11">
            <a:extLst>
              <a:ext uri="{FF2B5EF4-FFF2-40B4-BE49-F238E27FC236}">
                <a16:creationId xmlns:a16="http://schemas.microsoft.com/office/drawing/2014/main" id="{D39648AA-1896-A973-6E34-2A2340E1B8DA}"/>
              </a:ext>
            </a:extLst>
          </p:cNvPr>
          <p:cNvSpPr>
            <a:spLocks noGrp="1"/>
          </p:cNvSpPr>
          <p:nvPr>
            <p:ph type="body" sz="quarter" idx="15"/>
          </p:nvPr>
        </p:nvSpPr>
        <p:spPr>
          <a:xfrm>
            <a:off x="623888" y="2648343"/>
            <a:ext cx="1965325" cy="3552441"/>
          </a:xfrm>
        </p:spPr>
        <p:txBody>
          <a:bodyPr lIns="0"/>
          <a:lstStyle/>
          <a:p>
            <a:pPr lvl="0"/>
            <a:r>
              <a:rPr lang="en-US"/>
              <a:t>Click to edit Master text styles</a:t>
            </a:r>
          </a:p>
        </p:txBody>
      </p:sp>
      <p:sp>
        <p:nvSpPr>
          <p:cNvPr id="14" name="Text Placeholder 11">
            <a:extLst>
              <a:ext uri="{FF2B5EF4-FFF2-40B4-BE49-F238E27FC236}">
                <a16:creationId xmlns:a16="http://schemas.microsoft.com/office/drawing/2014/main" id="{D6817FBA-FFA8-F6BD-ECDA-D1951F4CA1ED}"/>
              </a:ext>
            </a:extLst>
          </p:cNvPr>
          <p:cNvSpPr>
            <a:spLocks noGrp="1"/>
          </p:cNvSpPr>
          <p:nvPr>
            <p:ph type="body" sz="quarter" idx="17"/>
          </p:nvPr>
        </p:nvSpPr>
        <p:spPr>
          <a:xfrm>
            <a:off x="2892510" y="2648343"/>
            <a:ext cx="1965325" cy="3552441"/>
          </a:xfrm>
        </p:spPr>
        <p:txBody>
          <a:bodyPr lIns="0"/>
          <a:lstStyle/>
          <a:p>
            <a:pPr lvl="0"/>
            <a:r>
              <a:rPr lang="en-US"/>
              <a:t>Click to edit Master text styles</a:t>
            </a:r>
          </a:p>
        </p:txBody>
      </p:sp>
      <p:sp>
        <p:nvSpPr>
          <p:cNvPr id="16" name="Text Placeholder 11">
            <a:extLst>
              <a:ext uri="{FF2B5EF4-FFF2-40B4-BE49-F238E27FC236}">
                <a16:creationId xmlns:a16="http://schemas.microsoft.com/office/drawing/2014/main" id="{CB2465CA-371B-F473-3AFF-C27B3B2E93FE}"/>
              </a:ext>
            </a:extLst>
          </p:cNvPr>
          <p:cNvSpPr>
            <a:spLocks noGrp="1"/>
          </p:cNvSpPr>
          <p:nvPr>
            <p:ph type="body" sz="quarter" idx="19"/>
          </p:nvPr>
        </p:nvSpPr>
        <p:spPr>
          <a:xfrm>
            <a:off x="5161132" y="2648343"/>
            <a:ext cx="1965325" cy="3552441"/>
          </a:xfrm>
        </p:spPr>
        <p:txBody>
          <a:bodyPr lIns="0"/>
          <a:lstStyle/>
          <a:p>
            <a:pPr lvl="0"/>
            <a:r>
              <a:rPr lang="en-US"/>
              <a:t>Click to edit Master text styles</a:t>
            </a:r>
          </a:p>
        </p:txBody>
      </p:sp>
      <p:sp>
        <p:nvSpPr>
          <p:cNvPr id="18" name="Text Placeholder 11">
            <a:extLst>
              <a:ext uri="{FF2B5EF4-FFF2-40B4-BE49-F238E27FC236}">
                <a16:creationId xmlns:a16="http://schemas.microsoft.com/office/drawing/2014/main" id="{E795FE70-7B56-EE83-8113-34015BDE0DB7}"/>
              </a:ext>
            </a:extLst>
          </p:cNvPr>
          <p:cNvSpPr>
            <a:spLocks noGrp="1"/>
          </p:cNvSpPr>
          <p:nvPr>
            <p:ph type="body" sz="quarter" idx="21"/>
          </p:nvPr>
        </p:nvSpPr>
        <p:spPr>
          <a:xfrm>
            <a:off x="7429754" y="2648343"/>
            <a:ext cx="1965325" cy="3552441"/>
          </a:xfrm>
        </p:spPr>
        <p:txBody>
          <a:bodyPr lIns="0"/>
          <a:lstStyle/>
          <a:p>
            <a:pPr lvl="0"/>
            <a:r>
              <a:rPr lang="en-US"/>
              <a:t>Click to edit Master text styles</a:t>
            </a:r>
          </a:p>
        </p:txBody>
      </p:sp>
      <p:sp>
        <p:nvSpPr>
          <p:cNvPr id="20" name="Text Placeholder 11">
            <a:extLst>
              <a:ext uri="{FF2B5EF4-FFF2-40B4-BE49-F238E27FC236}">
                <a16:creationId xmlns:a16="http://schemas.microsoft.com/office/drawing/2014/main" id="{E9201BF0-E79A-9003-6A82-A2A6A4D03B9D}"/>
              </a:ext>
            </a:extLst>
          </p:cNvPr>
          <p:cNvSpPr>
            <a:spLocks noGrp="1"/>
          </p:cNvSpPr>
          <p:nvPr>
            <p:ph type="body" sz="quarter" idx="23"/>
          </p:nvPr>
        </p:nvSpPr>
        <p:spPr>
          <a:xfrm>
            <a:off x="9698376" y="2648343"/>
            <a:ext cx="1965325" cy="3552441"/>
          </a:xfrm>
        </p:spPr>
        <p:txBody>
          <a:bodyPr lIns="0"/>
          <a:lstStyle/>
          <a:p>
            <a:pPr lvl="0"/>
            <a:r>
              <a:rPr lang="en-US"/>
              <a:t>Click to edit Master text styles</a:t>
            </a:r>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baseline="0">
                <a:solidFill>
                  <a:schemeClr val="tx1"/>
                </a:solidFill>
              </a:defRPr>
            </a:lvl1pPr>
          </a:lstStyle>
          <a:p>
            <a:fld id="{6F6F96F8-3C4A-44BA-8813-69AD9933C9F2}" type="slidenum">
              <a:rPr lang="en-AU" smtClean="0"/>
              <a:pPr/>
              <a:t>‹#›</a:t>
            </a:fld>
            <a:endParaRPr lang="en-AU"/>
          </a:p>
        </p:txBody>
      </p:sp>
      <p:sp>
        <p:nvSpPr>
          <p:cNvPr id="3" name="Picture Placeholder 9">
            <a:extLst>
              <a:ext uri="{FF2B5EF4-FFF2-40B4-BE49-F238E27FC236}">
                <a16:creationId xmlns:a16="http://schemas.microsoft.com/office/drawing/2014/main" id="{A7C50B3D-26D2-B495-9D71-A6C147541F87}"/>
              </a:ext>
              <a:ext uri="{C183D7F6-B498-43B3-948B-1728B52AA6E4}">
                <adec:decorative xmlns:adec="http://schemas.microsoft.com/office/drawing/2017/decorative" val="1"/>
              </a:ext>
            </a:extLst>
          </p:cNvPr>
          <p:cNvSpPr>
            <a:spLocks noGrp="1"/>
          </p:cNvSpPr>
          <p:nvPr>
            <p:ph type="pic" sz="quarter" idx="24"/>
          </p:nvPr>
        </p:nvSpPr>
        <p:spPr>
          <a:xfrm>
            <a:off x="623886" y="1628777"/>
            <a:ext cx="756000" cy="684000"/>
          </a:xfrm>
        </p:spPr>
        <p:txBody>
          <a:bodyPr lIns="0"/>
          <a:lstStyle>
            <a:lvl1pPr>
              <a:defRPr>
                <a:solidFill>
                  <a:schemeClr val="tx1"/>
                </a:solidFill>
              </a:defRPr>
            </a:lvl1pPr>
          </a:lstStyle>
          <a:p>
            <a:r>
              <a:rPr lang="en-US"/>
              <a:t>Click icon to add picture</a:t>
            </a:r>
            <a:endParaRPr lang="en-AU"/>
          </a:p>
        </p:txBody>
      </p:sp>
      <p:sp>
        <p:nvSpPr>
          <p:cNvPr id="7" name="Picture Placeholder 9">
            <a:extLst>
              <a:ext uri="{FF2B5EF4-FFF2-40B4-BE49-F238E27FC236}">
                <a16:creationId xmlns:a16="http://schemas.microsoft.com/office/drawing/2014/main" id="{4FA762AB-C438-FA0A-D8A0-AB21F493F1DC}"/>
              </a:ext>
              <a:ext uri="{C183D7F6-B498-43B3-948B-1728B52AA6E4}">
                <adec:decorative xmlns:adec="http://schemas.microsoft.com/office/drawing/2017/decorative" val="1"/>
              </a:ext>
            </a:extLst>
          </p:cNvPr>
          <p:cNvSpPr>
            <a:spLocks noGrp="1"/>
          </p:cNvSpPr>
          <p:nvPr>
            <p:ph type="pic" sz="quarter" idx="25"/>
          </p:nvPr>
        </p:nvSpPr>
        <p:spPr>
          <a:xfrm>
            <a:off x="2892508" y="1628777"/>
            <a:ext cx="756000" cy="684000"/>
          </a:xfrm>
        </p:spPr>
        <p:txBody>
          <a:bodyPr lIns="0"/>
          <a:lstStyle>
            <a:lvl1pPr>
              <a:defRPr>
                <a:solidFill>
                  <a:schemeClr val="tx1"/>
                </a:solidFill>
              </a:defRPr>
            </a:lvl1pPr>
          </a:lstStyle>
          <a:p>
            <a:r>
              <a:rPr lang="en-US"/>
              <a:t>Click icon to add picture</a:t>
            </a:r>
            <a:endParaRPr lang="en-AU"/>
          </a:p>
        </p:txBody>
      </p:sp>
      <p:sp>
        <p:nvSpPr>
          <p:cNvPr id="9" name="Picture Placeholder 9">
            <a:extLst>
              <a:ext uri="{FF2B5EF4-FFF2-40B4-BE49-F238E27FC236}">
                <a16:creationId xmlns:a16="http://schemas.microsoft.com/office/drawing/2014/main" id="{AC30DDD0-CB87-37E4-84FE-DB93139F43B9}"/>
              </a:ext>
              <a:ext uri="{C183D7F6-B498-43B3-948B-1728B52AA6E4}">
                <adec:decorative xmlns:adec="http://schemas.microsoft.com/office/drawing/2017/decorative" val="1"/>
              </a:ext>
            </a:extLst>
          </p:cNvPr>
          <p:cNvSpPr>
            <a:spLocks noGrp="1"/>
          </p:cNvSpPr>
          <p:nvPr>
            <p:ph type="pic" sz="quarter" idx="26"/>
          </p:nvPr>
        </p:nvSpPr>
        <p:spPr>
          <a:xfrm>
            <a:off x="5161130" y="1628777"/>
            <a:ext cx="756000" cy="684000"/>
          </a:xfrm>
        </p:spPr>
        <p:txBody>
          <a:bodyPr lIns="0"/>
          <a:lstStyle>
            <a:lvl1pPr>
              <a:defRPr>
                <a:solidFill>
                  <a:schemeClr val="tx1"/>
                </a:solidFill>
              </a:defRPr>
            </a:lvl1pPr>
          </a:lstStyle>
          <a:p>
            <a:r>
              <a:rPr lang="en-US"/>
              <a:t>Click icon to add picture</a:t>
            </a:r>
            <a:endParaRPr lang="en-AU"/>
          </a:p>
        </p:txBody>
      </p:sp>
      <p:sp>
        <p:nvSpPr>
          <p:cNvPr id="11" name="Picture Placeholder 9">
            <a:extLst>
              <a:ext uri="{FF2B5EF4-FFF2-40B4-BE49-F238E27FC236}">
                <a16:creationId xmlns:a16="http://schemas.microsoft.com/office/drawing/2014/main" id="{8DE9033D-49D4-8FD2-F205-4A61377FEC9C}"/>
              </a:ext>
              <a:ext uri="{C183D7F6-B498-43B3-948B-1728B52AA6E4}">
                <adec:decorative xmlns:adec="http://schemas.microsoft.com/office/drawing/2017/decorative" val="1"/>
              </a:ext>
            </a:extLst>
          </p:cNvPr>
          <p:cNvSpPr>
            <a:spLocks noGrp="1"/>
          </p:cNvSpPr>
          <p:nvPr>
            <p:ph type="pic" sz="quarter" idx="27"/>
          </p:nvPr>
        </p:nvSpPr>
        <p:spPr>
          <a:xfrm>
            <a:off x="7429752" y="1628777"/>
            <a:ext cx="756000" cy="684000"/>
          </a:xfrm>
        </p:spPr>
        <p:txBody>
          <a:bodyPr lIns="0"/>
          <a:lstStyle>
            <a:lvl1pPr>
              <a:defRPr>
                <a:solidFill>
                  <a:schemeClr val="tx1"/>
                </a:solidFill>
              </a:defRPr>
            </a:lvl1pPr>
          </a:lstStyle>
          <a:p>
            <a:r>
              <a:rPr lang="en-US"/>
              <a:t>Click icon to add picture</a:t>
            </a:r>
            <a:endParaRPr lang="en-AU"/>
          </a:p>
        </p:txBody>
      </p:sp>
      <p:sp>
        <p:nvSpPr>
          <p:cNvPr id="21" name="Picture Placeholder 9">
            <a:extLst>
              <a:ext uri="{FF2B5EF4-FFF2-40B4-BE49-F238E27FC236}">
                <a16:creationId xmlns:a16="http://schemas.microsoft.com/office/drawing/2014/main" id="{34C24C9C-0F16-6B5E-805F-E9675F8942EA}"/>
              </a:ext>
              <a:ext uri="{C183D7F6-B498-43B3-948B-1728B52AA6E4}">
                <adec:decorative xmlns:adec="http://schemas.microsoft.com/office/drawing/2017/decorative" val="1"/>
              </a:ext>
            </a:extLst>
          </p:cNvPr>
          <p:cNvSpPr>
            <a:spLocks noGrp="1"/>
          </p:cNvSpPr>
          <p:nvPr>
            <p:ph type="pic" sz="quarter" idx="28"/>
          </p:nvPr>
        </p:nvSpPr>
        <p:spPr>
          <a:xfrm>
            <a:off x="9695710" y="1628777"/>
            <a:ext cx="756000" cy="684000"/>
          </a:xfrm>
        </p:spPr>
        <p:txBody>
          <a:bodyPr lIns="0"/>
          <a:lstStyle>
            <a:lvl1pPr>
              <a:defRPr>
                <a:solidFill>
                  <a:schemeClr val="tx1"/>
                </a:solidFill>
              </a:defRPr>
            </a:lvl1pPr>
          </a:lstStyle>
          <a:p>
            <a:r>
              <a:rPr lang="en-US"/>
              <a:t>Click icon to add picture</a:t>
            </a:r>
            <a:endParaRPr lang="en-AU"/>
          </a:p>
        </p:txBody>
      </p:sp>
    </p:spTree>
    <p:extLst>
      <p:ext uri="{BB962C8B-B14F-4D97-AF65-F5344CB8AC3E}">
        <p14:creationId xmlns:p14="http://schemas.microsoft.com/office/powerpoint/2010/main" val="378397977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Multiple columns_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6" y="245155"/>
            <a:ext cx="8948759" cy="538616"/>
          </a:xfrm>
        </p:spPr>
        <p:txBody>
          <a:bodyPr/>
          <a:lstStyle>
            <a:lvl1pPr>
              <a:defRPr>
                <a:solidFill>
                  <a:schemeClr val="bg1"/>
                </a:solidFill>
              </a:defRPr>
            </a:lvl1pPr>
          </a:lstStyle>
          <a:p>
            <a:r>
              <a:rPr lang="en-US"/>
              <a:t>Click to edit Master title style</a:t>
            </a:r>
            <a:endParaRPr lang="en-AU" dirty="0"/>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p>
            <a:fld id="{A17E76C1-6860-4658-ACAF-BC70864B9A34}" type="datetime1">
              <a:rPr lang="en-AU" smtClean="0"/>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AU"/>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7" y="741399"/>
            <a:ext cx="8948759"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pic>
        <p:nvPicPr>
          <p:cNvPr id="3" name="Picture 2">
            <a:extLst>
              <a:ext uri="{FF2B5EF4-FFF2-40B4-BE49-F238E27FC236}">
                <a16:creationId xmlns:a16="http://schemas.microsoft.com/office/drawing/2014/main" id="{3E14397D-9372-B0C1-F0EE-6A77DE87ACEA}"/>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5834"/>
            <a:ext cx="2267717" cy="899162"/>
          </a:xfrm>
          <a:prstGeom prst="rect">
            <a:avLst/>
          </a:prstGeom>
        </p:spPr>
      </p:pic>
      <p:sp>
        <p:nvSpPr>
          <p:cNvPr id="7" name="Parallelogram 5">
            <a:extLst>
              <a:ext uri="{FF2B5EF4-FFF2-40B4-BE49-F238E27FC236}">
                <a16:creationId xmlns:a16="http://schemas.microsoft.com/office/drawing/2014/main" id="{CA5619A8-2165-0556-9633-56C8ACDA653A}"/>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9" name="Straight Connector 8">
            <a:extLst>
              <a:ext uri="{FF2B5EF4-FFF2-40B4-BE49-F238E27FC236}">
                <a16:creationId xmlns:a16="http://schemas.microsoft.com/office/drawing/2014/main" id="{4548E1DD-08A6-6C74-728A-133FA097A0E0}"/>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 Placeholder 11">
            <a:extLst>
              <a:ext uri="{FF2B5EF4-FFF2-40B4-BE49-F238E27FC236}">
                <a16:creationId xmlns:a16="http://schemas.microsoft.com/office/drawing/2014/main" id="{049E58F3-D034-9026-6B28-4CCBF2DCE621}"/>
              </a:ext>
            </a:extLst>
          </p:cNvPr>
          <p:cNvSpPr>
            <a:spLocks noGrp="1"/>
          </p:cNvSpPr>
          <p:nvPr>
            <p:ph type="body" sz="quarter" idx="15"/>
          </p:nvPr>
        </p:nvSpPr>
        <p:spPr>
          <a:xfrm>
            <a:off x="623888" y="2648343"/>
            <a:ext cx="1965325" cy="3552441"/>
          </a:xfrm>
        </p:spPr>
        <p:txBody>
          <a:bodyPr lIns="0"/>
          <a:lstStyle>
            <a:lvl1pPr>
              <a:defRPr>
                <a:solidFill>
                  <a:schemeClr val="bg1"/>
                </a:solidFill>
              </a:defRPr>
            </a:lvl1pPr>
          </a:lstStyle>
          <a:p>
            <a:pPr lvl="0"/>
            <a:r>
              <a:rPr lang="en-US"/>
              <a:t>Click to edit Master text styles</a:t>
            </a:r>
          </a:p>
        </p:txBody>
      </p:sp>
      <p:sp>
        <p:nvSpPr>
          <p:cNvPr id="21" name="Text Placeholder 11">
            <a:extLst>
              <a:ext uri="{FF2B5EF4-FFF2-40B4-BE49-F238E27FC236}">
                <a16:creationId xmlns:a16="http://schemas.microsoft.com/office/drawing/2014/main" id="{636A7477-66A7-786C-75A9-61439DC9D566}"/>
              </a:ext>
            </a:extLst>
          </p:cNvPr>
          <p:cNvSpPr>
            <a:spLocks noGrp="1"/>
          </p:cNvSpPr>
          <p:nvPr>
            <p:ph type="body" sz="quarter" idx="17"/>
          </p:nvPr>
        </p:nvSpPr>
        <p:spPr>
          <a:xfrm>
            <a:off x="2892510" y="2648343"/>
            <a:ext cx="1965325" cy="3552441"/>
          </a:xfrm>
        </p:spPr>
        <p:txBody>
          <a:bodyPr lIns="0"/>
          <a:lstStyle>
            <a:lvl1pPr>
              <a:defRPr>
                <a:solidFill>
                  <a:schemeClr val="bg1"/>
                </a:solidFill>
              </a:defRPr>
            </a:lvl1pPr>
          </a:lstStyle>
          <a:p>
            <a:pPr lvl="0"/>
            <a:r>
              <a:rPr lang="en-US"/>
              <a:t>Click to edit Master text styles</a:t>
            </a:r>
          </a:p>
        </p:txBody>
      </p:sp>
      <p:sp>
        <p:nvSpPr>
          <p:cNvPr id="22" name="Text Placeholder 11">
            <a:extLst>
              <a:ext uri="{FF2B5EF4-FFF2-40B4-BE49-F238E27FC236}">
                <a16:creationId xmlns:a16="http://schemas.microsoft.com/office/drawing/2014/main" id="{620FE1F0-0925-22C6-B62D-7807832244F3}"/>
              </a:ext>
            </a:extLst>
          </p:cNvPr>
          <p:cNvSpPr>
            <a:spLocks noGrp="1"/>
          </p:cNvSpPr>
          <p:nvPr>
            <p:ph type="body" sz="quarter" idx="19"/>
          </p:nvPr>
        </p:nvSpPr>
        <p:spPr>
          <a:xfrm>
            <a:off x="5161132" y="2648343"/>
            <a:ext cx="1965325" cy="3552441"/>
          </a:xfrm>
        </p:spPr>
        <p:txBody>
          <a:bodyPr lIns="0"/>
          <a:lstStyle>
            <a:lvl1pPr>
              <a:defRPr>
                <a:solidFill>
                  <a:schemeClr val="bg1"/>
                </a:solidFill>
              </a:defRPr>
            </a:lvl1pPr>
          </a:lstStyle>
          <a:p>
            <a:pPr lvl="0"/>
            <a:r>
              <a:rPr lang="en-US"/>
              <a:t>Click to edit Master text styles</a:t>
            </a:r>
          </a:p>
        </p:txBody>
      </p:sp>
      <p:sp>
        <p:nvSpPr>
          <p:cNvPr id="23" name="Text Placeholder 11">
            <a:extLst>
              <a:ext uri="{FF2B5EF4-FFF2-40B4-BE49-F238E27FC236}">
                <a16:creationId xmlns:a16="http://schemas.microsoft.com/office/drawing/2014/main" id="{FC5CB6F3-679C-CE7E-CC1A-6F9D4E72B26A}"/>
              </a:ext>
            </a:extLst>
          </p:cNvPr>
          <p:cNvSpPr>
            <a:spLocks noGrp="1"/>
          </p:cNvSpPr>
          <p:nvPr>
            <p:ph type="body" sz="quarter" idx="21"/>
          </p:nvPr>
        </p:nvSpPr>
        <p:spPr>
          <a:xfrm>
            <a:off x="7429754" y="2648343"/>
            <a:ext cx="1965325" cy="3552441"/>
          </a:xfrm>
        </p:spPr>
        <p:txBody>
          <a:bodyPr lIns="0"/>
          <a:lstStyle>
            <a:lvl1pPr>
              <a:defRPr>
                <a:solidFill>
                  <a:schemeClr val="bg1"/>
                </a:solidFill>
              </a:defRPr>
            </a:lvl1pPr>
          </a:lstStyle>
          <a:p>
            <a:pPr lvl="0"/>
            <a:r>
              <a:rPr lang="en-US"/>
              <a:t>Click to edit Master text styles</a:t>
            </a:r>
          </a:p>
        </p:txBody>
      </p:sp>
      <p:sp>
        <p:nvSpPr>
          <p:cNvPr id="24" name="Text Placeholder 11">
            <a:extLst>
              <a:ext uri="{FF2B5EF4-FFF2-40B4-BE49-F238E27FC236}">
                <a16:creationId xmlns:a16="http://schemas.microsoft.com/office/drawing/2014/main" id="{1C674B57-48D0-07E0-EF0A-0431C18EB368}"/>
              </a:ext>
            </a:extLst>
          </p:cNvPr>
          <p:cNvSpPr>
            <a:spLocks noGrp="1"/>
          </p:cNvSpPr>
          <p:nvPr>
            <p:ph type="body" sz="quarter" idx="23"/>
          </p:nvPr>
        </p:nvSpPr>
        <p:spPr>
          <a:xfrm>
            <a:off x="9698376" y="2648343"/>
            <a:ext cx="1965325" cy="3552441"/>
          </a:xfrm>
        </p:spPr>
        <p:txBody>
          <a:bodyPr lIns="0"/>
          <a:lstStyle>
            <a:lvl1pPr>
              <a:defRPr>
                <a:solidFill>
                  <a:schemeClr val="bg1"/>
                </a:solidFill>
              </a:defRPr>
            </a:lvl1pPr>
          </a:lstStyle>
          <a:p>
            <a:pPr lvl="0"/>
            <a:r>
              <a:rPr lang="en-US"/>
              <a:t>Click to edit Master text styles</a:t>
            </a:r>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baseline="0">
                <a:solidFill>
                  <a:schemeClr val="bg1"/>
                </a:solidFill>
              </a:defRPr>
            </a:lvl1pPr>
          </a:lstStyle>
          <a:p>
            <a:fld id="{6F6F96F8-3C4A-44BA-8813-69AD9933C9F2}" type="slidenum">
              <a:rPr lang="en-AU" smtClean="0"/>
              <a:pPr/>
              <a:t>‹#›</a:t>
            </a:fld>
            <a:endParaRPr lang="en-AU"/>
          </a:p>
        </p:txBody>
      </p:sp>
      <p:sp>
        <p:nvSpPr>
          <p:cNvPr id="25" name="Picture Placeholder 9">
            <a:extLst>
              <a:ext uri="{FF2B5EF4-FFF2-40B4-BE49-F238E27FC236}">
                <a16:creationId xmlns:a16="http://schemas.microsoft.com/office/drawing/2014/main" id="{A86B16E5-F334-65C6-B6D1-6F0E3F975F47}"/>
              </a:ext>
              <a:ext uri="{C183D7F6-B498-43B3-948B-1728B52AA6E4}">
                <adec:decorative xmlns:adec="http://schemas.microsoft.com/office/drawing/2017/decorative" val="1"/>
              </a:ext>
            </a:extLst>
          </p:cNvPr>
          <p:cNvSpPr>
            <a:spLocks noGrp="1"/>
          </p:cNvSpPr>
          <p:nvPr>
            <p:ph type="pic" sz="quarter" idx="24"/>
          </p:nvPr>
        </p:nvSpPr>
        <p:spPr>
          <a:xfrm>
            <a:off x="623886" y="1628777"/>
            <a:ext cx="756000" cy="684000"/>
          </a:xfrm>
        </p:spPr>
        <p:txBody>
          <a:bodyPr lIns="0"/>
          <a:lstStyle>
            <a:lvl1pPr>
              <a:defRPr>
                <a:solidFill>
                  <a:schemeClr val="bg1"/>
                </a:solidFill>
              </a:defRPr>
            </a:lvl1pPr>
          </a:lstStyle>
          <a:p>
            <a:r>
              <a:rPr lang="en-US"/>
              <a:t>Click icon to add picture</a:t>
            </a:r>
            <a:endParaRPr lang="en-AU"/>
          </a:p>
        </p:txBody>
      </p:sp>
      <p:sp>
        <p:nvSpPr>
          <p:cNvPr id="26" name="Picture Placeholder 9">
            <a:extLst>
              <a:ext uri="{FF2B5EF4-FFF2-40B4-BE49-F238E27FC236}">
                <a16:creationId xmlns:a16="http://schemas.microsoft.com/office/drawing/2014/main" id="{9E700F8E-9116-987A-BEAE-43F981B6550F}"/>
              </a:ext>
              <a:ext uri="{C183D7F6-B498-43B3-948B-1728B52AA6E4}">
                <adec:decorative xmlns:adec="http://schemas.microsoft.com/office/drawing/2017/decorative" val="1"/>
              </a:ext>
            </a:extLst>
          </p:cNvPr>
          <p:cNvSpPr>
            <a:spLocks noGrp="1"/>
          </p:cNvSpPr>
          <p:nvPr>
            <p:ph type="pic" sz="quarter" idx="25"/>
          </p:nvPr>
        </p:nvSpPr>
        <p:spPr>
          <a:xfrm>
            <a:off x="2892508" y="1628777"/>
            <a:ext cx="756000" cy="684000"/>
          </a:xfrm>
        </p:spPr>
        <p:txBody>
          <a:bodyPr lIns="0"/>
          <a:lstStyle>
            <a:lvl1pPr>
              <a:defRPr>
                <a:solidFill>
                  <a:schemeClr val="bg1"/>
                </a:solidFill>
              </a:defRPr>
            </a:lvl1pPr>
          </a:lstStyle>
          <a:p>
            <a:r>
              <a:rPr lang="en-US"/>
              <a:t>Click icon to add picture</a:t>
            </a:r>
            <a:endParaRPr lang="en-AU"/>
          </a:p>
        </p:txBody>
      </p:sp>
      <p:sp>
        <p:nvSpPr>
          <p:cNvPr id="27" name="Picture Placeholder 9">
            <a:extLst>
              <a:ext uri="{FF2B5EF4-FFF2-40B4-BE49-F238E27FC236}">
                <a16:creationId xmlns:a16="http://schemas.microsoft.com/office/drawing/2014/main" id="{11222BAA-416F-87A6-5651-3828AF55DC5B}"/>
              </a:ext>
              <a:ext uri="{C183D7F6-B498-43B3-948B-1728B52AA6E4}">
                <adec:decorative xmlns:adec="http://schemas.microsoft.com/office/drawing/2017/decorative" val="1"/>
              </a:ext>
            </a:extLst>
          </p:cNvPr>
          <p:cNvSpPr>
            <a:spLocks noGrp="1"/>
          </p:cNvSpPr>
          <p:nvPr>
            <p:ph type="pic" sz="quarter" idx="26"/>
          </p:nvPr>
        </p:nvSpPr>
        <p:spPr>
          <a:xfrm>
            <a:off x="5161130" y="1628777"/>
            <a:ext cx="756000" cy="684000"/>
          </a:xfrm>
        </p:spPr>
        <p:txBody>
          <a:bodyPr lIns="0"/>
          <a:lstStyle>
            <a:lvl1pPr>
              <a:defRPr>
                <a:solidFill>
                  <a:schemeClr val="bg1"/>
                </a:solidFill>
              </a:defRPr>
            </a:lvl1pPr>
          </a:lstStyle>
          <a:p>
            <a:r>
              <a:rPr lang="en-US"/>
              <a:t>Click icon to add picture</a:t>
            </a:r>
            <a:endParaRPr lang="en-AU"/>
          </a:p>
        </p:txBody>
      </p:sp>
      <p:sp>
        <p:nvSpPr>
          <p:cNvPr id="28" name="Picture Placeholder 9">
            <a:extLst>
              <a:ext uri="{FF2B5EF4-FFF2-40B4-BE49-F238E27FC236}">
                <a16:creationId xmlns:a16="http://schemas.microsoft.com/office/drawing/2014/main" id="{98F9EDC4-FC70-A088-9BD5-EF69FF512F8E}"/>
              </a:ext>
              <a:ext uri="{C183D7F6-B498-43B3-948B-1728B52AA6E4}">
                <adec:decorative xmlns:adec="http://schemas.microsoft.com/office/drawing/2017/decorative" val="1"/>
              </a:ext>
            </a:extLst>
          </p:cNvPr>
          <p:cNvSpPr>
            <a:spLocks noGrp="1"/>
          </p:cNvSpPr>
          <p:nvPr>
            <p:ph type="pic" sz="quarter" idx="27"/>
          </p:nvPr>
        </p:nvSpPr>
        <p:spPr>
          <a:xfrm>
            <a:off x="7429752" y="1628777"/>
            <a:ext cx="756000" cy="684000"/>
          </a:xfrm>
        </p:spPr>
        <p:txBody>
          <a:bodyPr lIns="0"/>
          <a:lstStyle>
            <a:lvl1pPr>
              <a:defRPr>
                <a:solidFill>
                  <a:schemeClr val="bg1"/>
                </a:solidFill>
              </a:defRPr>
            </a:lvl1pPr>
          </a:lstStyle>
          <a:p>
            <a:r>
              <a:rPr lang="en-US"/>
              <a:t>Click icon to add picture</a:t>
            </a:r>
            <a:endParaRPr lang="en-AU"/>
          </a:p>
        </p:txBody>
      </p:sp>
      <p:sp>
        <p:nvSpPr>
          <p:cNvPr id="29" name="Picture Placeholder 9">
            <a:extLst>
              <a:ext uri="{FF2B5EF4-FFF2-40B4-BE49-F238E27FC236}">
                <a16:creationId xmlns:a16="http://schemas.microsoft.com/office/drawing/2014/main" id="{ED72977F-98FD-9B36-8E9D-A6528BEB14BC}"/>
              </a:ext>
              <a:ext uri="{C183D7F6-B498-43B3-948B-1728B52AA6E4}">
                <adec:decorative xmlns:adec="http://schemas.microsoft.com/office/drawing/2017/decorative" val="1"/>
              </a:ext>
            </a:extLst>
          </p:cNvPr>
          <p:cNvSpPr>
            <a:spLocks noGrp="1"/>
          </p:cNvSpPr>
          <p:nvPr>
            <p:ph type="pic" sz="quarter" idx="28"/>
          </p:nvPr>
        </p:nvSpPr>
        <p:spPr>
          <a:xfrm>
            <a:off x="9695710" y="1628777"/>
            <a:ext cx="756000" cy="684000"/>
          </a:xfrm>
        </p:spPr>
        <p:txBody>
          <a:bodyPr lIns="0"/>
          <a:lstStyle>
            <a:lvl1pPr>
              <a:defRPr>
                <a:solidFill>
                  <a:schemeClr val="bg1"/>
                </a:solidFill>
              </a:defRPr>
            </a:lvl1pPr>
          </a:lstStyle>
          <a:p>
            <a:r>
              <a:rPr lang="en-US"/>
              <a:t>Click icon to add picture</a:t>
            </a:r>
            <a:endParaRPr lang="en-AU"/>
          </a:p>
        </p:txBody>
      </p:sp>
    </p:spTree>
    <p:extLst>
      <p:ext uri="{BB962C8B-B14F-4D97-AF65-F5344CB8AC3E}">
        <p14:creationId xmlns:p14="http://schemas.microsoft.com/office/powerpoint/2010/main" val="277996169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Multiple columns_3">
    <p:bg>
      <p:bgPr>
        <a:solidFill>
          <a:schemeClr val="bg2"/>
        </a:solidFill>
        <a:effectLst/>
      </p:bgPr>
    </p:bg>
    <p:spTree>
      <p:nvGrpSpPr>
        <p:cNvPr id="1" name=""/>
        <p:cNvGrpSpPr/>
        <p:nvPr/>
      </p:nvGrpSpPr>
      <p:grpSpPr>
        <a:xfrm>
          <a:off x="0" y="0"/>
          <a:ext cx="0" cy="0"/>
          <a:chOff x="0" y="0"/>
          <a:chExt cx="0" cy="0"/>
        </a:xfrm>
      </p:grpSpPr>
      <p:pic>
        <p:nvPicPr>
          <p:cNvPr id="11" name="Picture 10" descr="Macquarie University logo">
            <a:extLst>
              <a:ext uri="{FF2B5EF4-FFF2-40B4-BE49-F238E27FC236}">
                <a16:creationId xmlns:a16="http://schemas.microsoft.com/office/drawing/2014/main" id="{525C4035-FAFF-CA83-294D-08B7833825D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30" name="Title 1">
            <a:extLst>
              <a:ext uri="{FF2B5EF4-FFF2-40B4-BE49-F238E27FC236}">
                <a16:creationId xmlns:a16="http://schemas.microsoft.com/office/drawing/2014/main" id="{182D3C68-B988-2388-74BF-55C31A258260}"/>
              </a:ext>
            </a:extLst>
          </p:cNvPr>
          <p:cNvSpPr>
            <a:spLocks noGrp="1"/>
          </p:cNvSpPr>
          <p:nvPr>
            <p:ph type="title"/>
          </p:nvPr>
        </p:nvSpPr>
        <p:spPr>
          <a:xfrm>
            <a:off x="623886" y="245155"/>
            <a:ext cx="8948759" cy="538616"/>
          </a:xfrm>
        </p:spPr>
        <p:txBody>
          <a:bodyPr/>
          <a:lstStyle>
            <a:lvl1pPr>
              <a:defRPr>
                <a:solidFill>
                  <a:schemeClr val="bg1"/>
                </a:solidFill>
              </a:defRPr>
            </a:lvl1pPr>
          </a:lstStyle>
          <a:p>
            <a:r>
              <a:rPr lang="en-US"/>
              <a:t>Click to edit Master title style</a:t>
            </a:r>
            <a:endParaRPr lang="en-AU" dirty="0"/>
          </a:p>
        </p:txBody>
      </p:sp>
      <p:sp>
        <p:nvSpPr>
          <p:cNvPr id="31" name="Date Placeholder 3">
            <a:extLst>
              <a:ext uri="{FF2B5EF4-FFF2-40B4-BE49-F238E27FC236}">
                <a16:creationId xmlns:a16="http://schemas.microsoft.com/office/drawing/2014/main" id="{A3169375-8F4E-FDC4-8A81-CBA909877A62}"/>
              </a:ext>
              <a:ext uri="{C183D7F6-B498-43B3-948B-1728B52AA6E4}">
                <adec:decorative xmlns:adec="http://schemas.microsoft.com/office/drawing/2017/decorative" val="1"/>
              </a:ext>
            </a:extLst>
          </p:cNvPr>
          <p:cNvSpPr>
            <a:spLocks noGrp="1"/>
          </p:cNvSpPr>
          <p:nvPr>
            <p:ph type="dt" sz="half" idx="10"/>
          </p:nvPr>
        </p:nvSpPr>
        <p:spPr>
          <a:xfrm>
            <a:off x="528299" y="6356350"/>
            <a:ext cx="2743200" cy="365125"/>
          </a:xfrm>
        </p:spPr>
        <p:txBody>
          <a:bodyPr/>
          <a:lstStyle/>
          <a:p>
            <a:fld id="{A17E76C1-6860-4658-ACAF-BC70864B9A34}" type="datetime1">
              <a:rPr lang="en-AU" smtClean="0"/>
              <a:t>27/5/2025</a:t>
            </a:fld>
            <a:endParaRPr lang="en-AU"/>
          </a:p>
        </p:txBody>
      </p:sp>
      <p:sp>
        <p:nvSpPr>
          <p:cNvPr id="32" name="Footer Placeholder 4">
            <a:extLst>
              <a:ext uri="{FF2B5EF4-FFF2-40B4-BE49-F238E27FC236}">
                <a16:creationId xmlns:a16="http://schemas.microsoft.com/office/drawing/2014/main" id="{4E269D22-D623-C169-B170-18F86FECF1DD}"/>
              </a:ext>
              <a:ext uri="{C183D7F6-B498-43B3-948B-1728B52AA6E4}">
                <adec:decorative xmlns:adec="http://schemas.microsoft.com/office/drawing/2017/decorative" val="1"/>
              </a:ext>
            </a:extLst>
          </p:cNvPr>
          <p:cNvSpPr>
            <a:spLocks noGrp="1"/>
          </p:cNvSpPr>
          <p:nvPr>
            <p:ph type="ftr" sz="quarter" idx="11"/>
          </p:nvPr>
        </p:nvSpPr>
        <p:spPr>
          <a:xfrm>
            <a:off x="4038600" y="6368504"/>
            <a:ext cx="4114800" cy="365125"/>
          </a:xfrm>
        </p:spPr>
        <p:txBody>
          <a:bodyPr/>
          <a:lstStyle/>
          <a:p>
            <a:endParaRPr lang="en-AU"/>
          </a:p>
        </p:txBody>
      </p:sp>
      <p:sp>
        <p:nvSpPr>
          <p:cNvPr id="33" name="Text Placeholder 7">
            <a:extLst>
              <a:ext uri="{FF2B5EF4-FFF2-40B4-BE49-F238E27FC236}">
                <a16:creationId xmlns:a16="http://schemas.microsoft.com/office/drawing/2014/main" id="{B9A58F0A-7D30-B7A5-7A6E-A250783E68D3}"/>
              </a:ext>
            </a:extLst>
          </p:cNvPr>
          <p:cNvSpPr>
            <a:spLocks noGrp="1"/>
          </p:cNvSpPr>
          <p:nvPr>
            <p:ph type="body" sz="quarter" idx="13"/>
          </p:nvPr>
        </p:nvSpPr>
        <p:spPr>
          <a:xfrm>
            <a:off x="623417" y="741399"/>
            <a:ext cx="8948759"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34" name="Parallelogram 5">
            <a:extLst>
              <a:ext uri="{FF2B5EF4-FFF2-40B4-BE49-F238E27FC236}">
                <a16:creationId xmlns:a16="http://schemas.microsoft.com/office/drawing/2014/main" id="{EAE14254-910C-376F-9295-CA617C311FCB}"/>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35" name="Straight Connector 34">
            <a:extLst>
              <a:ext uri="{FF2B5EF4-FFF2-40B4-BE49-F238E27FC236}">
                <a16:creationId xmlns:a16="http://schemas.microsoft.com/office/drawing/2014/main" id="{675AADE5-AB4C-33FE-0780-01D7446F32E1}"/>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36" name="Text Placeholder 11">
            <a:extLst>
              <a:ext uri="{FF2B5EF4-FFF2-40B4-BE49-F238E27FC236}">
                <a16:creationId xmlns:a16="http://schemas.microsoft.com/office/drawing/2014/main" id="{03011F18-7D1B-0D18-6DE8-FDB6DFA0D91D}"/>
              </a:ext>
            </a:extLst>
          </p:cNvPr>
          <p:cNvSpPr>
            <a:spLocks noGrp="1"/>
          </p:cNvSpPr>
          <p:nvPr>
            <p:ph type="body" sz="quarter" idx="15"/>
          </p:nvPr>
        </p:nvSpPr>
        <p:spPr>
          <a:xfrm>
            <a:off x="623888" y="2648343"/>
            <a:ext cx="1965325" cy="3552441"/>
          </a:xfrm>
        </p:spPr>
        <p:txBody>
          <a:bodyPr lIns="0"/>
          <a:lstStyle>
            <a:lvl1pPr>
              <a:defRPr>
                <a:solidFill>
                  <a:schemeClr val="bg1"/>
                </a:solidFill>
              </a:defRPr>
            </a:lvl1pPr>
          </a:lstStyle>
          <a:p>
            <a:pPr lvl="0"/>
            <a:r>
              <a:rPr lang="en-US"/>
              <a:t>Click to edit Master text styles</a:t>
            </a:r>
          </a:p>
        </p:txBody>
      </p:sp>
      <p:sp>
        <p:nvSpPr>
          <p:cNvPr id="37" name="Text Placeholder 11">
            <a:extLst>
              <a:ext uri="{FF2B5EF4-FFF2-40B4-BE49-F238E27FC236}">
                <a16:creationId xmlns:a16="http://schemas.microsoft.com/office/drawing/2014/main" id="{69BA556B-AFC1-B84B-7A55-7017BD88CFF8}"/>
              </a:ext>
            </a:extLst>
          </p:cNvPr>
          <p:cNvSpPr>
            <a:spLocks noGrp="1"/>
          </p:cNvSpPr>
          <p:nvPr>
            <p:ph type="body" sz="quarter" idx="17"/>
          </p:nvPr>
        </p:nvSpPr>
        <p:spPr>
          <a:xfrm>
            <a:off x="2892510" y="2648343"/>
            <a:ext cx="1965325" cy="3552441"/>
          </a:xfrm>
        </p:spPr>
        <p:txBody>
          <a:bodyPr lIns="0"/>
          <a:lstStyle>
            <a:lvl1pPr>
              <a:defRPr>
                <a:solidFill>
                  <a:schemeClr val="bg1"/>
                </a:solidFill>
              </a:defRPr>
            </a:lvl1pPr>
          </a:lstStyle>
          <a:p>
            <a:pPr lvl="0"/>
            <a:r>
              <a:rPr lang="en-US"/>
              <a:t>Click to edit Master text styles</a:t>
            </a:r>
          </a:p>
        </p:txBody>
      </p:sp>
      <p:sp>
        <p:nvSpPr>
          <p:cNvPr id="38" name="Text Placeholder 11">
            <a:extLst>
              <a:ext uri="{FF2B5EF4-FFF2-40B4-BE49-F238E27FC236}">
                <a16:creationId xmlns:a16="http://schemas.microsoft.com/office/drawing/2014/main" id="{BB50DC50-56D1-21CE-00E2-814AEFBF077C}"/>
              </a:ext>
            </a:extLst>
          </p:cNvPr>
          <p:cNvSpPr>
            <a:spLocks noGrp="1"/>
          </p:cNvSpPr>
          <p:nvPr>
            <p:ph type="body" sz="quarter" idx="19"/>
          </p:nvPr>
        </p:nvSpPr>
        <p:spPr>
          <a:xfrm>
            <a:off x="5161132" y="2648343"/>
            <a:ext cx="1965325" cy="3552441"/>
          </a:xfrm>
        </p:spPr>
        <p:txBody>
          <a:bodyPr lIns="0"/>
          <a:lstStyle>
            <a:lvl1pPr>
              <a:defRPr>
                <a:solidFill>
                  <a:schemeClr val="bg1"/>
                </a:solidFill>
              </a:defRPr>
            </a:lvl1pPr>
          </a:lstStyle>
          <a:p>
            <a:pPr lvl="0"/>
            <a:r>
              <a:rPr lang="en-US"/>
              <a:t>Click to edit Master text styles</a:t>
            </a:r>
          </a:p>
        </p:txBody>
      </p:sp>
      <p:sp>
        <p:nvSpPr>
          <p:cNvPr id="39" name="Text Placeholder 11">
            <a:extLst>
              <a:ext uri="{FF2B5EF4-FFF2-40B4-BE49-F238E27FC236}">
                <a16:creationId xmlns:a16="http://schemas.microsoft.com/office/drawing/2014/main" id="{DFB8A249-F968-C5CE-62E1-1166C2D1D1BE}"/>
              </a:ext>
            </a:extLst>
          </p:cNvPr>
          <p:cNvSpPr>
            <a:spLocks noGrp="1"/>
          </p:cNvSpPr>
          <p:nvPr>
            <p:ph type="body" sz="quarter" idx="21"/>
          </p:nvPr>
        </p:nvSpPr>
        <p:spPr>
          <a:xfrm>
            <a:off x="7429754" y="2648343"/>
            <a:ext cx="1965325" cy="3552441"/>
          </a:xfrm>
        </p:spPr>
        <p:txBody>
          <a:bodyPr lIns="0"/>
          <a:lstStyle>
            <a:lvl1pPr>
              <a:defRPr>
                <a:solidFill>
                  <a:schemeClr val="bg1"/>
                </a:solidFill>
              </a:defRPr>
            </a:lvl1pPr>
          </a:lstStyle>
          <a:p>
            <a:pPr lvl="0"/>
            <a:r>
              <a:rPr lang="en-US"/>
              <a:t>Click to edit Master text styles</a:t>
            </a:r>
          </a:p>
        </p:txBody>
      </p:sp>
      <p:sp>
        <p:nvSpPr>
          <p:cNvPr id="40" name="Text Placeholder 11">
            <a:extLst>
              <a:ext uri="{FF2B5EF4-FFF2-40B4-BE49-F238E27FC236}">
                <a16:creationId xmlns:a16="http://schemas.microsoft.com/office/drawing/2014/main" id="{8E3080C9-E168-7923-4A93-A00528F95A00}"/>
              </a:ext>
            </a:extLst>
          </p:cNvPr>
          <p:cNvSpPr>
            <a:spLocks noGrp="1"/>
          </p:cNvSpPr>
          <p:nvPr>
            <p:ph type="body" sz="quarter" idx="23"/>
          </p:nvPr>
        </p:nvSpPr>
        <p:spPr>
          <a:xfrm>
            <a:off x="9698376" y="2648343"/>
            <a:ext cx="1965325" cy="3552441"/>
          </a:xfrm>
        </p:spPr>
        <p:txBody>
          <a:bodyPr lIns="0"/>
          <a:lstStyle>
            <a:lvl1pPr>
              <a:defRPr>
                <a:solidFill>
                  <a:schemeClr val="bg1"/>
                </a:solidFill>
              </a:defRPr>
            </a:lvl1pPr>
          </a:lstStyle>
          <a:p>
            <a:pPr lvl="0"/>
            <a:r>
              <a:rPr lang="en-US"/>
              <a:t>Click to edit Master text styles</a:t>
            </a:r>
          </a:p>
        </p:txBody>
      </p:sp>
      <p:sp>
        <p:nvSpPr>
          <p:cNvPr id="41" name="Slide Number Placeholder 5">
            <a:extLst>
              <a:ext uri="{FF2B5EF4-FFF2-40B4-BE49-F238E27FC236}">
                <a16:creationId xmlns:a16="http://schemas.microsoft.com/office/drawing/2014/main" id="{4BB8DF00-FB97-2EBA-E339-39CDF66D36D8}"/>
              </a:ext>
            </a:extLst>
          </p:cNvPr>
          <p:cNvSpPr>
            <a:spLocks noGrp="1"/>
          </p:cNvSpPr>
          <p:nvPr>
            <p:ph type="sldNum" sz="quarter" idx="12"/>
          </p:nvPr>
        </p:nvSpPr>
        <p:spPr>
          <a:xfrm>
            <a:off x="8920501" y="6356350"/>
            <a:ext cx="2743200" cy="365125"/>
          </a:xfrm>
        </p:spPr>
        <p:txBody>
          <a:bodyPr rIns="0"/>
          <a:lstStyle>
            <a:lvl1pPr>
              <a:defRPr baseline="0">
                <a:solidFill>
                  <a:schemeClr val="bg1"/>
                </a:solidFill>
              </a:defRPr>
            </a:lvl1pPr>
          </a:lstStyle>
          <a:p>
            <a:fld id="{6F6F96F8-3C4A-44BA-8813-69AD9933C9F2}" type="slidenum">
              <a:rPr lang="en-AU" smtClean="0"/>
              <a:pPr/>
              <a:t>‹#›</a:t>
            </a:fld>
            <a:endParaRPr lang="en-AU"/>
          </a:p>
        </p:txBody>
      </p:sp>
      <p:sp>
        <p:nvSpPr>
          <p:cNvPr id="42" name="Picture Placeholder 9">
            <a:extLst>
              <a:ext uri="{FF2B5EF4-FFF2-40B4-BE49-F238E27FC236}">
                <a16:creationId xmlns:a16="http://schemas.microsoft.com/office/drawing/2014/main" id="{DF2F1283-0CE5-C837-E13D-5E591B9CABC6}"/>
              </a:ext>
              <a:ext uri="{C183D7F6-B498-43B3-948B-1728B52AA6E4}">
                <adec:decorative xmlns:adec="http://schemas.microsoft.com/office/drawing/2017/decorative" val="1"/>
              </a:ext>
            </a:extLst>
          </p:cNvPr>
          <p:cNvSpPr>
            <a:spLocks noGrp="1"/>
          </p:cNvSpPr>
          <p:nvPr>
            <p:ph type="pic" sz="quarter" idx="24"/>
          </p:nvPr>
        </p:nvSpPr>
        <p:spPr>
          <a:xfrm>
            <a:off x="623886" y="1628777"/>
            <a:ext cx="756000" cy="684000"/>
          </a:xfrm>
        </p:spPr>
        <p:txBody>
          <a:bodyPr lIns="0"/>
          <a:lstStyle>
            <a:lvl1pPr>
              <a:defRPr>
                <a:solidFill>
                  <a:schemeClr val="bg1"/>
                </a:solidFill>
              </a:defRPr>
            </a:lvl1pPr>
          </a:lstStyle>
          <a:p>
            <a:r>
              <a:rPr lang="en-US"/>
              <a:t>Click icon to add picture</a:t>
            </a:r>
            <a:endParaRPr lang="en-AU"/>
          </a:p>
        </p:txBody>
      </p:sp>
      <p:sp>
        <p:nvSpPr>
          <p:cNvPr id="43" name="Picture Placeholder 9">
            <a:extLst>
              <a:ext uri="{FF2B5EF4-FFF2-40B4-BE49-F238E27FC236}">
                <a16:creationId xmlns:a16="http://schemas.microsoft.com/office/drawing/2014/main" id="{1B3B168C-F92D-E16D-3FC5-A037E2FD0C8F}"/>
              </a:ext>
              <a:ext uri="{C183D7F6-B498-43B3-948B-1728B52AA6E4}">
                <adec:decorative xmlns:adec="http://schemas.microsoft.com/office/drawing/2017/decorative" val="1"/>
              </a:ext>
            </a:extLst>
          </p:cNvPr>
          <p:cNvSpPr>
            <a:spLocks noGrp="1"/>
          </p:cNvSpPr>
          <p:nvPr>
            <p:ph type="pic" sz="quarter" idx="25"/>
          </p:nvPr>
        </p:nvSpPr>
        <p:spPr>
          <a:xfrm>
            <a:off x="2892508" y="1628777"/>
            <a:ext cx="756000" cy="684000"/>
          </a:xfrm>
        </p:spPr>
        <p:txBody>
          <a:bodyPr lIns="0"/>
          <a:lstStyle>
            <a:lvl1pPr>
              <a:defRPr>
                <a:solidFill>
                  <a:schemeClr val="bg1"/>
                </a:solidFill>
              </a:defRPr>
            </a:lvl1pPr>
          </a:lstStyle>
          <a:p>
            <a:r>
              <a:rPr lang="en-US"/>
              <a:t>Click icon to add picture</a:t>
            </a:r>
            <a:endParaRPr lang="en-AU"/>
          </a:p>
        </p:txBody>
      </p:sp>
      <p:sp>
        <p:nvSpPr>
          <p:cNvPr id="44" name="Picture Placeholder 9">
            <a:extLst>
              <a:ext uri="{FF2B5EF4-FFF2-40B4-BE49-F238E27FC236}">
                <a16:creationId xmlns:a16="http://schemas.microsoft.com/office/drawing/2014/main" id="{9C3622B2-B3BA-150B-717F-91183616F224}"/>
              </a:ext>
              <a:ext uri="{C183D7F6-B498-43B3-948B-1728B52AA6E4}">
                <adec:decorative xmlns:adec="http://schemas.microsoft.com/office/drawing/2017/decorative" val="1"/>
              </a:ext>
            </a:extLst>
          </p:cNvPr>
          <p:cNvSpPr>
            <a:spLocks noGrp="1"/>
          </p:cNvSpPr>
          <p:nvPr>
            <p:ph type="pic" sz="quarter" idx="26"/>
          </p:nvPr>
        </p:nvSpPr>
        <p:spPr>
          <a:xfrm>
            <a:off x="5161130" y="1628777"/>
            <a:ext cx="756000" cy="684000"/>
          </a:xfrm>
        </p:spPr>
        <p:txBody>
          <a:bodyPr lIns="0"/>
          <a:lstStyle>
            <a:lvl1pPr>
              <a:defRPr>
                <a:solidFill>
                  <a:schemeClr val="bg1"/>
                </a:solidFill>
              </a:defRPr>
            </a:lvl1pPr>
          </a:lstStyle>
          <a:p>
            <a:r>
              <a:rPr lang="en-US"/>
              <a:t>Click icon to add picture</a:t>
            </a:r>
            <a:endParaRPr lang="en-AU"/>
          </a:p>
        </p:txBody>
      </p:sp>
      <p:sp>
        <p:nvSpPr>
          <p:cNvPr id="45" name="Picture Placeholder 9">
            <a:extLst>
              <a:ext uri="{FF2B5EF4-FFF2-40B4-BE49-F238E27FC236}">
                <a16:creationId xmlns:a16="http://schemas.microsoft.com/office/drawing/2014/main" id="{68A431C9-B30D-2EA3-AEF6-7613CCE85757}"/>
              </a:ext>
              <a:ext uri="{C183D7F6-B498-43B3-948B-1728B52AA6E4}">
                <adec:decorative xmlns:adec="http://schemas.microsoft.com/office/drawing/2017/decorative" val="1"/>
              </a:ext>
            </a:extLst>
          </p:cNvPr>
          <p:cNvSpPr>
            <a:spLocks noGrp="1"/>
          </p:cNvSpPr>
          <p:nvPr>
            <p:ph type="pic" sz="quarter" idx="27"/>
          </p:nvPr>
        </p:nvSpPr>
        <p:spPr>
          <a:xfrm>
            <a:off x="7429752" y="1628777"/>
            <a:ext cx="756000" cy="684000"/>
          </a:xfrm>
        </p:spPr>
        <p:txBody>
          <a:bodyPr lIns="0"/>
          <a:lstStyle>
            <a:lvl1pPr>
              <a:defRPr>
                <a:solidFill>
                  <a:schemeClr val="bg1"/>
                </a:solidFill>
              </a:defRPr>
            </a:lvl1pPr>
          </a:lstStyle>
          <a:p>
            <a:r>
              <a:rPr lang="en-US"/>
              <a:t>Click icon to add picture</a:t>
            </a:r>
            <a:endParaRPr lang="en-AU"/>
          </a:p>
        </p:txBody>
      </p:sp>
      <p:sp>
        <p:nvSpPr>
          <p:cNvPr id="46" name="Picture Placeholder 9">
            <a:extLst>
              <a:ext uri="{FF2B5EF4-FFF2-40B4-BE49-F238E27FC236}">
                <a16:creationId xmlns:a16="http://schemas.microsoft.com/office/drawing/2014/main" id="{2F2B6632-A883-7094-E169-AC7E8105254C}"/>
              </a:ext>
              <a:ext uri="{C183D7F6-B498-43B3-948B-1728B52AA6E4}">
                <adec:decorative xmlns:adec="http://schemas.microsoft.com/office/drawing/2017/decorative" val="1"/>
              </a:ext>
            </a:extLst>
          </p:cNvPr>
          <p:cNvSpPr>
            <a:spLocks noGrp="1"/>
          </p:cNvSpPr>
          <p:nvPr>
            <p:ph type="pic" sz="quarter" idx="28"/>
          </p:nvPr>
        </p:nvSpPr>
        <p:spPr>
          <a:xfrm>
            <a:off x="9695710" y="1628777"/>
            <a:ext cx="756000" cy="684000"/>
          </a:xfrm>
        </p:spPr>
        <p:txBody>
          <a:bodyPr lIns="0"/>
          <a:lstStyle>
            <a:lvl1pPr>
              <a:defRPr>
                <a:solidFill>
                  <a:schemeClr val="bg1"/>
                </a:solidFill>
              </a:defRPr>
            </a:lvl1pPr>
          </a:lstStyle>
          <a:p>
            <a:r>
              <a:rPr lang="en-US"/>
              <a:t>Click icon to add picture</a:t>
            </a:r>
            <a:endParaRPr lang="en-AU"/>
          </a:p>
        </p:txBody>
      </p:sp>
    </p:spTree>
    <p:extLst>
      <p:ext uri="{BB962C8B-B14F-4D97-AF65-F5344CB8AC3E}">
        <p14:creationId xmlns:p14="http://schemas.microsoft.com/office/powerpoint/2010/main" val="421205482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Multiple columns_4">
    <p:bg>
      <p:bgPr>
        <a:solidFill>
          <a:schemeClr val="accent3"/>
        </a:solidFill>
        <a:effectLst/>
      </p:bgPr>
    </p:bg>
    <p:spTree>
      <p:nvGrpSpPr>
        <p:cNvPr id="1" name=""/>
        <p:cNvGrpSpPr/>
        <p:nvPr/>
      </p:nvGrpSpPr>
      <p:grpSpPr>
        <a:xfrm>
          <a:off x="0" y="0"/>
          <a:ext cx="0" cy="0"/>
          <a:chOff x="0" y="0"/>
          <a:chExt cx="0" cy="0"/>
        </a:xfrm>
      </p:grpSpPr>
      <p:pic>
        <p:nvPicPr>
          <p:cNvPr id="30" name="Picture 29" descr="Macquarie University logo">
            <a:extLst>
              <a:ext uri="{FF2B5EF4-FFF2-40B4-BE49-F238E27FC236}">
                <a16:creationId xmlns:a16="http://schemas.microsoft.com/office/drawing/2014/main" id="{E63F0E9A-E83E-3CD2-0970-78DB9D114E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31" name="Title 1">
            <a:extLst>
              <a:ext uri="{FF2B5EF4-FFF2-40B4-BE49-F238E27FC236}">
                <a16:creationId xmlns:a16="http://schemas.microsoft.com/office/drawing/2014/main" id="{AD5AEF88-E166-7FC2-8100-754373B4CC38}"/>
              </a:ext>
            </a:extLst>
          </p:cNvPr>
          <p:cNvSpPr>
            <a:spLocks noGrp="1"/>
          </p:cNvSpPr>
          <p:nvPr>
            <p:ph type="title"/>
          </p:nvPr>
        </p:nvSpPr>
        <p:spPr>
          <a:xfrm>
            <a:off x="623886" y="245155"/>
            <a:ext cx="8948759" cy="538616"/>
          </a:xfrm>
        </p:spPr>
        <p:txBody>
          <a:bodyPr/>
          <a:lstStyle>
            <a:lvl1pPr>
              <a:defRPr>
                <a:solidFill>
                  <a:schemeClr val="bg1"/>
                </a:solidFill>
              </a:defRPr>
            </a:lvl1pPr>
          </a:lstStyle>
          <a:p>
            <a:r>
              <a:rPr lang="en-US" noProof="0"/>
              <a:t>Click to edit Master title style</a:t>
            </a:r>
            <a:endParaRPr lang="en-AU" noProof="0" dirty="0"/>
          </a:p>
        </p:txBody>
      </p:sp>
      <p:sp>
        <p:nvSpPr>
          <p:cNvPr id="32" name="Date Placeholder 3">
            <a:extLst>
              <a:ext uri="{FF2B5EF4-FFF2-40B4-BE49-F238E27FC236}">
                <a16:creationId xmlns:a16="http://schemas.microsoft.com/office/drawing/2014/main" id="{071C1370-21B2-0525-6BFB-DD733515CC84}"/>
              </a:ext>
              <a:ext uri="{C183D7F6-B498-43B3-948B-1728B52AA6E4}">
                <adec:decorative xmlns:adec="http://schemas.microsoft.com/office/drawing/2017/decorative" val="1"/>
              </a:ext>
            </a:extLst>
          </p:cNvPr>
          <p:cNvSpPr>
            <a:spLocks noGrp="1"/>
          </p:cNvSpPr>
          <p:nvPr>
            <p:ph type="dt" sz="half" idx="10"/>
          </p:nvPr>
        </p:nvSpPr>
        <p:spPr>
          <a:xfrm>
            <a:off x="528299" y="6356350"/>
            <a:ext cx="2743200" cy="365125"/>
          </a:xfrm>
        </p:spPr>
        <p:txBody>
          <a:bodyPr/>
          <a:lstStyle>
            <a:lvl1pPr>
              <a:defRPr>
                <a:solidFill>
                  <a:schemeClr val="bg1"/>
                </a:solidFill>
              </a:defRPr>
            </a:lvl1pPr>
          </a:lstStyle>
          <a:p>
            <a:fld id="{A17E76C1-6860-4658-ACAF-BC70864B9A34}" type="datetime1">
              <a:rPr lang="en-AU" smtClean="0"/>
              <a:pPr/>
              <a:t>27/5/2025</a:t>
            </a:fld>
            <a:endParaRPr lang="en-AU"/>
          </a:p>
        </p:txBody>
      </p:sp>
      <p:sp>
        <p:nvSpPr>
          <p:cNvPr id="33" name="Footer Placeholder 4">
            <a:extLst>
              <a:ext uri="{FF2B5EF4-FFF2-40B4-BE49-F238E27FC236}">
                <a16:creationId xmlns:a16="http://schemas.microsoft.com/office/drawing/2014/main" id="{8653E0D0-8212-8DD4-41F9-498BD1E06A6B}"/>
              </a:ext>
              <a:ext uri="{C183D7F6-B498-43B3-948B-1728B52AA6E4}">
                <adec:decorative xmlns:adec="http://schemas.microsoft.com/office/drawing/2017/decorative" val="1"/>
              </a:ext>
            </a:extLst>
          </p:cNvPr>
          <p:cNvSpPr>
            <a:spLocks noGrp="1"/>
          </p:cNvSpPr>
          <p:nvPr>
            <p:ph type="ftr" sz="quarter" idx="11"/>
          </p:nvPr>
        </p:nvSpPr>
        <p:spPr>
          <a:xfrm>
            <a:off x="4038600" y="6368504"/>
            <a:ext cx="4114800" cy="365125"/>
          </a:xfrm>
        </p:spPr>
        <p:txBody>
          <a:bodyPr/>
          <a:lstStyle>
            <a:lvl1pPr>
              <a:defRPr>
                <a:solidFill>
                  <a:schemeClr val="bg1"/>
                </a:solidFill>
              </a:defRPr>
            </a:lvl1pPr>
          </a:lstStyle>
          <a:p>
            <a:endParaRPr lang="en-AU"/>
          </a:p>
        </p:txBody>
      </p:sp>
      <p:sp>
        <p:nvSpPr>
          <p:cNvPr id="34" name="Text Placeholder 7">
            <a:extLst>
              <a:ext uri="{FF2B5EF4-FFF2-40B4-BE49-F238E27FC236}">
                <a16:creationId xmlns:a16="http://schemas.microsoft.com/office/drawing/2014/main" id="{D3CA10C0-1E60-F2E3-928F-30B81562A5D3}"/>
              </a:ext>
            </a:extLst>
          </p:cNvPr>
          <p:cNvSpPr>
            <a:spLocks noGrp="1"/>
          </p:cNvSpPr>
          <p:nvPr>
            <p:ph type="body" sz="quarter" idx="13"/>
          </p:nvPr>
        </p:nvSpPr>
        <p:spPr>
          <a:xfrm>
            <a:off x="623417" y="741399"/>
            <a:ext cx="8948759"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35" name="Parallelogram 5">
            <a:extLst>
              <a:ext uri="{FF2B5EF4-FFF2-40B4-BE49-F238E27FC236}">
                <a16:creationId xmlns:a16="http://schemas.microsoft.com/office/drawing/2014/main" id="{8BCDD0C3-B25C-6961-3AF0-4B2F381A009A}"/>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36" name="Straight Connector 35">
            <a:extLst>
              <a:ext uri="{FF2B5EF4-FFF2-40B4-BE49-F238E27FC236}">
                <a16:creationId xmlns:a16="http://schemas.microsoft.com/office/drawing/2014/main" id="{6006E8B5-781F-CDF3-0385-3B77FD141F5C}"/>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Text Placeholder 11">
            <a:extLst>
              <a:ext uri="{FF2B5EF4-FFF2-40B4-BE49-F238E27FC236}">
                <a16:creationId xmlns:a16="http://schemas.microsoft.com/office/drawing/2014/main" id="{C0C75617-D4BA-6115-0AC3-EF2B76D1C6BB}"/>
              </a:ext>
            </a:extLst>
          </p:cNvPr>
          <p:cNvSpPr>
            <a:spLocks noGrp="1"/>
          </p:cNvSpPr>
          <p:nvPr>
            <p:ph type="body" sz="quarter" idx="15"/>
          </p:nvPr>
        </p:nvSpPr>
        <p:spPr>
          <a:xfrm>
            <a:off x="623888" y="2648343"/>
            <a:ext cx="1965325" cy="3552441"/>
          </a:xfrm>
        </p:spPr>
        <p:txBody>
          <a:bodyPr lIns="0"/>
          <a:lstStyle>
            <a:lvl1pPr>
              <a:defRPr>
                <a:solidFill>
                  <a:schemeClr val="bg1"/>
                </a:solidFill>
              </a:defRPr>
            </a:lvl1pPr>
          </a:lstStyle>
          <a:p>
            <a:pPr lvl="0"/>
            <a:r>
              <a:rPr lang="en-US" noProof="0"/>
              <a:t>Click to edit Master text styles</a:t>
            </a:r>
          </a:p>
        </p:txBody>
      </p:sp>
      <p:sp>
        <p:nvSpPr>
          <p:cNvPr id="38" name="Text Placeholder 11">
            <a:extLst>
              <a:ext uri="{FF2B5EF4-FFF2-40B4-BE49-F238E27FC236}">
                <a16:creationId xmlns:a16="http://schemas.microsoft.com/office/drawing/2014/main" id="{2EBBE3C2-0760-0065-C7BC-375483167A62}"/>
              </a:ext>
            </a:extLst>
          </p:cNvPr>
          <p:cNvSpPr>
            <a:spLocks noGrp="1"/>
          </p:cNvSpPr>
          <p:nvPr>
            <p:ph type="body" sz="quarter" idx="17"/>
          </p:nvPr>
        </p:nvSpPr>
        <p:spPr>
          <a:xfrm>
            <a:off x="2892510" y="2648343"/>
            <a:ext cx="1965325" cy="3552441"/>
          </a:xfrm>
        </p:spPr>
        <p:txBody>
          <a:bodyPr lIns="0"/>
          <a:lstStyle>
            <a:lvl1pPr>
              <a:defRPr>
                <a:solidFill>
                  <a:schemeClr val="bg1"/>
                </a:solidFill>
              </a:defRPr>
            </a:lvl1pPr>
          </a:lstStyle>
          <a:p>
            <a:pPr lvl="0"/>
            <a:r>
              <a:rPr lang="en-US" noProof="0"/>
              <a:t>Click to edit Master text styles</a:t>
            </a:r>
          </a:p>
        </p:txBody>
      </p:sp>
      <p:sp>
        <p:nvSpPr>
          <p:cNvPr id="39" name="Text Placeholder 11">
            <a:extLst>
              <a:ext uri="{FF2B5EF4-FFF2-40B4-BE49-F238E27FC236}">
                <a16:creationId xmlns:a16="http://schemas.microsoft.com/office/drawing/2014/main" id="{76DCC411-5F74-D83C-4F20-441072D6F173}"/>
              </a:ext>
            </a:extLst>
          </p:cNvPr>
          <p:cNvSpPr>
            <a:spLocks noGrp="1"/>
          </p:cNvSpPr>
          <p:nvPr>
            <p:ph type="body" sz="quarter" idx="19"/>
          </p:nvPr>
        </p:nvSpPr>
        <p:spPr>
          <a:xfrm>
            <a:off x="5161132" y="2648343"/>
            <a:ext cx="1965325" cy="3552441"/>
          </a:xfrm>
        </p:spPr>
        <p:txBody>
          <a:bodyPr lIns="0"/>
          <a:lstStyle>
            <a:lvl1pPr>
              <a:defRPr>
                <a:solidFill>
                  <a:schemeClr val="bg1"/>
                </a:solidFill>
              </a:defRPr>
            </a:lvl1pPr>
          </a:lstStyle>
          <a:p>
            <a:pPr lvl="0"/>
            <a:r>
              <a:rPr lang="en-US" noProof="0"/>
              <a:t>Click to edit Master text styles</a:t>
            </a:r>
          </a:p>
        </p:txBody>
      </p:sp>
      <p:sp>
        <p:nvSpPr>
          <p:cNvPr id="40" name="Text Placeholder 11">
            <a:extLst>
              <a:ext uri="{FF2B5EF4-FFF2-40B4-BE49-F238E27FC236}">
                <a16:creationId xmlns:a16="http://schemas.microsoft.com/office/drawing/2014/main" id="{BA05D2BD-A9BE-CB40-C18F-8F65ACB985E5}"/>
              </a:ext>
            </a:extLst>
          </p:cNvPr>
          <p:cNvSpPr>
            <a:spLocks noGrp="1"/>
          </p:cNvSpPr>
          <p:nvPr>
            <p:ph type="body" sz="quarter" idx="21"/>
          </p:nvPr>
        </p:nvSpPr>
        <p:spPr>
          <a:xfrm>
            <a:off x="7429754" y="2648343"/>
            <a:ext cx="1965325" cy="3552441"/>
          </a:xfrm>
        </p:spPr>
        <p:txBody>
          <a:bodyPr lIns="0"/>
          <a:lstStyle>
            <a:lvl1pPr>
              <a:defRPr>
                <a:solidFill>
                  <a:schemeClr val="bg1"/>
                </a:solidFill>
              </a:defRPr>
            </a:lvl1pPr>
          </a:lstStyle>
          <a:p>
            <a:pPr lvl="0"/>
            <a:r>
              <a:rPr lang="en-US" noProof="0"/>
              <a:t>Click to edit Master text styles</a:t>
            </a:r>
          </a:p>
        </p:txBody>
      </p:sp>
      <p:sp>
        <p:nvSpPr>
          <p:cNvPr id="41" name="Text Placeholder 11">
            <a:extLst>
              <a:ext uri="{FF2B5EF4-FFF2-40B4-BE49-F238E27FC236}">
                <a16:creationId xmlns:a16="http://schemas.microsoft.com/office/drawing/2014/main" id="{FAF56461-36CB-9B57-B16D-E9C8C2D30F38}"/>
              </a:ext>
            </a:extLst>
          </p:cNvPr>
          <p:cNvSpPr>
            <a:spLocks noGrp="1"/>
          </p:cNvSpPr>
          <p:nvPr>
            <p:ph type="body" sz="quarter" idx="23"/>
          </p:nvPr>
        </p:nvSpPr>
        <p:spPr>
          <a:xfrm>
            <a:off x="9698376" y="2648343"/>
            <a:ext cx="1965325" cy="3552441"/>
          </a:xfrm>
        </p:spPr>
        <p:txBody>
          <a:bodyPr lIns="0"/>
          <a:lstStyle>
            <a:lvl1pPr>
              <a:defRPr>
                <a:solidFill>
                  <a:schemeClr val="bg1"/>
                </a:solidFill>
              </a:defRPr>
            </a:lvl1pPr>
          </a:lstStyle>
          <a:p>
            <a:pPr lvl="0"/>
            <a:r>
              <a:rPr lang="en-US" noProof="0"/>
              <a:t>Click to edit Master text styles</a:t>
            </a:r>
          </a:p>
        </p:txBody>
      </p:sp>
      <p:sp>
        <p:nvSpPr>
          <p:cNvPr id="42" name="Slide Number Placeholder 5">
            <a:extLst>
              <a:ext uri="{FF2B5EF4-FFF2-40B4-BE49-F238E27FC236}">
                <a16:creationId xmlns:a16="http://schemas.microsoft.com/office/drawing/2014/main" id="{6A4B13D8-CDE6-6455-BDF3-AF366A2EC2D9}"/>
              </a:ext>
            </a:extLst>
          </p:cNvPr>
          <p:cNvSpPr>
            <a:spLocks noGrp="1"/>
          </p:cNvSpPr>
          <p:nvPr>
            <p:ph type="sldNum" sz="quarter" idx="12"/>
          </p:nvPr>
        </p:nvSpPr>
        <p:spPr>
          <a:xfrm>
            <a:off x="8920501" y="6356350"/>
            <a:ext cx="2743200" cy="365125"/>
          </a:xfrm>
        </p:spPr>
        <p:txBody>
          <a:bodyPr rIns="0"/>
          <a:lstStyle>
            <a:lvl1pPr>
              <a:defRPr baseline="0">
                <a:solidFill>
                  <a:schemeClr val="bg1"/>
                </a:solidFill>
              </a:defRPr>
            </a:lvl1pPr>
          </a:lstStyle>
          <a:p>
            <a:fld id="{6F6F96F8-3C4A-44BA-8813-69AD9933C9F2}" type="slidenum">
              <a:rPr lang="en-AU" smtClean="0"/>
              <a:pPr/>
              <a:t>‹#›</a:t>
            </a:fld>
            <a:endParaRPr lang="en-AU"/>
          </a:p>
        </p:txBody>
      </p:sp>
      <p:sp>
        <p:nvSpPr>
          <p:cNvPr id="43" name="Picture Placeholder 9">
            <a:extLst>
              <a:ext uri="{FF2B5EF4-FFF2-40B4-BE49-F238E27FC236}">
                <a16:creationId xmlns:a16="http://schemas.microsoft.com/office/drawing/2014/main" id="{B6C86C63-A749-BAC2-DD7B-E03439F20974}"/>
              </a:ext>
              <a:ext uri="{C183D7F6-B498-43B3-948B-1728B52AA6E4}">
                <adec:decorative xmlns:adec="http://schemas.microsoft.com/office/drawing/2017/decorative" val="1"/>
              </a:ext>
            </a:extLst>
          </p:cNvPr>
          <p:cNvSpPr>
            <a:spLocks noGrp="1"/>
          </p:cNvSpPr>
          <p:nvPr>
            <p:ph type="pic" sz="quarter" idx="24"/>
          </p:nvPr>
        </p:nvSpPr>
        <p:spPr>
          <a:xfrm>
            <a:off x="623886" y="1628777"/>
            <a:ext cx="756000" cy="684000"/>
          </a:xfrm>
        </p:spPr>
        <p:txBody>
          <a:bodyPr lIns="0"/>
          <a:lstStyle>
            <a:lvl1pPr>
              <a:defRPr>
                <a:solidFill>
                  <a:schemeClr val="bg1"/>
                </a:solidFill>
              </a:defRPr>
            </a:lvl1pPr>
          </a:lstStyle>
          <a:p>
            <a:r>
              <a:rPr lang="en-US"/>
              <a:t>Click icon to add picture</a:t>
            </a:r>
            <a:endParaRPr lang="en-AU"/>
          </a:p>
        </p:txBody>
      </p:sp>
      <p:sp>
        <p:nvSpPr>
          <p:cNvPr id="44" name="Picture Placeholder 9">
            <a:extLst>
              <a:ext uri="{FF2B5EF4-FFF2-40B4-BE49-F238E27FC236}">
                <a16:creationId xmlns:a16="http://schemas.microsoft.com/office/drawing/2014/main" id="{57A5A772-4529-4186-68B7-B5294D33CF75}"/>
              </a:ext>
              <a:ext uri="{C183D7F6-B498-43B3-948B-1728B52AA6E4}">
                <adec:decorative xmlns:adec="http://schemas.microsoft.com/office/drawing/2017/decorative" val="1"/>
              </a:ext>
            </a:extLst>
          </p:cNvPr>
          <p:cNvSpPr>
            <a:spLocks noGrp="1"/>
          </p:cNvSpPr>
          <p:nvPr>
            <p:ph type="pic" sz="quarter" idx="25"/>
          </p:nvPr>
        </p:nvSpPr>
        <p:spPr>
          <a:xfrm>
            <a:off x="2892508" y="1628777"/>
            <a:ext cx="756000" cy="684000"/>
          </a:xfrm>
        </p:spPr>
        <p:txBody>
          <a:bodyPr lIns="0"/>
          <a:lstStyle>
            <a:lvl1pPr>
              <a:defRPr>
                <a:solidFill>
                  <a:schemeClr val="bg1"/>
                </a:solidFill>
              </a:defRPr>
            </a:lvl1pPr>
          </a:lstStyle>
          <a:p>
            <a:r>
              <a:rPr lang="en-US"/>
              <a:t>Click icon to add picture</a:t>
            </a:r>
            <a:endParaRPr lang="en-AU"/>
          </a:p>
        </p:txBody>
      </p:sp>
      <p:sp>
        <p:nvSpPr>
          <p:cNvPr id="45" name="Picture Placeholder 9">
            <a:extLst>
              <a:ext uri="{FF2B5EF4-FFF2-40B4-BE49-F238E27FC236}">
                <a16:creationId xmlns:a16="http://schemas.microsoft.com/office/drawing/2014/main" id="{CDEAC3EE-8113-B460-328A-3D4AF4D7EF75}"/>
              </a:ext>
              <a:ext uri="{C183D7F6-B498-43B3-948B-1728B52AA6E4}">
                <adec:decorative xmlns:adec="http://schemas.microsoft.com/office/drawing/2017/decorative" val="1"/>
              </a:ext>
            </a:extLst>
          </p:cNvPr>
          <p:cNvSpPr>
            <a:spLocks noGrp="1"/>
          </p:cNvSpPr>
          <p:nvPr>
            <p:ph type="pic" sz="quarter" idx="26"/>
          </p:nvPr>
        </p:nvSpPr>
        <p:spPr>
          <a:xfrm>
            <a:off x="5161130" y="1628777"/>
            <a:ext cx="756000" cy="684000"/>
          </a:xfrm>
        </p:spPr>
        <p:txBody>
          <a:bodyPr lIns="0"/>
          <a:lstStyle>
            <a:lvl1pPr>
              <a:defRPr>
                <a:solidFill>
                  <a:schemeClr val="bg1"/>
                </a:solidFill>
              </a:defRPr>
            </a:lvl1pPr>
          </a:lstStyle>
          <a:p>
            <a:r>
              <a:rPr lang="en-US"/>
              <a:t>Click icon to add picture</a:t>
            </a:r>
            <a:endParaRPr lang="en-AU"/>
          </a:p>
        </p:txBody>
      </p:sp>
      <p:sp>
        <p:nvSpPr>
          <p:cNvPr id="46" name="Picture Placeholder 9">
            <a:extLst>
              <a:ext uri="{FF2B5EF4-FFF2-40B4-BE49-F238E27FC236}">
                <a16:creationId xmlns:a16="http://schemas.microsoft.com/office/drawing/2014/main" id="{334536C9-3ED5-1805-B7A9-B21078385F0D}"/>
              </a:ext>
              <a:ext uri="{C183D7F6-B498-43B3-948B-1728B52AA6E4}">
                <adec:decorative xmlns:adec="http://schemas.microsoft.com/office/drawing/2017/decorative" val="1"/>
              </a:ext>
            </a:extLst>
          </p:cNvPr>
          <p:cNvSpPr>
            <a:spLocks noGrp="1"/>
          </p:cNvSpPr>
          <p:nvPr>
            <p:ph type="pic" sz="quarter" idx="27"/>
          </p:nvPr>
        </p:nvSpPr>
        <p:spPr>
          <a:xfrm>
            <a:off x="7429752" y="1628777"/>
            <a:ext cx="756000" cy="684000"/>
          </a:xfrm>
        </p:spPr>
        <p:txBody>
          <a:bodyPr lIns="0"/>
          <a:lstStyle>
            <a:lvl1pPr>
              <a:defRPr>
                <a:solidFill>
                  <a:schemeClr val="bg1"/>
                </a:solidFill>
              </a:defRPr>
            </a:lvl1pPr>
          </a:lstStyle>
          <a:p>
            <a:r>
              <a:rPr lang="en-US"/>
              <a:t>Click icon to add picture</a:t>
            </a:r>
            <a:endParaRPr lang="en-AU"/>
          </a:p>
        </p:txBody>
      </p:sp>
      <p:sp>
        <p:nvSpPr>
          <p:cNvPr id="47" name="Picture Placeholder 9">
            <a:extLst>
              <a:ext uri="{FF2B5EF4-FFF2-40B4-BE49-F238E27FC236}">
                <a16:creationId xmlns:a16="http://schemas.microsoft.com/office/drawing/2014/main" id="{D36227D3-F616-F2ED-201F-DD5FF6ADE132}"/>
              </a:ext>
              <a:ext uri="{C183D7F6-B498-43B3-948B-1728B52AA6E4}">
                <adec:decorative xmlns:adec="http://schemas.microsoft.com/office/drawing/2017/decorative" val="1"/>
              </a:ext>
            </a:extLst>
          </p:cNvPr>
          <p:cNvSpPr>
            <a:spLocks noGrp="1"/>
          </p:cNvSpPr>
          <p:nvPr>
            <p:ph type="pic" sz="quarter" idx="28"/>
          </p:nvPr>
        </p:nvSpPr>
        <p:spPr>
          <a:xfrm>
            <a:off x="9695710" y="1628777"/>
            <a:ext cx="756000" cy="684000"/>
          </a:xfrm>
        </p:spPr>
        <p:txBody>
          <a:bodyPr lIns="0"/>
          <a:lstStyle>
            <a:lvl1pPr>
              <a:defRPr>
                <a:solidFill>
                  <a:schemeClr val="bg1"/>
                </a:solidFill>
              </a:defRPr>
            </a:lvl1pPr>
          </a:lstStyle>
          <a:p>
            <a:r>
              <a:rPr lang="en-US"/>
              <a:t>Click icon to add picture</a:t>
            </a:r>
            <a:endParaRPr lang="en-AU"/>
          </a:p>
        </p:txBody>
      </p:sp>
    </p:spTree>
    <p:extLst>
      <p:ext uri="{BB962C8B-B14F-4D97-AF65-F5344CB8AC3E}">
        <p14:creationId xmlns:p14="http://schemas.microsoft.com/office/powerpoint/2010/main" val="323576998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Multiple columns_5">
    <p:bg>
      <p:bgPr>
        <a:solidFill>
          <a:schemeClr val="accent5"/>
        </a:solidFill>
        <a:effectLst/>
      </p:bgPr>
    </p:bg>
    <p:spTree>
      <p:nvGrpSpPr>
        <p:cNvPr id="1" name=""/>
        <p:cNvGrpSpPr/>
        <p:nvPr/>
      </p:nvGrpSpPr>
      <p:grpSpPr>
        <a:xfrm>
          <a:off x="0" y="0"/>
          <a:ext cx="0" cy="0"/>
          <a:chOff x="0" y="0"/>
          <a:chExt cx="0" cy="0"/>
        </a:xfrm>
      </p:grpSpPr>
      <p:pic>
        <p:nvPicPr>
          <p:cNvPr id="30" name="Picture 29" descr="Macquarie University logo">
            <a:extLst>
              <a:ext uri="{FF2B5EF4-FFF2-40B4-BE49-F238E27FC236}">
                <a16:creationId xmlns:a16="http://schemas.microsoft.com/office/drawing/2014/main" id="{1F005F1F-0FBA-6662-4BFC-2E6EAFC11D3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31" name="Title 1">
            <a:extLst>
              <a:ext uri="{FF2B5EF4-FFF2-40B4-BE49-F238E27FC236}">
                <a16:creationId xmlns:a16="http://schemas.microsoft.com/office/drawing/2014/main" id="{757470A5-752E-7460-2035-82DEFA68FDC9}"/>
              </a:ext>
            </a:extLst>
          </p:cNvPr>
          <p:cNvSpPr>
            <a:spLocks noGrp="1"/>
          </p:cNvSpPr>
          <p:nvPr>
            <p:ph type="title"/>
          </p:nvPr>
        </p:nvSpPr>
        <p:spPr>
          <a:xfrm>
            <a:off x="623886" y="245155"/>
            <a:ext cx="8948759" cy="538616"/>
          </a:xfrm>
        </p:spPr>
        <p:txBody>
          <a:bodyPr/>
          <a:lstStyle>
            <a:lvl1pPr>
              <a:defRPr>
                <a:solidFill>
                  <a:schemeClr val="bg1"/>
                </a:solidFill>
              </a:defRPr>
            </a:lvl1pPr>
          </a:lstStyle>
          <a:p>
            <a:r>
              <a:rPr lang="en-US" noProof="0"/>
              <a:t>Click to edit Master title style</a:t>
            </a:r>
            <a:endParaRPr lang="en-AU" noProof="0" dirty="0"/>
          </a:p>
        </p:txBody>
      </p:sp>
      <p:sp>
        <p:nvSpPr>
          <p:cNvPr id="32" name="Date Placeholder 3">
            <a:extLst>
              <a:ext uri="{FF2B5EF4-FFF2-40B4-BE49-F238E27FC236}">
                <a16:creationId xmlns:a16="http://schemas.microsoft.com/office/drawing/2014/main" id="{B51C200A-DCF2-444A-0F1F-D10020DAB969}"/>
              </a:ext>
              <a:ext uri="{C183D7F6-B498-43B3-948B-1728B52AA6E4}">
                <adec:decorative xmlns:adec="http://schemas.microsoft.com/office/drawing/2017/decorative" val="1"/>
              </a:ext>
            </a:extLst>
          </p:cNvPr>
          <p:cNvSpPr>
            <a:spLocks noGrp="1"/>
          </p:cNvSpPr>
          <p:nvPr>
            <p:ph type="dt" sz="half" idx="10"/>
          </p:nvPr>
        </p:nvSpPr>
        <p:spPr>
          <a:xfrm>
            <a:off x="528299" y="6356350"/>
            <a:ext cx="2743200" cy="365125"/>
          </a:xfrm>
        </p:spPr>
        <p:txBody>
          <a:bodyPr/>
          <a:lstStyle>
            <a:lvl1pPr>
              <a:defRPr>
                <a:solidFill>
                  <a:schemeClr val="bg1"/>
                </a:solidFill>
              </a:defRPr>
            </a:lvl1pPr>
          </a:lstStyle>
          <a:p>
            <a:fld id="{A17E76C1-6860-4658-ACAF-BC70864B9A34}" type="datetime1">
              <a:rPr lang="en-AU" smtClean="0"/>
              <a:pPr/>
              <a:t>27/5/2025</a:t>
            </a:fld>
            <a:endParaRPr lang="en-AU" dirty="0"/>
          </a:p>
        </p:txBody>
      </p:sp>
      <p:sp>
        <p:nvSpPr>
          <p:cNvPr id="33" name="Footer Placeholder 4">
            <a:extLst>
              <a:ext uri="{FF2B5EF4-FFF2-40B4-BE49-F238E27FC236}">
                <a16:creationId xmlns:a16="http://schemas.microsoft.com/office/drawing/2014/main" id="{FEDD4E8D-1BE5-00BD-E3DE-1AEE7FA34B96}"/>
              </a:ext>
              <a:ext uri="{C183D7F6-B498-43B3-948B-1728B52AA6E4}">
                <adec:decorative xmlns:adec="http://schemas.microsoft.com/office/drawing/2017/decorative" val="1"/>
              </a:ext>
            </a:extLst>
          </p:cNvPr>
          <p:cNvSpPr>
            <a:spLocks noGrp="1"/>
          </p:cNvSpPr>
          <p:nvPr>
            <p:ph type="ftr" sz="quarter" idx="11"/>
          </p:nvPr>
        </p:nvSpPr>
        <p:spPr>
          <a:xfrm>
            <a:off x="4038600" y="6368504"/>
            <a:ext cx="4114800" cy="365125"/>
          </a:xfrm>
        </p:spPr>
        <p:txBody>
          <a:bodyPr/>
          <a:lstStyle>
            <a:lvl1pPr>
              <a:defRPr>
                <a:solidFill>
                  <a:schemeClr val="bg1"/>
                </a:solidFill>
              </a:defRPr>
            </a:lvl1pPr>
          </a:lstStyle>
          <a:p>
            <a:endParaRPr lang="en-AU"/>
          </a:p>
        </p:txBody>
      </p:sp>
      <p:sp>
        <p:nvSpPr>
          <p:cNvPr id="34" name="Text Placeholder 7">
            <a:extLst>
              <a:ext uri="{FF2B5EF4-FFF2-40B4-BE49-F238E27FC236}">
                <a16:creationId xmlns:a16="http://schemas.microsoft.com/office/drawing/2014/main" id="{64601442-8048-D5F3-7631-67ED45133BF5}"/>
              </a:ext>
            </a:extLst>
          </p:cNvPr>
          <p:cNvSpPr>
            <a:spLocks noGrp="1"/>
          </p:cNvSpPr>
          <p:nvPr>
            <p:ph type="body" sz="quarter" idx="13"/>
          </p:nvPr>
        </p:nvSpPr>
        <p:spPr>
          <a:xfrm>
            <a:off x="623417" y="741399"/>
            <a:ext cx="8948759"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35" name="Parallelogram 5">
            <a:extLst>
              <a:ext uri="{FF2B5EF4-FFF2-40B4-BE49-F238E27FC236}">
                <a16:creationId xmlns:a16="http://schemas.microsoft.com/office/drawing/2014/main" id="{F565F629-4CC9-7DDD-8DF0-D65E1576B61C}"/>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36" name="Straight Connector 35">
            <a:extLst>
              <a:ext uri="{FF2B5EF4-FFF2-40B4-BE49-F238E27FC236}">
                <a16:creationId xmlns:a16="http://schemas.microsoft.com/office/drawing/2014/main" id="{A90B5346-EDE1-1188-DF91-6E1BFABB02D6}"/>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Text Placeholder 11">
            <a:extLst>
              <a:ext uri="{FF2B5EF4-FFF2-40B4-BE49-F238E27FC236}">
                <a16:creationId xmlns:a16="http://schemas.microsoft.com/office/drawing/2014/main" id="{E8D76117-3126-F41C-5BA1-60C299AD1D56}"/>
              </a:ext>
            </a:extLst>
          </p:cNvPr>
          <p:cNvSpPr>
            <a:spLocks noGrp="1"/>
          </p:cNvSpPr>
          <p:nvPr>
            <p:ph type="body" sz="quarter" idx="15"/>
          </p:nvPr>
        </p:nvSpPr>
        <p:spPr>
          <a:xfrm>
            <a:off x="623888" y="2648343"/>
            <a:ext cx="1965325" cy="3552441"/>
          </a:xfrm>
        </p:spPr>
        <p:txBody>
          <a:bodyPr lIns="0"/>
          <a:lstStyle>
            <a:lvl1pPr>
              <a:defRPr>
                <a:solidFill>
                  <a:schemeClr val="bg1"/>
                </a:solidFill>
              </a:defRPr>
            </a:lvl1pPr>
          </a:lstStyle>
          <a:p>
            <a:pPr lvl="0"/>
            <a:r>
              <a:rPr lang="en-US" noProof="0"/>
              <a:t>Click to edit Master text styles</a:t>
            </a:r>
          </a:p>
        </p:txBody>
      </p:sp>
      <p:sp>
        <p:nvSpPr>
          <p:cNvPr id="38" name="Text Placeholder 11">
            <a:extLst>
              <a:ext uri="{FF2B5EF4-FFF2-40B4-BE49-F238E27FC236}">
                <a16:creationId xmlns:a16="http://schemas.microsoft.com/office/drawing/2014/main" id="{8311587E-AD01-1EB4-A3B5-1CADCBEDAD7C}"/>
              </a:ext>
            </a:extLst>
          </p:cNvPr>
          <p:cNvSpPr>
            <a:spLocks noGrp="1"/>
          </p:cNvSpPr>
          <p:nvPr>
            <p:ph type="body" sz="quarter" idx="17"/>
          </p:nvPr>
        </p:nvSpPr>
        <p:spPr>
          <a:xfrm>
            <a:off x="2892510" y="2648343"/>
            <a:ext cx="1965325" cy="3552441"/>
          </a:xfrm>
        </p:spPr>
        <p:txBody>
          <a:bodyPr lIns="0"/>
          <a:lstStyle>
            <a:lvl1pPr>
              <a:defRPr>
                <a:solidFill>
                  <a:schemeClr val="bg1"/>
                </a:solidFill>
              </a:defRPr>
            </a:lvl1pPr>
          </a:lstStyle>
          <a:p>
            <a:pPr lvl="0"/>
            <a:r>
              <a:rPr lang="en-US" noProof="0"/>
              <a:t>Click to edit Master text styles</a:t>
            </a:r>
          </a:p>
        </p:txBody>
      </p:sp>
      <p:sp>
        <p:nvSpPr>
          <p:cNvPr id="39" name="Text Placeholder 11">
            <a:extLst>
              <a:ext uri="{FF2B5EF4-FFF2-40B4-BE49-F238E27FC236}">
                <a16:creationId xmlns:a16="http://schemas.microsoft.com/office/drawing/2014/main" id="{9E13549C-8030-8DC1-1D8D-FB0F196B6FC3}"/>
              </a:ext>
            </a:extLst>
          </p:cNvPr>
          <p:cNvSpPr>
            <a:spLocks noGrp="1"/>
          </p:cNvSpPr>
          <p:nvPr>
            <p:ph type="body" sz="quarter" idx="19"/>
          </p:nvPr>
        </p:nvSpPr>
        <p:spPr>
          <a:xfrm>
            <a:off x="5161132" y="2648343"/>
            <a:ext cx="1965325" cy="3552441"/>
          </a:xfrm>
        </p:spPr>
        <p:txBody>
          <a:bodyPr lIns="0"/>
          <a:lstStyle>
            <a:lvl1pPr>
              <a:defRPr>
                <a:solidFill>
                  <a:schemeClr val="bg1"/>
                </a:solidFill>
              </a:defRPr>
            </a:lvl1pPr>
          </a:lstStyle>
          <a:p>
            <a:pPr lvl="0"/>
            <a:r>
              <a:rPr lang="en-US" noProof="0"/>
              <a:t>Click to edit Master text styles</a:t>
            </a:r>
          </a:p>
        </p:txBody>
      </p:sp>
      <p:sp>
        <p:nvSpPr>
          <p:cNvPr id="40" name="Text Placeholder 11">
            <a:extLst>
              <a:ext uri="{FF2B5EF4-FFF2-40B4-BE49-F238E27FC236}">
                <a16:creationId xmlns:a16="http://schemas.microsoft.com/office/drawing/2014/main" id="{362C97A6-C4E6-BE72-1CC7-AAF2B2B53973}"/>
              </a:ext>
            </a:extLst>
          </p:cNvPr>
          <p:cNvSpPr>
            <a:spLocks noGrp="1"/>
          </p:cNvSpPr>
          <p:nvPr>
            <p:ph type="body" sz="quarter" idx="21"/>
          </p:nvPr>
        </p:nvSpPr>
        <p:spPr>
          <a:xfrm>
            <a:off x="7429754" y="2648343"/>
            <a:ext cx="1965325" cy="3552441"/>
          </a:xfrm>
        </p:spPr>
        <p:txBody>
          <a:bodyPr lIns="0"/>
          <a:lstStyle>
            <a:lvl1pPr>
              <a:defRPr>
                <a:solidFill>
                  <a:schemeClr val="bg1"/>
                </a:solidFill>
              </a:defRPr>
            </a:lvl1pPr>
          </a:lstStyle>
          <a:p>
            <a:pPr lvl="0"/>
            <a:r>
              <a:rPr lang="en-US" noProof="0"/>
              <a:t>Click to edit Master text styles</a:t>
            </a:r>
          </a:p>
        </p:txBody>
      </p:sp>
      <p:sp>
        <p:nvSpPr>
          <p:cNvPr id="41" name="Text Placeholder 11">
            <a:extLst>
              <a:ext uri="{FF2B5EF4-FFF2-40B4-BE49-F238E27FC236}">
                <a16:creationId xmlns:a16="http://schemas.microsoft.com/office/drawing/2014/main" id="{8FE34385-B05B-E69D-7545-9E5E6A2F6E51}"/>
              </a:ext>
            </a:extLst>
          </p:cNvPr>
          <p:cNvSpPr>
            <a:spLocks noGrp="1"/>
          </p:cNvSpPr>
          <p:nvPr>
            <p:ph type="body" sz="quarter" idx="23"/>
          </p:nvPr>
        </p:nvSpPr>
        <p:spPr>
          <a:xfrm>
            <a:off x="9698376" y="2648343"/>
            <a:ext cx="1965325" cy="3552441"/>
          </a:xfrm>
        </p:spPr>
        <p:txBody>
          <a:bodyPr lIns="0"/>
          <a:lstStyle>
            <a:lvl1pPr>
              <a:defRPr>
                <a:solidFill>
                  <a:schemeClr val="bg1"/>
                </a:solidFill>
              </a:defRPr>
            </a:lvl1pPr>
          </a:lstStyle>
          <a:p>
            <a:pPr lvl="0"/>
            <a:r>
              <a:rPr lang="en-US" noProof="0"/>
              <a:t>Click to edit Master text styles</a:t>
            </a:r>
          </a:p>
        </p:txBody>
      </p:sp>
      <p:sp>
        <p:nvSpPr>
          <p:cNvPr id="42" name="Slide Number Placeholder 5">
            <a:extLst>
              <a:ext uri="{FF2B5EF4-FFF2-40B4-BE49-F238E27FC236}">
                <a16:creationId xmlns:a16="http://schemas.microsoft.com/office/drawing/2014/main" id="{28BBA152-96B6-2462-E45F-CF00FC952EF3}"/>
              </a:ext>
            </a:extLst>
          </p:cNvPr>
          <p:cNvSpPr>
            <a:spLocks noGrp="1"/>
          </p:cNvSpPr>
          <p:nvPr>
            <p:ph type="sldNum" sz="quarter" idx="12"/>
          </p:nvPr>
        </p:nvSpPr>
        <p:spPr>
          <a:xfrm>
            <a:off x="8920501" y="6356350"/>
            <a:ext cx="2743200" cy="365125"/>
          </a:xfrm>
        </p:spPr>
        <p:txBody>
          <a:bodyPr rIns="0"/>
          <a:lstStyle>
            <a:lvl1pPr>
              <a:defRPr baseline="0">
                <a:solidFill>
                  <a:schemeClr val="bg1"/>
                </a:solidFill>
              </a:defRPr>
            </a:lvl1pPr>
          </a:lstStyle>
          <a:p>
            <a:fld id="{6F6F96F8-3C4A-44BA-8813-69AD9933C9F2}" type="slidenum">
              <a:rPr lang="en-AU" smtClean="0"/>
              <a:pPr/>
              <a:t>‹#›</a:t>
            </a:fld>
            <a:endParaRPr lang="en-AU"/>
          </a:p>
        </p:txBody>
      </p:sp>
      <p:sp>
        <p:nvSpPr>
          <p:cNvPr id="43" name="Picture Placeholder 9">
            <a:extLst>
              <a:ext uri="{FF2B5EF4-FFF2-40B4-BE49-F238E27FC236}">
                <a16:creationId xmlns:a16="http://schemas.microsoft.com/office/drawing/2014/main" id="{5E30F9D4-F9E1-8E53-D947-FD6AD4B8ED7D}"/>
              </a:ext>
              <a:ext uri="{C183D7F6-B498-43B3-948B-1728B52AA6E4}">
                <adec:decorative xmlns:adec="http://schemas.microsoft.com/office/drawing/2017/decorative" val="1"/>
              </a:ext>
            </a:extLst>
          </p:cNvPr>
          <p:cNvSpPr>
            <a:spLocks noGrp="1"/>
          </p:cNvSpPr>
          <p:nvPr>
            <p:ph type="pic" sz="quarter" idx="24"/>
          </p:nvPr>
        </p:nvSpPr>
        <p:spPr>
          <a:xfrm>
            <a:off x="623886" y="1628777"/>
            <a:ext cx="756000" cy="684000"/>
          </a:xfrm>
        </p:spPr>
        <p:txBody>
          <a:bodyPr lIns="0"/>
          <a:lstStyle>
            <a:lvl1pPr>
              <a:defRPr>
                <a:solidFill>
                  <a:schemeClr val="bg1"/>
                </a:solidFill>
              </a:defRPr>
            </a:lvl1pPr>
          </a:lstStyle>
          <a:p>
            <a:r>
              <a:rPr lang="en-US"/>
              <a:t>Click icon to add picture</a:t>
            </a:r>
            <a:endParaRPr lang="en-AU"/>
          </a:p>
        </p:txBody>
      </p:sp>
      <p:sp>
        <p:nvSpPr>
          <p:cNvPr id="44" name="Picture Placeholder 9">
            <a:extLst>
              <a:ext uri="{FF2B5EF4-FFF2-40B4-BE49-F238E27FC236}">
                <a16:creationId xmlns:a16="http://schemas.microsoft.com/office/drawing/2014/main" id="{805EABD4-BCD9-2E75-1C44-7742ED46B7F4}"/>
              </a:ext>
              <a:ext uri="{C183D7F6-B498-43B3-948B-1728B52AA6E4}">
                <adec:decorative xmlns:adec="http://schemas.microsoft.com/office/drawing/2017/decorative" val="1"/>
              </a:ext>
            </a:extLst>
          </p:cNvPr>
          <p:cNvSpPr>
            <a:spLocks noGrp="1"/>
          </p:cNvSpPr>
          <p:nvPr>
            <p:ph type="pic" sz="quarter" idx="25"/>
          </p:nvPr>
        </p:nvSpPr>
        <p:spPr>
          <a:xfrm>
            <a:off x="2892508" y="1628777"/>
            <a:ext cx="756000" cy="684000"/>
          </a:xfrm>
        </p:spPr>
        <p:txBody>
          <a:bodyPr lIns="0"/>
          <a:lstStyle>
            <a:lvl1pPr>
              <a:defRPr>
                <a:solidFill>
                  <a:schemeClr val="bg1"/>
                </a:solidFill>
              </a:defRPr>
            </a:lvl1pPr>
          </a:lstStyle>
          <a:p>
            <a:r>
              <a:rPr lang="en-US"/>
              <a:t>Click icon to add picture</a:t>
            </a:r>
            <a:endParaRPr lang="en-AU"/>
          </a:p>
        </p:txBody>
      </p:sp>
      <p:sp>
        <p:nvSpPr>
          <p:cNvPr id="45" name="Picture Placeholder 9">
            <a:extLst>
              <a:ext uri="{FF2B5EF4-FFF2-40B4-BE49-F238E27FC236}">
                <a16:creationId xmlns:a16="http://schemas.microsoft.com/office/drawing/2014/main" id="{CB549350-8141-325C-6F19-8ABD406016EB}"/>
              </a:ext>
              <a:ext uri="{C183D7F6-B498-43B3-948B-1728B52AA6E4}">
                <adec:decorative xmlns:adec="http://schemas.microsoft.com/office/drawing/2017/decorative" val="1"/>
              </a:ext>
            </a:extLst>
          </p:cNvPr>
          <p:cNvSpPr>
            <a:spLocks noGrp="1"/>
          </p:cNvSpPr>
          <p:nvPr>
            <p:ph type="pic" sz="quarter" idx="26"/>
          </p:nvPr>
        </p:nvSpPr>
        <p:spPr>
          <a:xfrm>
            <a:off x="5161130" y="1628777"/>
            <a:ext cx="756000" cy="684000"/>
          </a:xfrm>
        </p:spPr>
        <p:txBody>
          <a:bodyPr lIns="0"/>
          <a:lstStyle>
            <a:lvl1pPr>
              <a:defRPr>
                <a:solidFill>
                  <a:schemeClr val="bg1"/>
                </a:solidFill>
              </a:defRPr>
            </a:lvl1pPr>
          </a:lstStyle>
          <a:p>
            <a:r>
              <a:rPr lang="en-US"/>
              <a:t>Click icon to add picture</a:t>
            </a:r>
            <a:endParaRPr lang="en-AU"/>
          </a:p>
        </p:txBody>
      </p:sp>
      <p:sp>
        <p:nvSpPr>
          <p:cNvPr id="46" name="Picture Placeholder 9">
            <a:extLst>
              <a:ext uri="{FF2B5EF4-FFF2-40B4-BE49-F238E27FC236}">
                <a16:creationId xmlns:a16="http://schemas.microsoft.com/office/drawing/2014/main" id="{1FD65034-862F-EDF9-25EA-A6F49A4E4A4D}"/>
              </a:ext>
              <a:ext uri="{C183D7F6-B498-43B3-948B-1728B52AA6E4}">
                <adec:decorative xmlns:adec="http://schemas.microsoft.com/office/drawing/2017/decorative" val="1"/>
              </a:ext>
            </a:extLst>
          </p:cNvPr>
          <p:cNvSpPr>
            <a:spLocks noGrp="1"/>
          </p:cNvSpPr>
          <p:nvPr>
            <p:ph type="pic" sz="quarter" idx="27"/>
          </p:nvPr>
        </p:nvSpPr>
        <p:spPr>
          <a:xfrm>
            <a:off x="7429752" y="1628777"/>
            <a:ext cx="756000" cy="684000"/>
          </a:xfrm>
        </p:spPr>
        <p:txBody>
          <a:bodyPr lIns="0"/>
          <a:lstStyle>
            <a:lvl1pPr>
              <a:defRPr>
                <a:solidFill>
                  <a:schemeClr val="bg1"/>
                </a:solidFill>
              </a:defRPr>
            </a:lvl1pPr>
          </a:lstStyle>
          <a:p>
            <a:r>
              <a:rPr lang="en-US"/>
              <a:t>Click icon to add picture</a:t>
            </a:r>
            <a:endParaRPr lang="en-AU"/>
          </a:p>
        </p:txBody>
      </p:sp>
      <p:sp>
        <p:nvSpPr>
          <p:cNvPr id="47" name="Picture Placeholder 9">
            <a:extLst>
              <a:ext uri="{FF2B5EF4-FFF2-40B4-BE49-F238E27FC236}">
                <a16:creationId xmlns:a16="http://schemas.microsoft.com/office/drawing/2014/main" id="{DD9608CD-EBCD-708B-4BCE-3ACC130001E1}"/>
              </a:ext>
              <a:ext uri="{C183D7F6-B498-43B3-948B-1728B52AA6E4}">
                <adec:decorative xmlns:adec="http://schemas.microsoft.com/office/drawing/2017/decorative" val="1"/>
              </a:ext>
            </a:extLst>
          </p:cNvPr>
          <p:cNvSpPr>
            <a:spLocks noGrp="1"/>
          </p:cNvSpPr>
          <p:nvPr>
            <p:ph type="pic" sz="quarter" idx="28"/>
          </p:nvPr>
        </p:nvSpPr>
        <p:spPr>
          <a:xfrm>
            <a:off x="9695710" y="1628777"/>
            <a:ext cx="756000" cy="684000"/>
          </a:xfrm>
        </p:spPr>
        <p:txBody>
          <a:bodyPr lIns="0"/>
          <a:lstStyle>
            <a:lvl1pPr>
              <a:defRPr>
                <a:solidFill>
                  <a:schemeClr val="bg1"/>
                </a:solidFill>
              </a:defRPr>
            </a:lvl1pPr>
          </a:lstStyle>
          <a:p>
            <a:r>
              <a:rPr lang="en-US"/>
              <a:t>Click icon to add picture</a:t>
            </a:r>
            <a:endParaRPr lang="en-AU"/>
          </a:p>
        </p:txBody>
      </p:sp>
    </p:spTree>
    <p:extLst>
      <p:ext uri="{BB962C8B-B14F-4D97-AF65-F5344CB8AC3E}">
        <p14:creationId xmlns:p14="http://schemas.microsoft.com/office/powerpoint/2010/main" val="101000371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Multiple columns_6">
    <p:bg>
      <p:bgPr>
        <a:solidFill>
          <a:schemeClr val="accent2"/>
        </a:solidFill>
        <a:effectLst/>
      </p:bgPr>
    </p:bg>
    <p:spTree>
      <p:nvGrpSpPr>
        <p:cNvPr id="1" name=""/>
        <p:cNvGrpSpPr/>
        <p:nvPr/>
      </p:nvGrpSpPr>
      <p:grpSpPr>
        <a:xfrm>
          <a:off x="0" y="0"/>
          <a:ext cx="0" cy="0"/>
          <a:chOff x="0" y="0"/>
          <a:chExt cx="0" cy="0"/>
        </a:xfrm>
      </p:grpSpPr>
      <p:pic>
        <p:nvPicPr>
          <p:cNvPr id="30" name="Picture 29" descr="Macquarie University logo">
            <a:extLst>
              <a:ext uri="{FF2B5EF4-FFF2-40B4-BE49-F238E27FC236}">
                <a16:creationId xmlns:a16="http://schemas.microsoft.com/office/drawing/2014/main" id="{23F8E200-B5D4-03BC-9094-C6C495DB78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31" name="Title 1">
            <a:extLst>
              <a:ext uri="{FF2B5EF4-FFF2-40B4-BE49-F238E27FC236}">
                <a16:creationId xmlns:a16="http://schemas.microsoft.com/office/drawing/2014/main" id="{FDB1E401-5D3E-2387-64D3-C7E7FCC3C970}"/>
              </a:ext>
            </a:extLst>
          </p:cNvPr>
          <p:cNvSpPr>
            <a:spLocks noGrp="1"/>
          </p:cNvSpPr>
          <p:nvPr>
            <p:ph type="title"/>
          </p:nvPr>
        </p:nvSpPr>
        <p:spPr>
          <a:xfrm>
            <a:off x="623886" y="245155"/>
            <a:ext cx="8948759" cy="538616"/>
          </a:xfrm>
        </p:spPr>
        <p:txBody>
          <a:bodyPr/>
          <a:lstStyle>
            <a:lvl1pPr>
              <a:defRPr>
                <a:solidFill>
                  <a:schemeClr val="bg1"/>
                </a:solidFill>
              </a:defRPr>
            </a:lvl1pPr>
          </a:lstStyle>
          <a:p>
            <a:r>
              <a:rPr lang="en-US" noProof="0"/>
              <a:t>Click to edit Master title style</a:t>
            </a:r>
            <a:endParaRPr lang="en-AU" noProof="0" dirty="0"/>
          </a:p>
        </p:txBody>
      </p:sp>
      <p:sp>
        <p:nvSpPr>
          <p:cNvPr id="32" name="Date Placeholder 3">
            <a:extLst>
              <a:ext uri="{FF2B5EF4-FFF2-40B4-BE49-F238E27FC236}">
                <a16:creationId xmlns:a16="http://schemas.microsoft.com/office/drawing/2014/main" id="{95E37125-5288-8DE4-8FAF-DEFE0E1F9E12}"/>
              </a:ext>
              <a:ext uri="{C183D7F6-B498-43B3-948B-1728B52AA6E4}">
                <adec:decorative xmlns:adec="http://schemas.microsoft.com/office/drawing/2017/decorative" val="1"/>
              </a:ext>
            </a:extLst>
          </p:cNvPr>
          <p:cNvSpPr>
            <a:spLocks noGrp="1"/>
          </p:cNvSpPr>
          <p:nvPr>
            <p:ph type="dt" sz="half" idx="10"/>
          </p:nvPr>
        </p:nvSpPr>
        <p:spPr>
          <a:xfrm>
            <a:off x="528299" y="6356350"/>
            <a:ext cx="2743200" cy="365125"/>
          </a:xfrm>
        </p:spPr>
        <p:txBody>
          <a:bodyPr/>
          <a:lstStyle>
            <a:lvl1pPr>
              <a:defRPr>
                <a:solidFill>
                  <a:schemeClr val="bg1"/>
                </a:solidFill>
              </a:defRPr>
            </a:lvl1pPr>
          </a:lstStyle>
          <a:p>
            <a:fld id="{A17E76C1-6860-4658-ACAF-BC70864B9A34}" type="datetime1">
              <a:rPr lang="en-AU" smtClean="0"/>
              <a:pPr/>
              <a:t>27/5/2025</a:t>
            </a:fld>
            <a:endParaRPr lang="en-AU"/>
          </a:p>
        </p:txBody>
      </p:sp>
      <p:sp>
        <p:nvSpPr>
          <p:cNvPr id="33" name="Footer Placeholder 4">
            <a:extLst>
              <a:ext uri="{FF2B5EF4-FFF2-40B4-BE49-F238E27FC236}">
                <a16:creationId xmlns:a16="http://schemas.microsoft.com/office/drawing/2014/main" id="{B70D9145-5C1D-C43F-923D-40FFBF7335B8}"/>
              </a:ext>
              <a:ext uri="{C183D7F6-B498-43B3-948B-1728B52AA6E4}">
                <adec:decorative xmlns:adec="http://schemas.microsoft.com/office/drawing/2017/decorative" val="1"/>
              </a:ext>
            </a:extLst>
          </p:cNvPr>
          <p:cNvSpPr>
            <a:spLocks noGrp="1"/>
          </p:cNvSpPr>
          <p:nvPr>
            <p:ph type="ftr" sz="quarter" idx="11"/>
          </p:nvPr>
        </p:nvSpPr>
        <p:spPr>
          <a:xfrm>
            <a:off x="4038600" y="6368504"/>
            <a:ext cx="4114800" cy="365125"/>
          </a:xfrm>
        </p:spPr>
        <p:txBody>
          <a:bodyPr/>
          <a:lstStyle>
            <a:lvl1pPr>
              <a:defRPr>
                <a:solidFill>
                  <a:schemeClr val="bg1"/>
                </a:solidFill>
              </a:defRPr>
            </a:lvl1pPr>
          </a:lstStyle>
          <a:p>
            <a:endParaRPr lang="en-AU"/>
          </a:p>
        </p:txBody>
      </p:sp>
      <p:sp>
        <p:nvSpPr>
          <p:cNvPr id="34" name="Text Placeholder 7">
            <a:extLst>
              <a:ext uri="{FF2B5EF4-FFF2-40B4-BE49-F238E27FC236}">
                <a16:creationId xmlns:a16="http://schemas.microsoft.com/office/drawing/2014/main" id="{6BF09BD3-B684-8532-40D8-9B61B62E9472}"/>
              </a:ext>
            </a:extLst>
          </p:cNvPr>
          <p:cNvSpPr>
            <a:spLocks noGrp="1"/>
          </p:cNvSpPr>
          <p:nvPr>
            <p:ph type="body" sz="quarter" idx="13"/>
          </p:nvPr>
        </p:nvSpPr>
        <p:spPr>
          <a:xfrm>
            <a:off x="623417" y="741399"/>
            <a:ext cx="8948759"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35" name="Parallelogram 5">
            <a:extLst>
              <a:ext uri="{FF2B5EF4-FFF2-40B4-BE49-F238E27FC236}">
                <a16:creationId xmlns:a16="http://schemas.microsoft.com/office/drawing/2014/main" id="{B9458A43-107C-CD88-E080-48C47A1FFE54}"/>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36" name="Straight Connector 35">
            <a:extLst>
              <a:ext uri="{FF2B5EF4-FFF2-40B4-BE49-F238E27FC236}">
                <a16:creationId xmlns:a16="http://schemas.microsoft.com/office/drawing/2014/main" id="{B63A70A6-75A4-2EFB-C6F7-870B07C69785}"/>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Text Placeholder 11">
            <a:extLst>
              <a:ext uri="{FF2B5EF4-FFF2-40B4-BE49-F238E27FC236}">
                <a16:creationId xmlns:a16="http://schemas.microsoft.com/office/drawing/2014/main" id="{D9BEA815-2D7C-E1EA-DC68-9B3AA0DF22E7}"/>
              </a:ext>
            </a:extLst>
          </p:cNvPr>
          <p:cNvSpPr>
            <a:spLocks noGrp="1"/>
          </p:cNvSpPr>
          <p:nvPr>
            <p:ph type="body" sz="quarter" idx="15"/>
          </p:nvPr>
        </p:nvSpPr>
        <p:spPr>
          <a:xfrm>
            <a:off x="623888" y="2648343"/>
            <a:ext cx="1965325" cy="3552441"/>
          </a:xfrm>
        </p:spPr>
        <p:txBody>
          <a:bodyPr lIns="0"/>
          <a:lstStyle>
            <a:lvl1pPr>
              <a:defRPr>
                <a:solidFill>
                  <a:schemeClr val="bg1"/>
                </a:solidFill>
              </a:defRPr>
            </a:lvl1pPr>
          </a:lstStyle>
          <a:p>
            <a:pPr lvl="0"/>
            <a:r>
              <a:rPr lang="en-US" noProof="0"/>
              <a:t>Click to edit Master text styles</a:t>
            </a:r>
          </a:p>
        </p:txBody>
      </p:sp>
      <p:sp>
        <p:nvSpPr>
          <p:cNvPr id="38" name="Text Placeholder 11">
            <a:extLst>
              <a:ext uri="{FF2B5EF4-FFF2-40B4-BE49-F238E27FC236}">
                <a16:creationId xmlns:a16="http://schemas.microsoft.com/office/drawing/2014/main" id="{3AA40C04-E346-A044-8883-3A5FE6914714}"/>
              </a:ext>
            </a:extLst>
          </p:cNvPr>
          <p:cNvSpPr>
            <a:spLocks noGrp="1"/>
          </p:cNvSpPr>
          <p:nvPr>
            <p:ph type="body" sz="quarter" idx="17"/>
          </p:nvPr>
        </p:nvSpPr>
        <p:spPr>
          <a:xfrm>
            <a:off x="2892510" y="2648343"/>
            <a:ext cx="1965325" cy="3552441"/>
          </a:xfrm>
        </p:spPr>
        <p:txBody>
          <a:bodyPr lIns="0"/>
          <a:lstStyle>
            <a:lvl1pPr>
              <a:defRPr>
                <a:solidFill>
                  <a:schemeClr val="bg1"/>
                </a:solidFill>
              </a:defRPr>
            </a:lvl1pPr>
          </a:lstStyle>
          <a:p>
            <a:pPr lvl="0"/>
            <a:r>
              <a:rPr lang="en-US" noProof="0"/>
              <a:t>Click to edit Master text styles</a:t>
            </a:r>
          </a:p>
        </p:txBody>
      </p:sp>
      <p:sp>
        <p:nvSpPr>
          <p:cNvPr id="39" name="Text Placeholder 11">
            <a:extLst>
              <a:ext uri="{FF2B5EF4-FFF2-40B4-BE49-F238E27FC236}">
                <a16:creationId xmlns:a16="http://schemas.microsoft.com/office/drawing/2014/main" id="{2098743D-2BC0-9BF0-17CE-8BE2C008E596}"/>
              </a:ext>
            </a:extLst>
          </p:cNvPr>
          <p:cNvSpPr>
            <a:spLocks noGrp="1"/>
          </p:cNvSpPr>
          <p:nvPr>
            <p:ph type="body" sz="quarter" idx="19"/>
          </p:nvPr>
        </p:nvSpPr>
        <p:spPr>
          <a:xfrm>
            <a:off x="5161132" y="2648343"/>
            <a:ext cx="1965325" cy="3552441"/>
          </a:xfrm>
        </p:spPr>
        <p:txBody>
          <a:bodyPr lIns="0"/>
          <a:lstStyle>
            <a:lvl1pPr>
              <a:defRPr>
                <a:solidFill>
                  <a:schemeClr val="bg1"/>
                </a:solidFill>
              </a:defRPr>
            </a:lvl1pPr>
          </a:lstStyle>
          <a:p>
            <a:pPr lvl="0"/>
            <a:r>
              <a:rPr lang="en-US" noProof="0"/>
              <a:t>Click to edit Master text styles</a:t>
            </a:r>
          </a:p>
        </p:txBody>
      </p:sp>
      <p:sp>
        <p:nvSpPr>
          <p:cNvPr id="40" name="Text Placeholder 11">
            <a:extLst>
              <a:ext uri="{FF2B5EF4-FFF2-40B4-BE49-F238E27FC236}">
                <a16:creationId xmlns:a16="http://schemas.microsoft.com/office/drawing/2014/main" id="{2B6DBF01-F0BC-5125-7CB4-83ADA27262BA}"/>
              </a:ext>
            </a:extLst>
          </p:cNvPr>
          <p:cNvSpPr>
            <a:spLocks noGrp="1"/>
          </p:cNvSpPr>
          <p:nvPr>
            <p:ph type="body" sz="quarter" idx="21"/>
          </p:nvPr>
        </p:nvSpPr>
        <p:spPr>
          <a:xfrm>
            <a:off x="7429754" y="2648343"/>
            <a:ext cx="1965325" cy="3552441"/>
          </a:xfrm>
        </p:spPr>
        <p:txBody>
          <a:bodyPr lIns="0"/>
          <a:lstStyle>
            <a:lvl1pPr>
              <a:defRPr>
                <a:solidFill>
                  <a:schemeClr val="bg1"/>
                </a:solidFill>
              </a:defRPr>
            </a:lvl1pPr>
          </a:lstStyle>
          <a:p>
            <a:pPr lvl="0"/>
            <a:r>
              <a:rPr lang="en-US" noProof="0"/>
              <a:t>Click to edit Master text styles</a:t>
            </a:r>
          </a:p>
        </p:txBody>
      </p:sp>
      <p:sp>
        <p:nvSpPr>
          <p:cNvPr id="41" name="Text Placeholder 11">
            <a:extLst>
              <a:ext uri="{FF2B5EF4-FFF2-40B4-BE49-F238E27FC236}">
                <a16:creationId xmlns:a16="http://schemas.microsoft.com/office/drawing/2014/main" id="{00DABAE8-BFD3-DAF5-6AE2-A8B3354E4B25}"/>
              </a:ext>
            </a:extLst>
          </p:cNvPr>
          <p:cNvSpPr>
            <a:spLocks noGrp="1"/>
          </p:cNvSpPr>
          <p:nvPr>
            <p:ph type="body" sz="quarter" idx="23"/>
          </p:nvPr>
        </p:nvSpPr>
        <p:spPr>
          <a:xfrm>
            <a:off x="9698376" y="2648343"/>
            <a:ext cx="1965325" cy="3552441"/>
          </a:xfrm>
        </p:spPr>
        <p:txBody>
          <a:bodyPr lIns="0"/>
          <a:lstStyle>
            <a:lvl1pPr>
              <a:defRPr>
                <a:solidFill>
                  <a:schemeClr val="bg1"/>
                </a:solidFill>
              </a:defRPr>
            </a:lvl1pPr>
          </a:lstStyle>
          <a:p>
            <a:pPr lvl="0"/>
            <a:r>
              <a:rPr lang="en-US" noProof="0"/>
              <a:t>Click to edit Master text styles</a:t>
            </a:r>
          </a:p>
        </p:txBody>
      </p:sp>
      <p:sp>
        <p:nvSpPr>
          <p:cNvPr id="42" name="Slide Number Placeholder 5">
            <a:extLst>
              <a:ext uri="{FF2B5EF4-FFF2-40B4-BE49-F238E27FC236}">
                <a16:creationId xmlns:a16="http://schemas.microsoft.com/office/drawing/2014/main" id="{C69B5EAC-329C-FC5C-B5C3-E46A3E724EB6}"/>
              </a:ext>
            </a:extLst>
          </p:cNvPr>
          <p:cNvSpPr>
            <a:spLocks noGrp="1"/>
          </p:cNvSpPr>
          <p:nvPr>
            <p:ph type="sldNum" sz="quarter" idx="12"/>
          </p:nvPr>
        </p:nvSpPr>
        <p:spPr>
          <a:xfrm>
            <a:off x="8920501" y="6356350"/>
            <a:ext cx="2743200" cy="365125"/>
          </a:xfrm>
        </p:spPr>
        <p:txBody>
          <a:bodyPr rIns="0"/>
          <a:lstStyle>
            <a:lvl1pPr>
              <a:defRPr baseline="0">
                <a:solidFill>
                  <a:schemeClr val="bg1"/>
                </a:solidFill>
              </a:defRPr>
            </a:lvl1pPr>
          </a:lstStyle>
          <a:p>
            <a:fld id="{6F6F96F8-3C4A-44BA-8813-69AD9933C9F2}" type="slidenum">
              <a:rPr lang="en-AU" smtClean="0"/>
              <a:pPr/>
              <a:t>‹#›</a:t>
            </a:fld>
            <a:endParaRPr lang="en-AU"/>
          </a:p>
        </p:txBody>
      </p:sp>
      <p:sp>
        <p:nvSpPr>
          <p:cNvPr id="43" name="Picture Placeholder 9">
            <a:extLst>
              <a:ext uri="{FF2B5EF4-FFF2-40B4-BE49-F238E27FC236}">
                <a16:creationId xmlns:a16="http://schemas.microsoft.com/office/drawing/2014/main" id="{B711C630-64B7-FAA7-AD3E-572D90E0966A}"/>
              </a:ext>
              <a:ext uri="{C183D7F6-B498-43B3-948B-1728B52AA6E4}">
                <adec:decorative xmlns:adec="http://schemas.microsoft.com/office/drawing/2017/decorative" val="1"/>
              </a:ext>
            </a:extLst>
          </p:cNvPr>
          <p:cNvSpPr>
            <a:spLocks noGrp="1"/>
          </p:cNvSpPr>
          <p:nvPr>
            <p:ph type="pic" sz="quarter" idx="24"/>
          </p:nvPr>
        </p:nvSpPr>
        <p:spPr>
          <a:xfrm>
            <a:off x="623886" y="1628777"/>
            <a:ext cx="756000" cy="684000"/>
          </a:xfrm>
        </p:spPr>
        <p:txBody>
          <a:bodyPr lIns="0"/>
          <a:lstStyle>
            <a:lvl1pPr>
              <a:defRPr>
                <a:solidFill>
                  <a:schemeClr val="bg1"/>
                </a:solidFill>
              </a:defRPr>
            </a:lvl1pPr>
          </a:lstStyle>
          <a:p>
            <a:r>
              <a:rPr lang="en-US"/>
              <a:t>Click icon to add picture</a:t>
            </a:r>
            <a:endParaRPr lang="en-AU"/>
          </a:p>
        </p:txBody>
      </p:sp>
      <p:sp>
        <p:nvSpPr>
          <p:cNvPr id="44" name="Picture Placeholder 9">
            <a:extLst>
              <a:ext uri="{FF2B5EF4-FFF2-40B4-BE49-F238E27FC236}">
                <a16:creationId xmlns:a16="http://schemas.microsoft.com/office/drawing/2014/main" id="{09AF1A34-7A67-7A5D-DC88-EAEDDD6EA0FB}"/>
              </a:ext>
              <a:ext uri="{C183D7F6-B498-43B3-948B-1728B52AA6E4}">
                <adec:decorative xmlns:adec="http://schemas.microsoft.com/office/drawing/2017/decorative" val="1"/>
              </a:ext>
            </a:extLst>
          </p:cNvPr>
          <p:cNvSpPr>
            <a:spLocks noGrp="1"/>
          </p:cNvSpPr>
          <p:nvPr>
            <p:ph type="pic" sz="quarter" idx="25"/>
          </p:nvPr>
        </p:nvSpPr>
        <p:spPr>
          <a:xfrm>
            <a:off x="2892508" y="1628777"/>
            <a:ext cx="756000" cy="684000"/>
          </a:xfrm>
        </p:spPr>
        <p:txBody>
          <a:bodyPr lIns="0"/>
          <a:lstStyle>
            <a:lvl1pPr>
              <a:defRPr>
                <a:solidFill>
                  <a:schemeClr val="bg1"/>
                </a:solidFill>
              </a:defRPr>
            </a:lvl1pPr>
          </a:lstStyle>
          <a:p>
            <a:r>
              <a:rPr lang="en-US"/>
              <a:t>Click icon to add picture</a:t>
            </a:r>
            <a:endParaRPr lang="en-AU"/>
          </a:p>
        </p:txBody>
      </p:sp>
      <p:sp>
        <p:nvSpPr>
          <p:cNvPr id="45" name="Picture Placeholder 9">
            <a:extLst>
              <a:ext uri="{FF2B5EF4-FFF2-40B4-BE49-F238E27FC236}">
                <a16:creationId xmlns:a16="http://schemas.microsoft.com/office/drawing/2014/main" id="{E93D15A0-9D15-6668-6482-A0CDF4C654F7}"/>
              </a:ext>
              <a:ext uri="{C183D7F6-B498-43B3-948B-1728B52AA6E4}">
                <adec:decorative xmlns:adec="http://schemas.microsoft.com/office/drawing/2017/decorative" val="1"/>
              </a:ext>
            </a:extLst>
          </p:cNvPr>
          <p:cNvSpPr>
            <a:spLocks noGrp="1"/>
          </p:cNvSpPr>
          <p:nvPr>
            <p:ph type="pic" sz="quarter" idx="26"/>
          </p:nvPr>
        </p:nvSpPr>
        <p:spPr>
          <a:xfrm>
            <a:off x="5161130" y="1628777"/>
            <a:ext cx="756000" cy="684000"/>
          </a:xfrm>
        </p:spPr>
        <p:txBody>
          <a:bodyPr lIns="0"/>
          <a:lstStyle>
            <a:lvl1pPr>
              <a:defRPr>
                <a:solidFill>
                  <a:schemeClr val="bg1"/>
                </a:solidFill>
              </a:defRPr>
            </a:lvl1pPr>
          </a:lstStyle>
          <a:p>
            <a:r>
              <a:rPr lang="en-US"/>
              <a:t>Click icon to add picture</a:t>
            </a:r>
            <a:endParaRPr lang="en-AU"/>
          </a:p>
        </p:txBody>
      </p:sp>
      <p:sp>
        <p:nvSpPr>
          <p:cNvPr id="46" name="Picture Placeholder 9">
            <a:extLst>
              <a:ext uri="{FF2B5EF4-FFF2-40B4-BE49-F238E27FC236}">
                <a16:creationId xmlns:a16="http://schemas.microsoft.com/office/drawing/2014/main" id="{6F2163A2-BBA2-0BBB-D365-0F54776E6D7C}"/>
              </a:ext>
              <a:ext uri="{C183D7F6-B498-43B3-948B-1728B52AA6E4}">
                <adec:decorative xmlns:adec="http://schemas.microsoft.com/office/drawing/2017/decorative" val="1"/>
              </a:ext>
            </a:extLst>
          </p:cNvPr>
          <p:cNvSpPr>
            <a:spLocks noGrp="1"/>
          </p:cNvSpPr>
          <p:nvPr>
            <p:ph type="pic" sz="quarter" idx="27"/>
          </p:nvPr>
        </p:nvSpPr>
        <p:spPr>
          <a:xfrm>
            <a:off x="7429752" y="1628777"/>
            <a:ext cx="756000" cy="684000"/>
          </a:xfrm>
        </p:spPr>
        <p:txBody>
          <a:bodyPr lIns="0"/>
          <a:lstStyle>
            <a:lvl1pPr>
              <a:defRPr>
                <a:solidFill>
                  <a:schemeClr val="bg1"/>
                </a:solidFill>
              </a:defRPr>
            </a:lvl1pPr>
          </a:lstStyle>
          <a:p>
            <a:r>
              <a:rPr lang="en-US"/>
              <a:t>Click icon to add picture</a:t>
            </a:r>
            <a:endParaRPr lang="en-AU"/>
          </a:p>
        </p:txBody>
      </p:sp>
      <p:sp>
        <p:nvSpPr>
          <p:cNvPr id="47" name="Picture Placeholder 9">
            <a:extLst>
              <a:ext uri="{FF2B5EF4-FFF2-40B4-BE49-F238E27FC236}">
                <a16:creationId xmlns:a16="http://schemas.microsoft.com/office/drawing/2014/main" id="{AEAB0B13-0AA8-EF18-611D-7D25B859DD3D}"/>
              </a:ext>
              <a:ext uri="{C183D7F6-B498-43B3-948B-1728B52AA6E4}">
                <adec:decorative xmlns:adec="http://schemas.microsoft.com/office/drawing/2017/decorative" val="1"/>
              </a:ext>
            </a:extLst>
          </p:cNvPr>
          <p:cNvSpPr>
            <a:spLocks noGrp="1"/>
          </p:cNvSpPr>
          <p:nvPr>
            <p:ph type="pic" sz="quarter" idx="28"/>
          </p:nvPr>
        </p:nvSpPr>
        <p:spPr>
          <a:xfrm>
            <a:off x="9695710" y="1628777"/>
            <a:ext cx="756000" cy="684000"/>
          </a:xfrm>
        </p:spPr>
        <p:txBody>
          <a:bodyPr lIns="0"/>
          <a:lstStyle>
            <a:lvl1pPr>
              <a:defRPr>
                <a:solidFill>
                  <a:schemeClr val="bg1"/>
                </a:solidFill>
              </a:defRPr>
            </a:lvl1pPr>
          </a:lstStyle>
          <a:p>
            <a:r>
              <a:rPr lang="en-US"/>
              <a:t>Click icon to add picture</a:t>
            </a:r>
            <a:endParaRPr lang="en-AU"/>
          </a:p>
        </p:txBody>
      </p:sp>
    </p:spTree>
    <p:extLst>
      <p:ext uri="{BB962C8B-B14F-4D97-AF65-F5344CB8AC3E}">
        <p14:creationId xmlns:p14="http://schemas.microsoft.com/office/powerpoint/2010/main" val="387828475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Multi ima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6" y="245155"/>
            <a:ext cx="8921043" cy="538616"/>
          </a:xfrm>
        </p:spPr>
        <p:txBody>
          <a:bodyPr/>
          <a:lstStyle>
            <a:lvl1pPr algn="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7" y="741399"/>
            <a:ext cx="8921043" cy="314516"/>
          </a:xfrm>
        </p:spPr>
        <p:txBody>
          <a:bodyPr>
            <a:noAutofit/>
          </a:bodyPr>
          <a:lstStyle>
            <a:lvl1pPr marL="0" indent="0" algn="l">
              <a:buNone/>
              <a:defRPr sz="2000" cap="all" baseline="0">
                <a:solidFill>
                  <a:schemeClr val="bg2"/>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a:xfrm>
            <a:off x="623886" y="4592963"/>
            <a:ext cx="3420000" cy="1584000"/>
          </a:xfrm>
        </p:spPr>
        <p:txBody>
          <a:bodyPr lIns="0" numCol="1" spcCol="0"/>
          <a:lstStyle>
            <a:lvl1pPr>
              <a:defRPr/>
            </a:lvl1pPr>
          </a:lstStyle>
          <a:p>
            <a:pPr lvl="0"/>
            <a:r>
              <a:rPr lang="en-US" noProof="0"/>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p>
            <a:fld id="{3392925F-8D67-4B3F-B3F8-B3B03D51667B}" type="datetime1">
              <a:rPr lang="en-AU" smtClean="0"/>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AU"/>
          </a:p>
        </p:txBody>
      </p:sp>
      <p:sp>
        <p:nvSpPr>
          <p:cNvPr id="10" name="Picture Placeholder 9">
            <a:extLst>
              <a:ext uri="{FF2B5EF4-FFF2-40B4-BE49-F238E27FC236}">
                <a16:creationId xmlns:a16="http://schemas.microsoft.com/office/drawing/2014/main" id="{F0B00431-C654-88F0-B6D3-B0FE171E38D2}"/>
              </a:ext>
              <a:ext uri="{C183D7F6-B498-43B3-948B-1728B52AA6E4}">
                <adec:decorative xmlns:adec="http://schemas.microsoft.com/office/drawing/2017/decorative" val="1"/>
              </a:ext>
            </a:extLst>
          </p:cNvPr>
          <p:cNvSpPr>
            <a:spLocks noGrp="1"/>
          </p:cNvSpPr>
          <p:nvPr>
            <p:ph type="pic" sz="quarter" idx="15"/>
          </p:nvPr>
        </p:nvSpPr>
        <p:spPr>
          <a:xfrm>
            <a:off x="623886" y="1628775"/>
            <a:ext cx="3420000" cy="2700000"/>
          </a:xfrm>
        </p:spPr>
        <p:txBody>
          <a:bodyPr lIns="0"/>
          <a:lstStyle/>
          <a:p>
            <a:r>
              <a:rPr lang="en-US"/>
              <a:t>Click icon to add picture</a:t>
            </a:r>
            <a:endParaRPr lang="en-AU"/>
          </a:p>
        </p:txBody>
      </p:sp>
      <p:sp>
        <p:nvSpPr>
          <p:cNvPr id="12" name="Content Placeholder 2">
            <a:extLst>
              <a:ext uri="{FF2B5EF4-FFF2-40B4-BE49-F238E27FC236}">
                <a16:creationId xmlns:a16="http://schemas.microsoft.com/office/drawing/2014/main" id="{16E52F80-918E-BB39-4140-003B7EE8C407}"/>
              </a:ext>
            </a:extLst>
          </p:cNvPr>
          <p:cNvSpPr>
            <a:spLocks noGrp="1"/>
          </p:cNvSpPr>
          <p:nvPr>
            <p:ph idx="17"/>
          </p:nvPr>
        </p:nvSpPr>
        <p:spPr>
          <a:xfrm>
            <a:off x="4433794" y="4592963"/>
            <a:ext cx="3420000" cy="1584000"/>
          </a:xfrm>
        </p:spPr>
        <p:txBody>
          <a:bodyPr lIns="0" numCol="1" spcCol="0"/>
          <a:lstStyle>
            <a:lvl1pPr>
              <a:defRPr/>
            </a:lvl1pPr>
          </a:lstStyle>
          <a:p>
            <a:pPr lvl="0"/>
            <a:r>
              <a:rPr lang="en-US" noProof="0"/>
              <a:t>Click to edit Master text styles</a:t>
            </a:r>
          </a:p>
        </p:txBody>
      </p:sp>
      <p:sp>
        <p:nvSpPr>
          <p:cNvPr id="13" name="Content Placeholder 2">
            <a:extLst>
              <a:ext uri="{FF2B5EF4-FFF2-40B4-BE49-F238E27FC236}">
                <a16:creationId xmlns:a16="http://schemas.microsoft.com/office/drawing/2014/main" id="{C0550A81-340A-DE00-2734-7BDCF55B9C65}"/>
              </a:ext>
            </a:extLst>
          </p:cNvPr>
          <p:cNvSpPr>
            <a:spLocks noGrp="1"/>
          </p:cNvSpPr>
          <p:nvPr>
            <p:ph idx="18"/>
          </p:nvPr>
        </p:nvSpPr>
        <p:spPr>
          <a:xfrm>
            <a:off x="8243701" y="4592963"/>
            <a:ext cx="3420000" cy="1584000"/>
          </a:xfrm>
        </p:spPr>
        <p:txBody>
          <a:bodyPr lIns="0" numCol="1" spcCol="0"/>
          <a:lstStyle>
            <a:lvl1pPr>
              <a:defRPr/>
            </a:lvl1pPr>
          </a:lstStyle>
          <a:p>
            <a:pPr lvl="0"/>
            <a:r>
              <a:rPr lang="en-US" noProof="0"/>
              <a:t>Click to edit Master text styles</a:t>
            </a:r>
          </a:p>
        </p:txBody>
      </p:sp>
      <p:sp>
        <p:nvSpPr>
          <p:cNvPr id="7" name="Picture Placeholder 9">
            <a:extLst>
              <a:ext uri="{FF2B5EF4-FFF2-40B4-BE49-F238E27FC236}">
                <a16:creationId xmlns:a16="http://schemas.microsoft.com/office/drawing/2014/main" id="{ECE71BDF-BE5E-F699-4FD8-580A590ABF50}"/>
              </a:ext>
              <a:ext uri="{C183D7F6-B498-43B3-948B-1728B52AA6E4}">
                <adec:decorative xmlns:adec="http://schemas.microsoft.com/office/drawing/2017/decorative" val="1"/>
              </a:ext>
            </a:extLst>
          </p:cNvPr>
          <p:cNvSpPr>
            <a:spLocks noGrp="1"/>
          </p:cNvSpPr>
          <p:nvPr>
            <p:ph type="pic" sz="quarter" idx="20"/>
          </p:nvPr>
        </p:nvSpPr>
        <p:spPr>
          <a:xfrm>
            <a:off x="4433794" y="1628775"/>
            <a:ext cx="3420000" cy="2700000"/>
          </a:xfrm>
        </p:spPr>
        <p:txBody>
          <a:bodyPr lIns="0"/>
          <a:lstStyle/>
          <a:p>
            <a:r>
              <a:rPr lang="en-US"/>
              <a:t>Click icon to add picture</a:t>
            </a:r>
            <a:endParaRPr lang="en-AU"/>
          </a:p>
        </p:txBody>
      </p:sp>
      <p:sp>
        <p:nvSpPr>
          <p:cNvPr id="9" name="Picture Placeholder 9">
            <a:extLst>
              <a:ext uri="{FF2B5EF4-FFF2-40B4-BE49-F238E27FC236}">
                <a16:creationId xmlns:a16="http://schemas.microsoft.com/office/drawing/2014/main" id="{C86400F7-DE94-8C78-D8F5-B0432E7458B9}"/>
              </a:ext>
              <a:ext uri="{C183D7F6-B498-43B3-948B-1728B52AA6E4}">
                <adec:decorative xmlns:adec="http://schemas.microsoft.com/office/drawing/2017/decorative" val="1"/>
              </a:ext>
            </a:extLst>
          </p:cNvPr>
          <p:cNvSpPr>
            <a:spLocks noGrp="1"/>
          </p:cNvSpPr>
          <p:nvPr>
            <p:ph type="pic" sz="quarter" idx="21"/>
          </p:nvPr>
        </p:nvSpPr>
        <p:spPr>
          <a:xfrm>
            <a:off x="8243701" y="1628775"/>
            <a:ext cx="3420000" cy="2700000"/>
          </a:xfrm>
        </p:spPr>
        <p:txBody>
          <a:bodyPr lIns="0"/>
          <a:lstStyle/>
          <a:p>
            <a:r>
              <a:rPr lang="en-US"/>
              <a:t>Click icon to add picture</a:t>
            </a:r>
            <a:endParaRPr lang="en-AU"/>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p>
            <a:fld id="{6F6F96F8-3C4A-44BA-8813-69AD9933C9F2}" type="slidenum">
              <a:rPr lang="en-AU" smtClean="0"/>
              <a:t>‹#›</a:t>
            </a:fld>
            <a:endParaRPr lang="en-AU"/>
          </a:p>
        </p:txBody>
      </p:sp>
    </p:spTree>
    <p:extLst>
      <p:ext uri="{BB962C8B-B14F-4D97-AF65-F5344CB8AC3E}">
        <p14:creationId xmlns:p14="http://schemas.microsoft.com/office/powerpoint/2010/main" val="159918327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Multi image text_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6" y="245155"/>
            <a:ext cx="8921043" cy="538616"/>
          </a:xfrm>
        </p:spPr>
        <p:txBody>
          <a:bodyPr/>
          <a:lstStyle>
            <a:lvl1pPr algn="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7" y="741399"/>
            <a:ext cx="8921043" cy="314516"/>
          </a:xfrm>
        </p:spPr>
        <p:txBody>
          <a:bodyPr>
            <a:noAutofit/>
          </a:bodyPr>
          <a:lstStyle>
            <a:lvl1pPr marL="0" indent="0" algn="l">
              <a:buNone/>
              <a:defRPr sz="2000" cap="all" baseline="0">
                <a:solidFill>
                  <a:schemeClr val="bg2"/>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a:xfrm>
            <a:off x="623886" y="4592963"/>
            <a:ext cx="3420000" cy="1584000"/>
          </a:xfrm>
        </p:spPr>
        <p:txBody>
          <a:bodyPr lIns="0" numCol="1" spcCol="0"/>
          <a:lstStyle>
            <a:lvl1pPr>
              <a:defRPr/>
            </a:lvl1pPr>
          </a:lstStyle>
          <a:p>
            <a:pPr lvl="0"/>
            <a:r>
              <a:rPr lang="en-US" noProof="0"/>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p>
            <a:fld id="{3392925F-8D67-4B3F-B3F8-B3B03D51667B}" type="datetime1">
              <a:rPr lang="en-AU" smtClean="0"/>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AU"/>
          </a:p>
        </p:txBody>
      </p:sp>
      <p:sp>
        <p:nvSpPr>
          <p:cNvPr id="10" name="Picture Placeholder 9">
            <a:extLst>
              <a:ext uri="{FF2B5EF4-FFF2-40B4-BE49-F238E27FC236}">
                <a16:creationId xmlns:a16="http://schemas.microsoft.com/office/drawing/2014/main" id="{F0B00431-C654-88F0-B6D3-B0FE171E38D2}"/>
              </a:ext>
              <a:ext uri="{C183D7F6-B498-43B3-948B-1728B52AA6E4}">
                <adec:decorative xmlns:adec="http://schemas.microsoft.com/office/drawing/2017/decorative" val="1"/>
              </a:ext>
            </a:extLst>
          </p:cNvPr>
          <p:cNvSpPr>
            <a:spLocks noGrp="1"/>
          </p:cNvSpPr>
          <p:nvPr>
            <p:ph type="pic" sz="quarter" idx="15"/>
          </p:nvPr>
        </p:nvSpPr>
        <p:spPr>
          <a:xfrm>
            <a:off x="623886" y="1628775"/>
            <a:ext cx="3420000" cy="2700000"/>
          </a:xfrm>
        </p:spPr>
        <p:txBody>
          <a:bodyPr lIns="0"/>
          <a:lstStyle/>
          <a:p>
            <a:r>
              <a:rPr lang="en-US"/>
              <a:t>Click icon to add picture</a:t>
            </a:r>
            <a:endParaRPr lang="en-AU"/>
          </a:p>
        </p:txBody>
      </p:sp>
      <p:sp>
        <p:nvSpPr>
          <p:cNvPr id="12" name="Content Placeholder 2">
            <a:extLst>
              <a:ext uri="{FF2B5EF4-FFF2-40B4-BE49-F238E27FC236}">
                <a16:creationId xmlns:a16="http://schemas.microsoft.com/office/drawing/2014/main" id="{16E52F80-918E-BB39-4140-003B7EE8C407}"/>
              </a:ext>
            </a:extLst>
          </p:cNvPr>
          <p:cNvSpPr>
            <a:spLocks noGrp="1"/>
          </p:cNvSpPr>
          <p:nvPr>
            <p:ph idx="17"/>
          </p:nvPr>
        </p:nvSpPr>
        <p:spPr>
          <a:xfrm>
            <a:off x="4433794" y="4592963"/>
            <a:ext cx="3420000" cy="1584000"/>
          </a:xfrm>
        </p:spPr>
        <p:txBody>
          <a:bodyPr lIns="0" numCol="1" spcCol="0"/>
          <a:lstStyle>
            <a:lvl1pPr>
              <a:defRPr/>
            </a:lvl1pPr>
          </a:lstStyle>
          <a:p>
            <a:pPr lvl="0"/>
            <a:r>
              <a:rPr lang="en-US" noProof="0"/>
              <a:t>Click to edit Master text styles</a:t>
            </a:r>
          </a:p>
        </p:txBody>
      </p:sp>
      <p:sp>
        <p:nvSpPr>
          <p:cNvPr id="13" name="Content Placeholder 2">
            <a:extLst>
              <a:ext uri="{FF2B5EF4-FFF2-40B4-BE49-F238E27FC236}">
                <a16:creationId xmlns:a16="http://schemas.microsoft.com/office/drawing/2014/main" id="{C0550A81-340A-DE00-2734-7BDCF55B9C65}"/>
              </a:ext>
            </a:extLst>
          </p:cNvPr>
          <p:cNvSpPr>
            <a:spLocks noGrp="1"/>
          </p:cNvSpPr>
          <p:nvPr>
            <p:ph idx="18"/>
          </p:nvPr>
        </p:nvSpPr>
        <p:spPr>
          <a:xfrm>
            <a:off x="8243701" y="4592963"/>
            <a:ext cx="3420000" cy="1584000"/>
          </a:xfrm>
        </p:spPr>
        <p:txBody>
          <a:bodyPr lIns="0" numCol="1" spcCol="0"/>
          <a:lstStyle>
            <a:lvl1pPr>
              <a:defRPr/>
            </a:lvl1pPr>
          </a:lstStyle>
          <a:p>
            <a:pPr lvl="0"/>
            <a:r>
              <a:rPr lang="en-US" noProof="0"/>
              <a:t>Click to edit Master text styles</a:t>
            </a:r>
          </a:p>
        </p:txBody>
      </p:sp>
      <p:sp>
        <p:nvSpPr>
          <p:cNvPr id="7" name="Picture Placeholder 9">
            <a:extLst>
              <a:ext uri="{FF2B5EF4-FFF2-40B4-BE49-F238E27FC236}">
                <a16:creationId xmlns:a16="http://schemas.microsoft.com/office/drawing/2014/main" id="{ECE71BDF-BE5E-F699-4FD8-580A590ABF50}"/>
              </a:ext>
              <a:ext uri="{C183D7F6-B498-43B3-948B-1728B52AA6E4}">
                <adec:decorative xmlns:adec="http://schemas.microsoft.com/office/drawing/2017/decorative" val="1"/>
              </a:ext>
            </a:extLst>
          </p:cNvPr>
          <p:cNvSpPr>
            <a:spLocks noGrp="1"/>
          </p:cNvSpPr>
          <p:nvPr>
            <p:ph type="pic" sz="quarter" idx="20"/>
          </p:nvPr>
        </p:nvSpPr>
        <p:spPr>
          <a:xfrm>
            <a:off x="4433794" y="1628775"/>
            <a:ext cx="3420000" cy="2700000"/>
          </a:xfrm>
        </p:spPr>
        <p:txBody>
          <a:bodyPr lIns="0"/>
          <a:lstStyle/>
          <a:p>
            <a:r>
              <a:rPr lang="en-US"/>
              <a:t>Click icon to add picture</a:t>
            </a:r>
            <a:endParaRPr lang="en-AU"/>
          </a:p>
        </p:txBody>
      </p:sp>
      <p:sp>
        <p:nvSpPr>
          <p:cNvPr id="9" name="Picture Placeholder 9">
            <a:extLst>
              <a:ext uri="{FF2B5EF4-FFF2-40B4-BE49-F238E27FC236}">
                <a16:creationId xmlns:a16="http://schemas.microsoft.com/office/drawing/2014/main" id="{C86400F7-DE94-8C78-D8F5-B0432E7458B9}"/>
              </a:ext>
              <a:ext uri="{C183D7F6-B498-43B3-948B-1728B52AA6E4}">
                <adec:decorative xmlns:adec="http://schemas.microsoft.com/office/drawing/2017/decorative" val="1"/>
              </a:ext>
            </a:extLst>
          </p:cNvPr>
          <p:cNvSpPr>
            <a:spLocks noGrp="1"/>
          </p:cNvSpPr>
          <p:nvPr>
            <p:ph type="pic" sz="quarter" idx="21"/>
          </p:nvPr>
        </p:nvSpPr>
        <p:spPr>
          <a:xfrm>
            <a:off x="8243701" y="1628775"/>
            <a:ext cx="3420000" cy="2700000"/>
          </a:xfrm>
        </p:spPr>
        <p:txBody>
          <a:bodyPr lIns="0"/>
          <a:lstStyle/>
          <a:p>
            <a:r>
              <a:rPr lang="en-US"/>
              <a:t>Click icon to add picture</a:t>
            </a:r>
            <a:endParaRPr lang="en-AU"/>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p>
            <a:fld id="{6F6F96F8-3C4A-44BA-8813-69AD9933C9F2}" type="slidenum">
              <a:rPr lang="en-AU" smtClean="0"/>
              <a:t>‹#›</a:t>
            </a:fld>
            <a:endParaRPr lang="en-AU"/>
          </a:p>
        </p:txBody>
      </p:sp>
    </p:spTree>
    <p:extLst>
      <p:ext uri="{BB962C8B-B14F-4D97-AF65-F5344CB8AC3E}">
        <p14:creationId xmlns:p14="http://schemas.microsoft.com/office/powerpoint/2010/main" val="285386487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1_Three column with icons_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6" y="245155"/>
            <a:ext cx="8948759" cy="538616"/>
          </a:xfrm>
        </p:spPr>
        <p:txBody>
          <a:bodyPr/>
          <a:lstStyle>
            <a:lvl1pPr algn="l">
              <a:defRPr>
                <a:solidFill>
                  <a:schemeClr val="bg1"/>
                </a:solidFill>
              </a:defRPr>
            </a:lvl1pPr>
          </a:lstStyle>
          <a:p>
            <a:r>
              <a:rPr lang="en-US" noProof="0"/>
              <a:t>Click to edit Master title style</a:t>
            </a:r>
            <a:endParaRPr lang="en-AU" noProof="0" dirty="0"/>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8A0278DC-7CD8-4282-9C25-9DAFB8D0C73C}"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7" y="741399"/>
            <a:ext cx="8948759" cy="314516"/>
          </a:xfrm>
        </p:spPr>
        <p:txBody>
          <a:bodyPr>
            <a:noAutofit/>
          </a:bodyPr>
          <a:lstStyle>
            <a:lvl1pPr marL="0" indent="0" algn="l">
              <a:buNone/>
              <a:defRPr sz="2000" cap="all" baseline="0">
                <a:solidFill>
                  <a:schemeClr val="bg1"/>
                </a:solidFill>
              </a:defRPr>
            </a:lvl1pPr>
          </a:lstStyle>
          <a:p>
            <a:pPr lvl="0"/>
            <a:r>
              <a:rPr lang="en-US"/>
              <a:t>Click to edit Master text styles</a:t>
            </a:r>
          </a:p>
        </p:txBody>
      </p:sp>
      <p:pic>
        <p:nvPicPr>
          <p:cNvPr id="7" name="Picture 6">
            <a:extLst>
              <a:ext uri="{FF2B5EF4-FFF2-40B4-BE49-F238E27FC236}">
                <a16:creationId xmlns:a16="http://schemas.microsoft.com/office/drawing/2014/main" id="{54EB25DE-3A94-5C1B-43AD-C39D36828D5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5834"/>
            <a:ext cx="2267717" cy="899162"/>
          </a:xfrm>
          <a:prstGeom prst="rect">
            <a:avLst/>
          </a:prstGeom>
        </p:spPr>
      </p:pic>
      <p:sp>
        <p:nvSpPr>
          <p:cNvPr id="9" name="Parallelogram 5">
            <a:extLst>
              <a:ext uri="{FF2B5EF4-FFF2-40B4-BE49-F238E27FC236}">
                <a16:creationId xmlns:a16="http://schemas.microsoft.com/office/drawing/2014/main" id="{074BAC25-4106-EF74-B049-3A0208984BF2}"/>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Connector 9">
            <a:extLst>
              <a:ext uri="{FF2B5EF4-FFF2-40B4-BE49-F238E27FC236}">
                <a16:creationId xmlns:a16="http://schemas.microsoft.com/office/drawing/2014/main" id="{67FAA034-6E1F-19E2-D4F0-6DB7F2037A90}"/>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4D625D2F-7F6E-9157-C520-53D2867BFECC}"/>
              </a:ext>
            </a:extLst>
          </p:cNvPr>
          <p:cNvSpPr>
            <a:spLocks noGrp="1"/>
          </p:cNvSpPr>
          <p:nvPr>
            <p:ph idx="1"/>
          </p:nvPr>
        </p:nvSpPr>
        <p:spPr>
          <a:xfrm>
            <a:off x="623886" y="4592963"/>
            <a:ext cx="3420000" cy="1584000"/>
          </a:xfrm>
        </p:spPr>
        <p:txBody>
          <a:bodyPr lIns="0" numCol="1" spcCol="0"/>
          <a:lstStyle>
            <a:lvl1pPr>
              <a:defRPr>
                <a:solidFill>
                  <a:schemeClr val="bg1"/>
                </a:solidFill>
              </a:defRPr>
            </a:lvl1pPr>
          </a:lstStyle>
          <a:p>
            <a:pPr lvl="0"/>
            <a:r>
              <a:rPr lang="en-US" noProof="0"/>
              <a:t>Click to edit Master text styles</a:t>
            </a:r>
          </a:p>
        </p:txBody>
      </p:sp>
      <p:sp>
        <p:nvSpPr>
          <p:cNvPr id="12" name="Picture Placeholder 9">
            <a:extLst>
              <a:ext uri="{FF2B5EF4-FFF2-40B4-BE49-F238E27FC236}">
                <a16:creationId xmlns:a16="http://schemas.microsoft.com/office/drawing/2014/main" id="{C7BEE59A-D283-53E3-986F-BE42DA13C0F6}"/>
              </a:ext>
              <a:ext uri="{C183D7F6-B498-43B3-948B-1728B52AA6E4}">
                <adec:decorative xmlns:adec="http://schemas.microsoft.com/office/drawing/2017/decorative" val="1"/>
              </a:ext>
            </a:extLst>
          </p:cNvPr>
          <p:cNvSpPr>
            <a:spLocks noGrp="1"/>
          </p:cNvSpPr>
          <p:nvPr>
            <p:ph type="pic" sz="quarter" idx="15"/>
          </p:nvPr>
        </p:nvSpPr>
        <p:spPr>
          <a:xfrm>
            <a:off x="623886" y="1628775"/>
            <a:ext cx="3420000" cy="2700000"/>
          </a:xfrm>
        </p:spPr>
        <p:txBody>
          <a:bodyPr lIns="0"/>
          <a:lstStyle>
            <a:lvl1pPr>
              <a:defRPr>
                <a:solidFill>
                  <a:schemeClr val="bg1"/>
                </a:solidFill>
              </a:defRPr>
            </a:lvl1pPr>
          </a:lstStyle>
          <a:p>
            <a:r>
              <a:rPr lang="en-US"/>
              <a:t>Click icon to add picture</a:t>
            </a:r>
            <a:endParaRPr lang="en-AU"/>
          </a:p>
        </p:txBody>
      </p:sp>
      <p:sp>
        <p:nvSpPr>
          <p:cNvPr id="14" name="Content Placeholder 2">
            <a:extLst>
              <a:ext uri="{FF2B5EF4-FFF2-40B4-BE49-F238E27FC236}">
                <a16:creationId xmlns:a16="http://schemas.microsoft.com/office/drawing/2014/main" id="{8D3C3A9B-F59E-484C-BB86-A077B6D3E129}"/>
              </a:ext>
            </a:extLst>
          </p:cNvPr>
          <p:cNvSpPr>
            <a:spLocks noGrp="1"/>
          </p:cNvSpPr>
          <p:nvPr>
            <p:ph idx="17"/>
          </p:nvPr>
        </p:nvSpPr>
        <p:spPr>
          <a:xfrm>
            <a:off x="4433794" y="4592963"/>
            <a:ext cx="3420000" cy="1584000"/>
          </a:xfrm>
        </p:spPr>
        <p:txBody>
          <a:bodyPr lIns="0" numCol="1" spcCol="0"/>
          <a:lstStyle>
            <a:lvl1pPr>
              <a:defRPr>
                <a:solidFill>
                  <a:schemeClr val="bg1"/>
                </a:solidFill>
              </a:defRPr>
            </a:lvl1pPr>
          </a:lstStyle>
          <a:p>
            <a:pPr lvl="0"/>
            <a:r>
              <a:rPr lang="en-US" noProof="0"/>
              <a:t>Click to edit Master text styles</a:t>
            </a:r>
          </a:p>
        </p:txBody>
      </p:sp>
      <p:sp>
        <p:nvSpPr>
          <p:cNvPr id="15" name="Content Placeholder 2">
            <a:extLst>
              <a:ext uri="{FF2B5EF4-FFF2-40B4-BE49-F238E27FC236}">
                <a16:creationId xmlns:a16="http://schemas.microsoft.com/office/drawing/2014/main" id="{733E96DC-48EB-793D-1355-60EC2C6C8229}"/>
              </a:ext>
            </a:extLst>
          </p:cNvPr>
          <p:cNvSpPr>
            <a:spLocks noGrp="1"/>
          </p:cNvSpPr>
          <p:nvPr>
            <p:ph idx="18"/>
          </p:nvPr>
        </p:nvSpPr>
        <p:spPr>
          <a:xfrm>
            <a:off x="8243701" y="4592963"/>
            <a:ext cx="3420000" cy="1584000"/>
          </a:xfrm>
        </p:spPr>
        <p:txBody>
          <a:bodyPr lIns="0" numCol="1" spcCol="0"/>
          <a:lstStyle>
            <a:lvl1pPr>
              <a:defRPr>
                <a:solidFill>
                  <a:schemeClr val="bg1"/>
                </a:solidFill>
              </a:defRPr>
            </a:lvl1pPr>
          </a:lstStyle>
          <a:p>
            <a:pPr lvl="0"/>
            <a:r>
              <a:rPr lang="en-US" noProof="0"/>
              <a:t>Click to edit Master text styles</a:t>
            </a:r>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a:solidFill>
                  <a:schemeClr val="bg1"/>
                </a:solidFill>
              </a:defRPr>
            </a:lvl1pPr>
          </a:lstStyle>
          <a:p>
            <a:fld id="{6F6F96F8-3C4A-44BA-8813-69AD9933C9F2}" type="slidenum">
              <a:rPr lang="en-AU" smtClean="0"/>
              <a:pPr/>
              <a:t>‹#›</a:t>
            </a:fld>
            <a:endParaRPr lang="en-AU"/>
          </a:p>
        </p:txBody>
      </p:sp>
      <p:sp>
        <p:nvSpPr>
          <p:cNvPr id="16" name="Picture Placeholder 9">
            <a:extLst>
              <a:ext uri="{FF2B5EF4-FFF2-40B4-BE49-F238E27FC236}">
                <a16:creationId xmlns:a16="http://schemas.microsoft.com/office/drawing/2014/main" id="{2EDFE3B5-6A7A-031D-9C14-CD8626AE1FAE}"/>
              </a:ext>
              <a:ext uri="{C183D7F6-B498-43B3-948B-1728B52AA6E4}">
                <adec:decorative xmlns:adec="http://schemas.microsoft.com/office/drawing/2017/decorative" val="1"/>
              </a:ext>
            </a:extLst>
          </p:cNvPr>
          <p:cNvSpPr>
            <a:spLocks noGrp="1"/>
          </p:cNvSpPr>
          <p:nvPr>
            <p:ph type="pic" sz="quarter" idx="20"/>
          </p:nvPr>
        </p:nvSpPr>
        <p:spPr>
          <a:xfrm>
            <a:off x="4433794" y="1628775"/>
            <a:ext cx="3420000" cy="2700000"/>
          </a:xfrm>
        </p:spPr>
        <p:txBody>
          <a:bodyPr lIns="0"/>
          <a:lstStyle>
            <a:lvl1pPr>
              <a:defRPr>
                <a:solidFill>
                  <a:schemeClr val="bg1"/>
                </a:solidFill>
              </a:defRPr>
            </a:lvl1pPr>
          </a:lstStyle>
          <a:p>
            <a:r>
              <a:rPr lang="en-US"/>
              <a:t>Click icon to add picture</a:t>
            </a:r>
            <a:endParaRPr lang="en-AU"/>
          </a:p>
        </p:txBody>
      </p:sp>
      <p:sp>
        <p:nvSpPr>
          <p:cNvPr id="17" name="Picture Placeholder 9">
            <a:extLst>
              <a:ext uri="{FF2B5EF4-FFF2-40B4-BE49-F238E27FC236}">
                <a16:creationId xmlns:a16="http://schemas.microsoft.com/office/drawing/2014/main" id="{1E2EDEE5-7FAC-9E32-C391-D95821CD1D2C}"/>
              </a:ext>
              <a:ext uri="{C183D7F6-B498-43B3-948B-1728B52AA6E4}">
                <adec:decorative xmlns:adec="http://schemas.microsoft.com/office/drawing/2017/decorative" val="1"/>
              </a:ext>
            </a:extLst>
          </p:cNvPr>
          <p:cNvSpPr>
            <a:spLocks noGrp="1"/>
          </p:cNvSpPr>
          <p:nvPr>
            <p:ph type="pic" sz="quarter" idx="21"/>
          </p:nvPr>
        </p:nvSpPr>
        <p:spPr>
          <a:xfrm>
            <a:off x="8243701" y="1628775"/>
            <a:ext cx="3420000" cy="2700000"/>
          </a:xfrm>
        </p:spPr>
        <p:txBody>
          <a:bodyPr lIns="0"/>
          <a:lstStyle>
            <a:lvl1pPr>
              <a:defRPr>
                <a:solidFill>
                  <a:schemeClr val="bg1"/>
                </a:solidFill>
              </a:defRPr>
            </a:lvl1pPr>
          </a:lstStyle>
          <a:p>
            <a:r>
              <a:rPr lang="en-US"/>
              <a:t>Click icon to add picture</a:t>
            </a:r>
            <a:endParaRPr lang="en-AU"/>
          </a:p>
        </p:txBody>
      </p:sp>
    </p:spTree>
    <p:extLst>
      <p:ext uri="{BB962C8B-B14F-4D97-AF65-F5344CB8AC3E}">
        <p14:creationId xmlns:p14="http://schemas.microsoft.com/office/powerpoint/2010/main" val="178972766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Multi image text_3">
    <p:bg>
      <p:bgPr>
        <a:solidFill>
          <a:schemeClr val="bg2"/>
        </a:solidFill>
        <a:effectLst/>
      </p:bgPr>
    </p:bg>
    <p:spTree>
      <p:nvGrpSpPr>
        <p:cNvPr id="1" name=""/>
        <p:cNvGrpSpPr/>
        <p:nvPr/>
      </p:nvGrpSpPr>
      <p:grpSpPr>
        <a:xfrm>
          <a:off x="0" y="0"/>
          <a:ext cx="0" cy="0"/>
          <a:chOff x="0" y="0"/>
          <a:chExt cx="0" cy="0"/>
        </a:xfrm>
      </p:grpSpPr>
      <p:pic>
        <p:nvPicPr>
          <p:cNvPr id="7" name="Picture 6" descr="Macquarie University logo">
            <a:extLst>
              <a:ext uri="{FF2B5EF4-FFF2-40B4-BE49-F238E27FC236}">
                <a16:creationId xmlns:a16="http://schemas.microsoft.com/office/drawing/2014/main" id="{54EB25DE-3A94-5C1B-43AD-C39D36828D5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19" name="Title 1">
            <a:extLst>
              <a:ext uri="{FF2B5EF4-FFF2-40B4-BE49-F238E27FC236}">
                <a16:creationId xmlns:a16="http://schemas.microsoft.com/office/drawing/2014/main" id="{A0FC2CC9-F497-03EB-2D99-E9C9F9E5A109}"/>
              </a:ext>
            </a:extLst>
          </p:cNvPr>
          <p:cNvSpPr>
            <a:spLocks noGrp="1"/>
          </p:cNvSpPr>
          <p:nvPr>
            <p:ph type="title"/>
          </p:nvPr>
        </p:nvSpPr>
        <p:spPr>
          <a:xfrm>
            <a:off x="623886" y="245155"/>
            <a:ext cx="8948759" cy="538616"/>
          </a:xfrm>
        </p:spPr>
        <p:txBody>
          <a:bodyPr/>
          <a:lstStyle>
            <a:lvl1pPr>
              <a:defRPr>
                <a:solidFill>
                  <a:schemeClr val="bg1"/>
                </a:solidFill>
              </a:defRPr>
            </a:lvl1pPr>
          </a:lstStyle>
          <a:p>
            <a:r>
              <a:rPr lang="en-US" noProof="0"/>
              <a:t>Click to edit Master title style</a:t>
            </a:r>
            <a:endParaRPr lang="en-AU" noProof="0" dirty="0"/>
          </a:p>
        </p:txBody>
      </p:sp>
      <p:sp>
        <p:nvSpPr>
          <p:cNvPr id="23" name="Date Placeholder 3">
            <a:extLst>
              <a:ext uri="{FF2B5EF4-FFF2-40B4-BE49-F238E27FC236}">
                <a16:creationId xmlns:a16="http://schemas.microsoft.com/office/drawing/2014/main" id="{D665C1D8-B176-3B64-B5DE-ABC0425B5770}"/>
              </a:ext>
              <a:ext uri="{C183D7F6-B498-43B3-948B-1728B52AA6E4}">
                <adec:decorative xmlns:adec="http://schemas.microsoft.com/office/drawing/2017/decorative" val="1"/>
              </a:ext>
            </a:extLst>
          </p:cNvPr>
          <p:cNvSpPr>
            <a:spLocks noGrp="1"/>
          </p:cNvSpPr>
          <p:nvPr>
            <p:ph type="dt" sz="half" idx="10"/>
          </p:nvPr>
        </p:nvSpPr>
        <p:spPr>
          <a:xfrm>
            <a:off x="528299" y="6356350"/>
            <a:ext cx="2743200" cy="365125"/>
          </a:xfrm>
        </p:spPr>
        <p:txBody>
          <a:bodyPr/>
          <a:lstStyle>
            <a:lvl1pPr>
              <a:defRPr>
                <a:solidFill>
                  <a:schemeClr val="bg1"/>
                </a:solidFill>
              </a:defRPr>
            </a:lvl1pPr>
          </a:lstStyle>
          <a:p>
            <a:fld id="{8A0278DC-7CD8-4282-9C25-9DAFB8D0C73C}" type="datetime1">
              <a:rPr lang="en-AU" smtClean="0"/>
              <a:pPr/>
              <a:t>27/5/2025</a:t>
            </a:fld>
            <a:endParaRPr lang="en-AU" dirty="0"/>
          </a:p>
        </p:txBody>
      </p:sp>
      <p:sp>
        <p:nvSpPr>
          <p:cNvPr id="24" name="Footer Placeholder 4">
            <a:extLst>
              <a:ext uri="{FF2B5EF4-FFF2-40B4-BE49-F238E27FC236}">
                <a16:creationId xmlns:a16="http://schemas.microsoft.com/office/drawing/2014/main" id="{98F5D2C2-E9AE-9B96-8F77-0426DA2D14DD}"/>
              </a:ext>
              <a:ext uri="{C183D7F6-B498-43B3-948B-1728B52AA6E4}">
                <adec:decorative xmlns:adec="http://schemas.microsoft.com/office/drawing/2017/decorative" val="1"/>
              </a:ext>
            </a:extLst>
          </p:cNvPr>
          <p:cNvSpPr>
            <a:spLocks noGrp="1"/>
          </p:cNvSpPr>
          <p:nvPr>
            <p:ph type="ftr" sz="quarter" idx="11"/>
          </p:nvPr>
        </p:nvSpPr>
        <p:spPr>
          <a:xfrm>
            <a:off x="4038600" y="6368504"/>
            <a:ext cx="4114800" cy="365125"/>
          </a:xfrm>
        </p:spPr>
        <p:txBody>
          <a:bodyPr/>
          <a:lstStyle>
            <a:lvl1pPr>
              <a:defRPr>
                <a:solidFill>
                  <a:schemeClr val="bg1"/>
                </a:solidFill>
              </a:defRPr>
            </a:lvl1pPr>
          </a:lstStyle>
          <a:p>
            <a:endParaRPr lang="en-AU"/>
          </a:p>
        </p:txBody>
      </p:sp>
      <p:sp>
        <p:nvSpPr>
          <p:cNvPr id="25" name="Text Placeholder 7">
            <a:extLst>
              <a:ext uri="{FF2B5EF4-FFF2-40B4-BE49-F238E27FC236}">
                <a16:creationId xmlns:a16="http://schemas.microsoft.com/office/drawing/2014/main" id="{7A9AB1CF-5054-0F5C-9FBD-B1DC9CD16163}"/>
              </a:ext>
            </a:extLst>
          </p:cNvPr>
          <p:cNvSpPr>
            <a:spLocks noGrp="1"/>
          </p:cNvSpPr>
          <p:nvPr>
            <p:ph type="body" sz="quarter" idx="13"/>
          </p:nvPr>
        </p:nvSpPr>
        <p:spPr>
          <a:xfrm>
            <a:off x="623417" y="741399"/>
            <a:ext cx="8948759" cy="314516"/>
          </a:xfrm>
        </p:spPr>
        <p:txBody>
          <a:bodyPr>
            <a:noAutofit/>
          </a:bodyPr>
          <a:lstStyle>
            <a:lvl1pPr marL="0" indent="0">
              <a:buNone/>
              <a:defRPr sz="2000" cap="all" baseline="0">
                <a:solidFill>
                  <a:schemeClr val="bg1"/>
                </a:solidFill>
              </a:defRPr>
            </a:lvl1pPr>
          </a:lstStyle>
          <a:p>
            <a:pPr lvl="0"/>
            <a:r>
              <a:rPr lang="en-US"/>
              <a:t>Click to edit Master text styles</a:t>
            </a:r>
          </a:p>
        </p:txBody>
      </p:sp>
      <p:sp>
        <p:nvSpPr>
          <p:cNvPr id="26" name="Parallelogram 5">
            <a:extLst>
              <a:ext uri="{FF2B5EF4-FFF2-40B4-BE49-F238E27FC236}">
                <a16:creationId xmlns:a16="http://schemas.microsoft.com/office/drawing/2014/main" id="{AC558D20-0A18-5DED-2004-141C4C07A4E8}"/>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7" name="Straight Connector 26">
            <a:extLst>
              <a:ext uri="{FF2B5EF4-FFF2-40B4-BE49-F238E27FC236}">
                <a16:creationId xmlns:a16="http://schemas.microsoft.com/office/drawing/2014/main" id="{D6076112-FBCC-EA7F-B224-DBA8E5BD6A0D}"/>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Content Placeholder 2">
            <a:extLst>
              <a:ext uri="{FF2B5EF4-FFF2-40B4-BE49-F238E27FC236}">
                <a16:creationId xmlns:a16="http://schemas.microsoft.com/office/drawing/2014/main" id="{104C1268-7D8C-82F4-C1FF-526E9D77BFF4}"/>
              </a:ext>
            </a:extLst>
          </p:cNvPr>
          <p:cNvSpPr>
            <a:spLocks noGrp="1"/>
          </p:cNvSpPr>
          <p:nvPr>
            <p:ph idx="1"/>
          </p:nvPr>
        </p:nvSpPr>
        <p:spPr>
          <a:xfrm>
            <a:off x="623886" y="4592963"/>
            <a:ext cx="3420000" cy="1584000"/>
          </a:xfrm>
        </p:spPr>
        <p:txBody>
          <a:bodyPr lIns="0" numCol="1" spcCol="0"/>
          <a:lstStyle>
            <a:lvl1pPr>
              <a:defRPr>
                <a:solidFill>
                  <a:schemeClr val="bg1"/>
                </a:solidFill>
              </a:defRPr>
            </a:lvl1pPr>
          </a:lstStyle>
          <a:p>
            <a:pPr lvl="0"/>
            <a:r>
              <a:rPr lang="en-US" noProof="0"/>
              <a:t>Click to edit Master text styles</a:t>
            </a:r>
          </a:p>
        </p:txBody>
      </p:sp>
      <p:sp>
        <p:nvSpPr>
          <p:cNvPr id="29" name="Picture Placeholder 9">
            <a:extLst>
              <a:ext uri="{FF2B5EF4-FFF2-40B4-BE49-F238E27FC236}">
                <a16:creationId xmlns:a16="http://schemas.microsoft.com/office/drawing/2014/main" id="{3DEF27E6-3D09-C301-D269-226BE99B0D79}"/>
              </a:ext>
              <a:ext uri="{C183D7F6-B498-43B3-948B-1728B52AA6E4}">
                <adec:decorative xmlns:adec="http://schemas.microsoft.com/office/drawing/2017/decorative" val="1"/>
              </a:ext>
            </a:extLst>
          </p:cNvPr>
          <p:cNvSpPr>
            <a:spLocks noGrp="1"/>
          </p:cNvSpPr>
          <p:nvPr>
            <p:ph type="pic" sz="quarter" idx="15"/>
          </p:nvPr>
        </p:nvSpPr>
        <p:spPr>
          <a:xfrm>
            <a:off x="623886" y="1628775"/>
            <a:ext cx="3420000" cy="2700000"/>
          </a:xfrm>
        </p:spPr>
        <p:txBody>
          <a:bodyPr lIns="0"/>
          <a:lstStyle>
            <a:lvl1pPr>
              <a:defRPr>
                <a:solidFill>
                  <a:schemeClr val="bg1"/>
                </a:solidFill>
              </a:defRPr>
            </a:lvl1pPr>
          </a:lstStyle>
          <a:p>
            <a:r>
              <a:rPr lang="en-US"/>
              <a:t>Click icon to add picture</a:t>
            </a:r>
            <a:endParaRPr lang="en-AU"/>
          </a:p>
        </p:txBody>
      </p:sp>
      <p:sp>
        <p:nvSpPr>
          <p:cNvPr id="30" name="Content Placeholder 2">
            <a:extLst>
              <a:ext uri="{FF2B5EF4-FFF2-40B4-BE49-F238E27FC236}">
                <a16:creationId xmlns:a16="http://schemas.microsoft.com/office/drawing/2014/main" id="{78C2AB4B-3318-E920-4FCF-CBA0F91111C9}"/>
              </a:ext>
            </a:extLst>
          </p:cNvPr>
          <p:cNvSpPr>
            <a:spLocks noGrp="1"/>
          </p:cNvSpPr>
          <p:nvPr>
            <p:ph idx="17"/>
          </p:nvPr>
        </p:nvSpPr>
        <p:spPr>
          <a:xfrm>
            <a:off x="4433794" y="4592963"/>
            <a:ext cx="3420000" cy="1584000"/>
          </a:xfrm>
        </p:spPr>
        <p:txBody>
          <a:bodyPr lIns="0" numCol="1" spcCol="0"/>
          <a:lstStyle>
            <a:lvl1pPr>
              <a:defRPr>
                <a:solidFill>
                  <a:schemeClr val="bg1"/>
                </a:solidFill>
              </a:defRPr>
            </a:lvl1pPr>
          </a:lstStyle>
          <a:p>
            <a:pPr lvl="0"/>
            <a:r>
              <a:rPr lang="en-US" noProof="0"/>
              <a:t>Click to edit Master text styles</a:t>
            </a:r>
          </a:p>
        </p:txBody>
      </p:sp>
      <p:sp>
        <p:nvSpPr>
          <p:cNvPr id="31" name="Content Placeholder 2">
            <a:extLst>
              <a:ext uri="{FF2B5EF4-FFF2-40B4-BE49-F238E27FC236}">
                <a16:creationId xmlns:a16="http://schemas.microsoft.com/office/drawing/2014/main" id="{88E401AD-BC97-1F65-B081-9EC8CC20FC68}"/>
              </a:ext>
            </a:extLst>
          </p:cNvPr>
          <p:cNvSpPr>
            <a:spLocks noGrp="1"/>
          </p:cNvSpPr>
          <p:nvPr>
            <p:ph idx="18"/>
          </p:nvPr>
        </p:nvSpPr>
        <p:spPr>
          <a:xfrm>
            <a:off x="8243701" y="4592963"/>
            <a:ext cx="3420000" cy="1584000"/>
          </a:xfrm>
        </p:spPr>
        <p:txBody>
          <a:bodyPr lIns="0" numCol="1" spcCol="0"/>
          <a:lstStyle>
            <a:lvl1pPr>
              <a:defRPr>
                <a:solidFill>
                  <a:schemeClr val="bg1"/>
                </a:solidFill>
              </a:defRPr>
            </a:lvl1pPr>
          </a:lstStyle>
          <a:p>
            <a:pPr lvl="0"/>
            <a:r>
              <a:rPr lang="en-US" noProof="0"/>
              <a:t>Click to edit Master text styles</a:t>
            </a:r>
          </a:p>
        </p:txBody>
      </p:sp>
      <p:sp>
        <p:nvSpPr>
          <p:cNvPr id="32" name="Slide Number Placeholder 5">
            <a:extLst>
              <a:ext uri="{FF2B5EF4-FFF2-40B4-BE49-F238E27FC236}">
                <a16:creationId xmlns:a16="http://schemas.microsoft.com/office/drawing/2014/main" id="{56748F73-B38E-462E-8C66-5CF1460C36EE}"/>
              </a:ext>
            </a:extLst>
          </p:cNvPr>
          <p:cNvSpPr>
            <a:spLocks noGrp="1"/>
          </p:cNvSpPr>
          <p:nvPr>
            <p:ph type="sldNum" sz="quarter" idx="12"/>
          </p:nvPr>
        </p:nvSpPr>
        <p:spPr>
          <a:xfrm>
            <a:off x="8920501" y="6356350"/>
            <a:ext cx="2743200" cy="365125"/>
          </a:xfrm>
        </p:spPr>
        <p:txBody>
          <a:bodyPr rIns="0"/>
          <a:lstStyle>
            <a:lvl1pPr>
              <a:defRPr>
                <a:solidFill>
                  <a:schemeClr val="bg1"/>
                </a:solidFill>
              </a:defRPr>
            </a:lvl1pPr>
          </a:lstStyle>
          <a:p>
            <a:fld id="{6F6F96F8-3C4A-44BA-8813-69AD9933C9F2}" type="slidenum">
              <a:rPr lang="en-AU" smtClean="0"/>
              <a:pPr/>
              <a:t>‹#›</a:t>
            </a:fld>
            <a:endParaRPr lang="en-AU"/>
          </a:p>
        </p:txBody>
      </p:sp>
      <p:sp>
        <p:nvSpPr>
          <p:cNvPr id="33" name="Picture Placeholder 9">
            <a:extLst>
              <a:ext uri="{FF2B5EF4-FFF2-40B4-BE49-F238E27FC236}">
                <a16:creationId xmlns:a16="http://schemas.microsoft.com/office/drawing/2014/main" id="{99BB7453-6906-FDE9-91D8-6AB7955CE9FE}"/>
              </a:ext>
              <a:ext uri="{C183D7F6-B498-43B3-948B-1728B52AA6E4}">
                <adec:decorative xmlns:adec="http://schemas.microsoft.com/office/drawing/2017/decorative" val="1"/>
              </a:ext>
            </a:extLst>
          </p:cNvPr>
          <p:cNvSpPr>
            <a:spLocks noGrp="1"/>
          </p:cNvSpPr>
          <p:nvPr>
            <p:ph type="pic" sz="quarter" idx="20"/>
          </p:nvPr>
        </p:nvSpPr>
        <p:spPr>
          <a:xfrm>
            <a:off x="4433794" y="1628775"/>
            <a:ext cx="3420000" cy="2700000"/>
          </a:xfrm>
        </p:spPr>
        <p:txBody>
          <a:bodyPr lIns="0"/>
          <a:lstStyle>
            <a:lvl1pPr>
              <a:defRPr>
                <a:solidFill>
                  <a:schemeClr val="bg1"/>
                </a:solidFill>
              </a:defRPr>
            </a:lvl1pPr>
          </a:lstStyle>
          <a:p>
            <a:r>
              <a:rPr lang="en-US"/>
              <a:t>Click icon to add picture</a:t>
            </a:r>
            <a:endParaRPr lang="en-AU"/>
          </a:p>
        </p:txBody>
      </p:sp>
      <p:sp>
        <p:nvSpPr>
          <p:cNvPr id="34" name="Picture Placeholder 9">
            <a:extLst>
              <a:ext uri="{FF2B5EF4-FFF2-40B4-BE49-F238E27FC236}">
                <a16:creationId xmlns:a16="http://schemas.microsoft.com/office/drawing/2014/main" id="{758A1E54-948D-781D-AF01-F4EEEFEF4F50}"/>
              </a:ext>
              <a:ext uri="{C183D7F6-B498-43B3-948B-1728B52AA6E4}">
                <adec:decorative xmlns:adec="http://schemas.microsoft.com/office/drawing/2017/decorative" val="1"/>
              </a:ext>
            </a:extLst>
          </p:cNvPr>
          <p:cNvSpPr>
            <a:spLocks noGrp="1"/>
          </p:cNvSpPr>
          <p:nvPr>
            <p:ph type="pic" sz="quarter" idx="21"/>
          </p:nvPr>
        </p:nvSpPr>
        <p:spPr>
          <a:xfrm>
            <a:off x="8243701" y="1628775"/>
            <a:ext cx="3420000" cy="2700000"/>
          </a:xfrm>
        </p:spPr>
        <p:txBody>
          <a:bodyPr lIns="0"/>
          <a:lstStyle>
            <a:lvl1pPr>
              <a:defRPr>
                <a:solidFill>
                  <a:schemeClr val="bg1"/>
                </a:solidFill>
              </a:defRPr>
            </a:lvl1pPr>
          </a:lstStyle>
          <a:p>
            <a:r>
              <a:rPr lang="en-US"/>
              <a:t>Click icon to add picture</a:t>
            </a:r>
            <a:endParaRPr lang="en-AU"/>
          </a:p>
        </p:txBody>
      </p:sp>
    </p:spTree>
    <p:extLst>
      <p:ext uri="{BB962C8B-B14F-4D97-AF65-F5344CB8AC3E}">
        <p14:creationId xmlns:p14="http://schemas.microsoft.com/office/powerpoint/2010/main" val="350561040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Multi image text_4">
    <p:bg>
      <p:bgPr>
        <a:solidFill>
          <a:schemeClr val="accent3"/>
        </a:solidFill>
        <a:effectLst/>
      </p:bgPr>
    </p:bg>
    <p:spTree>
      <p:nvGrpSpPr>
        <p:cNvPr id="1" name=""/>
        <p:cNvGrpSpPr/>
        <p:nvPr/>
      </p:nvGrpSpPr>
      <p:grpSpPr>
        <a:xfrm>
          <a:off x="0" y="0"/>
          <a:ext cx="0" cy="0"/>
          <a:chOff x="0" y="0"/>
          <a:chExt cx="0" cy="0"/>
        </a:xfrm>
      </p:grpSpPr>
      <p:pic>
        <p:nvPicPr>
          <p:cNvPr id="19" name="Picture 18" descr="Macquarie University logo">
            <a:extLst>
              <a:ext uri="{FF2B5EF4-FFF2-40B4-BE49-F238E27FC236}">
                <a16:creationId xmlns:a16="http://schemas.microsoft.com/office/drawing/2014/main" id="{ED52B518-C8BB-9015-2D29-1E079B178F6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23" name="Title 1">
            <a:extLst>
              <a:ext uri="{FF2B5EF4-FFF2-40B4-BE49-F238E27FC236}">
                <a16:creationId xmlns:a16="http://schemas.microsoft.com/office/drawing/2014/main" id="{6B011141-B5C7-8E3D-6898-10A6FDB734B1}"/>
              </a:ext>
            </a:extLst>
          </p:cNvPr>
          <p:cNvSpPr>
            <a:spLocks noGrp="1"/>
          </p:cNvSpPr>
          <p:nvPr>
            <p:ph type="title"/>
          </p:nvPr>
        </p:nvSpPr>
        <p:spPr>
          <a:xfrm>
            <a:off x="623886" y="245155"/>
            <a:ext cx="8948759" cy="538616"/>
          </a:xfrm>
        </p:spPr>
        <p:txBody>
          <a:bodyPr/>
          <a:lstStyle>
            <a:lvl1pPr algn="l">
              <a:defRPr>
                <a:solidFill>
                  <a:schemeClr val="bg1"/>
                </a:solidFill>
              </a:defRPr>
            </a:lvl1pPr>
          </a:lstStyle>
          <a:p>
            <a:r>
              <a:rPr lang="en-US" noProof="0"/>
              <a:t>Click to edit Master title style</a:t>
            </a:r>
            <a:endParaRPr lang="en-AU" noProof="0" dirty="0"/>
          </a:p>
        </p:txBody>
      </p:sp>
      <p:sp>
        <p:nvSpPr>
          <p:cNvPr id="24" name="Date Placeholder 3">
            <a:extLst>
              <a:ext uri="{FF2B5EF4-FFF2-40B4-BE49-F238E27FC236}">
                <a16:creationId xmlns:a16="http://schemas.microsoft.com/office/drawing/2014/main" id="{787B1596-CD27-1B9A-9AC7-7035228797F2}"/>
              </a:ext>
              <a:ext uri="{C183D7F6-B498-43B3-948B-1728B52AA6E4}">
                <adec:decorative xmlns:adec="http://schemas.microsoft.com/office/drawing/2017/decorative" val="1"/>
              </a:ext>
            </a:extLst>
          </p:cNvPr>
          <p:cNvSpPr>
            <a:spLocks noGrp="1"/>
          </p:cNvSpPr>
          <p:nvPr>
            <p:ph type="dt" sz="half" idx="10"/>
          </p:nvPr>
        </p:nvSpPr>
        <p:spPr>
          <a:xfrm>
            <a:off x="528299" y="6356350"/>
            <a:ext cx="2743200" cy="365125"/>
          </a:xfrm>
        </p:spPr>
        <p:txBody>
          <a:bodyPr/>
          <a:lstStyle>
            <a:lvl1pPr>
              <a:defRPr>
                <a:solidFill>
                  <a:schemeClr val="bg1"/>
                </a:solidFill>
              </a:defRPr>
            </a:lvl1pPr>
          </a:lstStyle>
          <a:p>
            <a:fld id="{8A0278DC-7CD8-4282-9C25-9DAFB8D0C73C}" type="datetime1">
              <a:rPr lang="en-AU" smtClean="0"/>
              <a:pPr/>
              <a:t>27/5/2025</a:t>
            </a:fld>
            <a:endParaRPr lang="en-AU"/>
          </a:p>
        </p:txBody>
      </p:sp>
      <p:sp>
        <p:nvSpPr>
          <p:cNvPr id="25" name="Footer Placeholder 4">
            <a:extLst>
              <a:ext uri="{FF2B5EF4-FFF2-40B4-BE49-F238E27FC236}">
                <a16:creationId xmlns:a16="http://schemas.microsoft.com/office/drawing/2014/main" id="{77F63094-9DF7-F54B-5B9A-44C01A64803E}"/>
              </a:ext>
              <a:ext uri="{C183D7F6-B498-43B3-948B-1728B52AA6E4}">
                <adec:decorative xmlns:adec="http://schemas.microsoft.com/office/drawing/2017/decorative" val="1"/>
              </a:ext>
            </a:extLst>
          </p:cNvPr>
          <p:cNvSpPr>
            <a:spLocks noGrp="1"/>
          </p:cNvSpPr>
          <p:nvPr>
            <p:ph type="ftr" sz="quarter" idx="11"/>
          </p:nvPr>
        </p:nvSpPr>
        <p:spPr>
          <a:xfrm>
            <a:off x="4038600" y="6368504"/>
            <a:ext cx="4114800" cy="365125"/>
          </a:xfrm>
        </p:spPr>
        <p:txBody>
          <a:bodyPr/>
          <a:lstStyle>
            <a:lvl1pPr>
              <a:defRPr>
                <a:solidFill>
                  <a:schemeClr val="bg1"/>
                </a:solidFill>
              </a:defRPr>
            </a:lvl1pPr>
          </a:lstStyle>
          <a:p>
            <a:endParaRPr lang="en-AU"/>
          </a:p>
        </p:txBody>
      </p:sp>
      <p:sp>
        <p:nvSpPr>
          <p:cNvPr id="26" name="Text Placeholder 7">
            <a:extLst>
              <a:ext uri="{FF2B5EF4-FFF2-40B4-BE49-F238E27FC236}">
                <a16:creationId xmlns:a16="http://schemas.microsoft.com/office/drawing/2014/main" id="{7D43DF01-BECB-A03B-91FB-99C7560E7E8A}"/>
              </a:ext>
            </a:extLst>
          </p:cNvPr>
          <p:cNvSpPr>
            <a:spLocks noGrp="1"/>
          </p:cNvSpPr>
          <p:nvPr>
            <p:ph type="body" sz="quarter" idx="13"/>
          </p:nvPr>
        </p:nvSpPr>
        <p:spPr>
          <a:xfrm>
            <a:off x="623417" y="741399"/>
            <a:ext cx="8948759" cy="314516"/>
          </a:xfrm>
        </p:spPr>
        <p:txBody>
          <a:bodyPr>
            <a:noAutofit/>
          </a:bodyPr>
          <a:lstStyle>
            <a:lvl1pPr marL="0" indent="0" algn="l">
              <a:buNone/>
              <a:defRPr sz="2000" cap="all" baseline="0">
                <a:solidFill>
                  <a:schemeClr val="bg1"/>
                </a:solidFill>
              </a:defRPr>
            </a:lvl1pPr>
          </a:lstStyle>
          <a:p>
            <a:pPr lvl="0"/>
            <a:r>
              <a:rPr lang="en-US"/>
              <a:t>Click to edit Master text styles</a:t>
            </a:r>
          </a:p>
        </p:txBody>
      </p:sp>
      <p:sp>
        <p:nvSpPr>
          <p:cNvPr id="27" name="Parallelogram 5">
            <a:extLst>
              <a:ext uri="{FF2B5EF4-FFF2-40B4-BE49-F238E27FC236}">
                <a16:creationId xmlns:a16="http://schemas.microsoft.com/office/drawing/2014/main" id="{D0DE3687-0CCB-9C16-57F0-89C3F1B30DF9}"/>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8" name="Straight Connector 27">
            <a:extLst>
              <a:ext uri="{FF2B5EF4-FFF2-40B4-BE49-F238E27FC236}">
                <a16:creationId xmlns:a16="http://schemas.microsoft.com/office/drawing/2014/main" id="{8D516839-47B3-CD17-E287-F5C65F2150DC}"/>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Content Placeholder 2">
            <a:extLst>
              <a:ext uri="{FF2B5EF4-FFF2-40B4-BE49-F238E27FC236}">
                <a16:creationId xmlns:a16="http://schemas.microsoft.com/office/drawing/2014/main" id="{0653E76B-BEB8-8D80-5598-045F5140DA85}"/>
              </a:ext>
            </a:extLst>
          </p:cNvPr>
          <p:cNvSpPr>
            <a:spLocks noGrp="1"/>
          </p:cNvSpPr>
          <p:nvPr>
            <p:ph idx="1"/>
          </p:nvPr>
        </p:nvSpPr>
        <p:spPr>
          <a:xfrm>
            <a:off x="623886" y="4592963"/>
            <a:ext cx="3420000" cy="1584000"/>
          </a:xfrm>
        </p:spPr>
        <p:txBody>
          <a:bodyPr lIns="0" numCol="1" spcCol="0"/>
          <a:lstStyle>
            <a:lvl1pPr>
              <a:defRPr>
                <a:solidFill>
                  <a:schemeClr val="bg1"/>
                </a:solidFill>
              </a:defRPr>
            </a:lvl1pPr>
          </a:lstStyle>
          <a:p>
            <a:pPr lvl="0"/>
            <a:r>
              <a:rPr lang="en-US" noProof="0"/>
              <a:t>Click to edit Master text styles</a:t>
            </a:r>
          </a:p>
        </p:txBody>
      </p:sp>
      <p:sp>
        <p:nvSpPr>
          <p:cNvPr id="30" name="Picture Placeholder 9">
            <a:extLst>
              <a:ext uri="{FF2B5EF4-FFF2-40B4-BE49-F238E27FC236}">
                <a16:creationId xmlns:a16="http://schemas.microsoft.com/office/drawing/2014/main" id="{04BE404F-46A4-82BE-4D63-D402B55BD0F4}"/>
              </a:ext>
              <a:ext uri="{C183D7F6-B498-43B3-948B-1728B52AA6E4}">
                <adec:decorative xmlns:adec="http://schemas.microsoft.com/office/drawing/2017/decorative" val="1"/>
              </a:ext>
            </a:extLst>
          </p:cNvPr>
          <p:cNvSpPr>
            <a:spLocks noGrp="1"/>
          </p:cNvSpPr>
          <p:nvPr>
            <p:ph type="pic" sz="quarter" idx="15"/>
          </p:nvPr>
        </p:nvSpPr>
        <p:spPr>
          <a:xfrm>
            <a:off x="623886" y="1628775"/>
            <a:ext cx="3420000" cy="2700000"/>
          </a:xfrm>
        </p:spPr>
        <p:txBody>
          <a:bodyPr lIns="0"/>
          <a:lstStyle>
            <a:lvl1pPr>
              <a:defRPr>
                <a:solidFill>
                  <a:schemeClr val="bg1"/>
                </a:solidFill>
              </a:defRPr>
            </a:lvl1pPr>
          </a:lstStyle>
          <a:p>
            <a:r>
              <a:rPr lang="en-US"/>
              <a:t>Click icon to add picture</a:t>
            </a:r>
            <a:endParaRPr lang="en-AU"/>
          </a:p>
        </p:txBody>
      </p:sp>
      <p:sp>
        <p:nvSpPr>
          <p:cNvPr id="31" name="Content Placeholder 2">
            <a:extLst>
              <a:ext uri="{FF2B5EF4-FFF2-40B4-BE49-F238E27FC236}">
                <a16:creationId xmlns:a16="http://schemas.microsoft.com/office/drawing/2014/main" id="{180A714C-4698-339C-18D2-2A17EC97863C}"/>
              </a:ext>
            </a:extLst>
          </p:cNvPr>
          <p:cNvSpPr>
            <a:spLocks noGrp="1"/>
          </p:cNvSpPr>
          <p:nvPr>
            <p:ph idx="17"/>
          </p:nvPr>
        </p:nvSpPr>
        <p:spPr>
          <a:xfrm>
            <a:off x="4433794" y="4592963"/>
            <a:ext cx="3420000" cy="1584000"/>
          </a:xfrm>
        </p:spPr>
        <p:txBody>
          <a:bodyPr lIns="0" numCol="1" spcCol="0"/>
          <a:lstStyle>
            <a:lvl1pPr>
              <a:defRPr>
                <a:solidFill>
                  <a:schemeClr val="bg1"/>
                </a:solidFill>
              </a:defRPr>
            </a:lvl1pPr>
          </a:lstStyle>
          <a:p>
            <a:pPr lvl="0"/>
            <a:r>
              <a:rPr lang="en-US" noProof="0"/>
              <a:t>Click to edit Master text styles</a:t>
            </a:r>
          </a:p>
        </p:txBody>
      </p:sp>
      <p:sp>
        <p:nvSpPr>
          <p:cNvPr id="32" name="Content Placeholder 2">
            <a:extLst>
              <a:ext uri="{FF2B5EF4-FFF2-40B4-BE49-F238E27FC236}">
                <a16:creationId xmlns:a16="http://schemas.microsoft.com/office/drawing/2014/main" id="{66689643-091E-DC48-FFD2-2F08CF3393BD}"/>
              </a:ext>
            </a:extLst>
          </p:cNvPr>
          <p:cNvSpPr>
            <a:spLocks noGrp="1"/>
          </p:cNvSpPr>
          <p:nvPr>
            <p:ph idx="18"/>
          </p:nvPr>
        </p:nvSpPr>
        <p:spPr>
          <a:xfrm>
            <a:off x="8243701" y="4592963"/>
            <a:ext cx="3420000" cy="1584000"/>
          </a:xfrm>
        </p:spPr>
        <p:txBody>
          <a:bodyPr lIns="0" numCol="1" spcCol="0"/>
          <a:lstStyle>
            <a:lvl1pPr>
              <a:defRPr>
                <a:solidFill>
                  <a:schemeClr val="bg1"/>
                </a:solidFill>
              </a:defRPr>
            </a:lvl1pPr>
          </a:lstStyle>
          <a:p>
            <a:pPr lvl="0"/>
            <a:r>
              <a:rPr lang="en-US" noProof="0"/>
              <a:t>Click to edit Master text styles</a:t>
            </a:r>
          </a:p>
        </p:txBody>
      </p:sp>
      <p:sp>
        <p:nvSpPr>
          <p:cNvPr id="33" name="Slide Number Placeholder 5">
            <a:extLst>
              <a:ext uri="{FF2B5EF4-FFF2-40B4-BE49-F238E27FC236}">
                <a16:creationId xmlns:a16="http://schemas.microsoft.com/office/drawing/2014/main" id="{72B1F8D2-41FA-E1D1-DEC2-1138E70D7C4F}"/>
              </a:ext>
            </a:extLst>
          </p:cNvPr>
          <p:cNvSpPr>
            <a:spLocks noGrp="1"/>
          </p:cNvSpPr>
          <p:nvPr>
            <p:ph type="sldNum" sz="quarter" idx="12"/>
          </p:nvPr>
        </p:nvSpPr>
        <p:spPr>
          <a:xfrm>
            <a:off x="8920501" y="6356350"/>
            <a:ext cx="2743200" cy="365125"/>
          </a:xfrm>
        </p:spPr>
        <p:txBody>
          <a:bodyPr rIns="0"/>
          <a:lstStyle>
            <a:lvl1pPr>
              <a:defRPr>
                <a:solidFill>
                  <a:schemeClr val="bg1"/>
                </a:solidFill>
              </a:defRPr>
            </a:lvl1pPr>
          </a:lstStyle>
          <a:p>
            <a:fld id="{6F6F96F8-3C4A-44BA-8813-69AD9933C9F2}" type="slidenum">
              <a:rPr lang="en-AU" smtClean="0"/>
              <a:pPr/>
              <a:t>‹#›</a:t>
            </a:fld>
            <a:endParaRPr lang="en-AU"/>
          </a:p>
        </p:txBody>
      </p:sp>
      <p:sp>
        <p:nvSpPr>
          <p:cNvPr id="34" name="Picture Placeholder 9">
            <a:extLst>
              <a:ext uri="{FF2B5EF4-FFF2-40B4-BE49-F238E27FC236}">
                <a16:creationId xmlns:a16="http://schemas.microsoft.com/office/drawing/2014/main" id="{2B53C7C4-A96D-296C-241D-10D2F36E5FA4}"/>
              </a:ext>
              <a:ext uri="{C183D7F6-B498-43B3-948B-1728B52AA6E4}">
                <adec:decorative xmlns:adec="http://schemas.microsoft.com/office/drawing/2017/decorative" val="1"/>
              </a:ext>
            </a:extLst>
          </p:cNvPr>
          <p:cNvSpPr>
            <a:spLocks noGrp="1"/>
          </p:cNvSpPr>
          <p:nvPr>
            <p:ph type="pic" sz="quarter" idx="20"/>
          </p:nvPr>
        </p:nvSpPr>
        <p:spPr>
          <a:xfrm>
            <a:off x="4433794" y="1628775"/>
            <a:ext cx="3420000" cy="2700000"/>
          </a:xfrm>
        </p:spPr>
        <p:txBody>
          <a:bodyPr lIns="0"/>
          <a:lstStyle>
            <a:lvl1pPr>
              <a:defRPr>
                <a:solidFill>
                  <a:schemeClr val="bg1"/>
                </a:solidFill>
              </a:defRPr>
            </a:lvl1pPr>
          </a:lstStyle>
          <a:p>
            <a:r>
              <a:rPr lang="en-US"/>
              <a:t>Click icon to add picture</a:t>
            </a:r>
            <a:endParaRPr lang="en-AU"/>
          </a:p>
        </p:txBody>
      </p:sp>
      <p:sp>
        <p:nvSpPr>
          <p:cNvPr id="35" name="Picture Placeholder 9">
            <a:extLst>
              <a:ext uri="{FF2B5EF4-FFF2-40B4-BE49-F238E27FC236}">
                <a16:creationId xmlns:a16="http://schemas.microsoft.com/office/drawing/2014/main" id="{AA931C17-2FF4-6C03-2409-AFA7FB36FC44}"/>
              </a:ext>
              <a:ext uri="{C183D7F6-B498-43B3-948B-1728B52AA6E4}">
                <adec:decorative xmlns:adec="http://schemas.microsoft.com/office/drawing/2017/decorative" val="1"/>
              </a:ext>
            </a:extLst>
          </p:cNvPr>
          <p:cNvSpPr>
            <a:spLocks noGrp="1"/>
          </p:cNvSpPr>
          <p:nvPr>
            <p:ph type="pic" sz="quarter" idx="21"/>
          </p:nvPr>
        </p:nvSpPr>
        <p:spPr>
          <a:xfrm>
            <a:off x="8243701" y="1628775"/>
            <a:ext cx="3420000" cy="2700000"/>
          </a:xfrm>
        </p:spPr>
        <p:txBody>
          <a:bodyPr lIns="0"/>
          <a:lstStyle>
            <a:lvl1pPr>
              <a:defRPr>
                <a:solidFill>
                  <a:schemeClr val="bg1"/>
                </a:solidFill>
              </a:defRPr>
            </a:lvl1pPr>
          </a:lstStyle>
          <a:p>
            <a:r>
              <a:rPr lang="en-US"/>
              <a:t>Click icon to add picture</a:t>
            </a:r>
            <a:endParaRPr lang="en-AU"/>
          </a:p>
        </p:txBody>
      </p:sp>
    </p:spTree>
    <p:extLst>
      <p:ext uri="{BB962C8B-B14F-4D97-AF65-F5344CB8AC3E}">
        <p14:creationId xmlns:p14="http://schemas.microsoft.com/office/powerpoint/2010/main" val="96550120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Multi image text_5">
    <p:bg>
      <p:bgPr>
        <a:solidFill>
          <a:schemeClr val="accent5"/>
        </a:solidFill>
        <a:effectLst/>
      </p:bgPr>
    </p:bg>
    <p:spTree>
      <p:nvGrpSpPr>
        <p:cNvPr id="1" name=""/>
        <p:cNvGrpSpPr/>
        <p:nvPr/>
      </p:nvGrpSpPr>
      <p:grpSpPr>
        <a:xfrm>
          <a:off x="0" y="0"/>
          <a:ext cx="0" cy="0"/>
          <a:chOff x="0" y="0"/>
          <a:chExt cx="0" cy="0"/>
        </a:xfrm>
      </p:grpSpPr>
      <p:pic>
        <p:nvPicPr>
          <p:cNvPr id="19" name="Picture 18" descr="Macquarie University logo">
            <a:extLst>
              <a:ext uri="{FF2B5EF4-FFF2-40B4-BE49-F238E27FC236}">
                <a16:creationId xmlns:a16="http://schemas.microsoft.com/office/drawing/2014/main" id="{4C4C5F20-0C8F-8CE7-62AD-CEC66CE3B0F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23" name="Title 1">
            <a:extLst>
              <a:ext uri="{FF2B5EF4-FFF2-40B4-BE49-F238E27FC236}">
                <a16:creationId xmlns:a16="http://schemas.microsoft.com/office/drawing/2014/main" id="{09B4837E-55E5-21A9-1AB2-E1C829B87ADE}"/>
              </a:ext>
            </a:extLst>
          </p:cNvPr>
          <p:cNvSpPr>
            <a:spLocks noGrp="1"/>
          </p:cNvSpPr>
          <p:nvPr>
            <p:ph type="title"/>
          </p:nvPr>
        </p:nvSpPr>
        <p:spPr>
          <a:xfrm>
            <a:off x="623888" y="245155"/>
            <a:ext cx="8948757" cy="538616"/>
          </a:xfrm>
        </p:spPr>
        <p:txBody>
          <a:bodyPr/>
          <a:lstStyle>
            <a:lvl1pPr algn="l">
              <a:defRPr>
                <a:solidFill>
                  <a:schemeClr val="bg1"/>
                </a:solidFill>
              </a:defRPr>
            </a:lvl1pPr>
          </a:lstStyle>
          <a:p>
            <a:r>
              <a:rPr lang="en-US" noProof="0"/>
              <a:t>Click to edit Master title style</a:t>
            </a:r>
            <a:endParaRPr lang="en-AU" noProof="0" dirty="0"/>
          </a:p>
        </p:txBody>
      </p:sp>
      <p:sp>
        <p:nvSpPr>
          <p:cNvPr id="24" name="Date Placeholder 3">
            <a:extLst>
              <a:ext uri="{FF2B5EF4-FFF2-40B4-BE49-F238E27FC236}">
                <a16:creationId xmlns:a16="http://schemas.microsoft.com/office/drawing/2014/main" id="{755F7D5A-477A-B96D-1536-230B9C15C395}"/>
              </a:ext>
              <a:ext uri="{C183D7F6-B498-43B3-948B-1728B52AA6E4}">
                <adec:decorative xmlns:adec="http://schemas.microsoft.com/office/drawing/2017/decorative" val="1"/>
              </a:ext>
            </a:extLst>
          </p:cNvPr>
          <p:cNvSpPr>
            <a:spLocks noGrp="1"/>
          </p:cNvSpPr>
          <p:nvPr>
            <p:ph type="dt" sz="half" idx="10"/>
          </p:nvPr>
        </p:nvSpPr>
        <p:spPr>
          <a:xfrm>
            <a:off x="528299" y="6356350"/>
            <a:ext cx="2743200" cy="365125"/>
          </a:xfrm>
        </p:spPr>
        <p:txBody>
          <a:bodyPr/>
          <a:lstStyle>
            <a:lvl1pPr>
              <a:defRPr>
                <a:solidFill>
                  <a:schemeClr val="bg1"/>
                </a:solidFill>
              </a:defRPr>
            </a:lvl1pPr>
          </a:lstStyle>
          <a:p>
            <a:fld id="{8A0278DC-7CD8-4282-9C25-9DAFB8D0C73C}" type="datetime1">
              <a:rPr lang="en-AU" smtClean="0"/>
              <a:pPr/>
              <a:t>27/5/2025</a:t>
            </a:fld>
            <a:endParaRPr lang="en-AU"/>
          </a:p>
        </p:txBody>
      </p:sp>
      <p:sp>
        <p:nvSpPr>
          <p:cNvPr id="25" name="Footer Placeholder 4">
            <a:extLst>
              <a:ext uri="{FF2B5EF4-FFF2-40B4-BE49-F238E27FC236}">
                <a16:creationId xmlns:a16="http://schemas.microsoft.com/office/drawing/2014/main" id="{04244860-A13C-0000-0E9D-8522411119F2}"/>
              </a:ext>
              <a:ext uri="{C183D7F6-B498-43B3-948B-1728B52AA6E4}">
                <adec:decorative xmlns:adec="http://schemas.microsoft.com/office/drawing/2017/decorative" val="1"/>
              </a:ext>
            </a:extLst>
          </p:cNvPr>
          <p:cNvSpPr>
            <a:spLocks noGrp="1"/>
          </p:cNvSpPr>
          <p:nvPr>
            <p:ph type="ftr" sz="quarter" idx="11"/>
          </p:nvPr>
        </p:nvSpPr>
        <p:spPr>
          <a:xfrm>
            <a:off x="4038600" y="6368504"/>
            <a:ext cx="4114800" cy="365125"/>
          </a:xfrm>
        </p:spPr>
        <p:txBody>
          <a:bodyPr/>
          <a:lstStyle>
            <a:lvl1pPr>
              <a:defRPr>
                <a:solidFill>
                  <a:schemeClr val="bg1"/>
                </a:solidFill>
              </a:defRPr>
            </a:lvl1pPr>
          </a:lstStyle>
          <a:p>
            <a:endParaRPr lang="en-AU"/>
          </a:p>
        </p:txBody>
      </p:sp>
      <p:sp>
        <p:nvSpPr>
          <p:cNvPr id="26" name="Text Placeholder 7">
            <a:extLst>
              <a:ext uri="{FF2B5EF4-FFF2-40B4-BE49-F238E27FC236}">
                <a16:creationId xmlns:a16="http://schemas.microsoft.com/office/drawing/2014/main" id="{0A7F1C4F-79C9-2E68-A3A9-23268008C350}"/>
              </a:ext>
            </a:extLst>
          </p:cNvPr>
          <p:cNvSpPr>
            <a:spLocks noGrp="1"/>
          </p:cNvSpPr>
          <p:nvPr>
            <p:ph type="body" sz="quarter" idx="13"/>
          </p:nvPr>
        </p:nvSpPr>
        <p:spPr>
          <a:xfrm>
            <a:off x="623419" y="741399"/>
            <a:ext cx="8948757" cy="314516"/>
          </a:xfrm>
        </p:spPr>
        <p:txBody>
          <a:bodyPr>
            <a:noAutofit/>
          </a:bodyPr>
          <a:lstStyle>
            <a:lvl1pPr marL="0" indent="0" algn="l">
              <a:buNone/>
              <a:defRPr sz="2000" cap="all" baseline="0">
                <a:solidFill>
                  <a:schemeClr val="bg1"/>
                </a:solidFill>
              </a:defRPr>
            </a:lvl1pPr>
          </a:lstStyle>
          <a:p>
            <a:pPr lvl="0"/>
            <a:r>
              <a:rPr lang="en-US"/>
              <a:t>Click to edit Master text styles</a:t>
            </a:r>
          </a:p>
        </p:txBody>
      </p:sp>
      <p:sp>
        <p:nvSpPr>
          <p:cNvPr id="27" name="Parallelogram 5">
            <a:extLst>
              <a:ext uri="{FF2B5EF4-FFF2-40B4-BE49-F238E27FC236}">
                <a16:creationId xmlns:a16="http://schemas.microsoft.com/office/drawing/2014/main" id="{C4B929B1-425E-ED64-77CB-9A92FBB6AD56}"/>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8" name="Straight Connector 27">
            <a:extLst>
              <a:ext uri="{FF2B5EF4-FFF2-40B4-BE49-F238E27FC236}">
                <a16:creationId xmlns:a16="http://schemas.microsoft.com/office/drawing/2014/main" id="{A35E5BEE-11EC-99A6-A91D-984F2539D58F}"/>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Content Placeholder 2">
            <a:extLst>
              <a:ext uri="{FF2B5EF4-FFF2-40B4-BE49-F238E27FC236}">
                <a16:creationId xmlns:a16="http://schemas.microsoft.com/office/drawing/2014/main" id="{91D3FA9C-7AAB-FD21-2935-13A8C7521456}"/>
              </a:ext>
            </a:extLst>
          </p:cNvPr>
          <p:cNvSpPr>
            <a:spLocks noGrp="1"/>
          </p:cNvSpPr>
          <p:nvPr>
            <p:ph idx="1"/>
          </p:nvPr>
        </p:nvSpPr>
        <p:spPr>
          <a:xfrm>
            <a:off x="623886" y="4592963"/>
            <a:ext cx="3420000" cy="1584000"/>
          </a:xfrm>
        </p:spPr>
        <p:txBody>
          <a:bodyPr lIns="0" numCol="1" spcCol="0"/>
          <a:lstStyle>
            <a:lvl1pPr>
              <a:defRPr>
                <a:solidFill>
                  <a:schemeClr val="bg1"/>
                </a:solidFill>
              </a:defRPr>
            </a:lvl1pPr>
          </a:lstStyle>
          <a:p>
            <a:pPr lvl="0"/>
            <a:r>
              <a:rPr lang="en-US" noProof="0"/>
              <a:t>Click to edit Master text styles</a:t>
            </a:r>
          </a:p>
        </p:txBody>
      </p:sp>
      <p:sp>
        <p:nvSpPr>
          <p:cNvPr id="30" name="Picture Placeholder 9">
            <a:extLst>
              <a:ext uri="{FF2B5EF4-FFF2-40B4-BE49-F238E27FC236}">
                <a16:creationId xmlns:a16="http://schemas.microsoft.com/office/drawing/2014/main" id="{A2E3ED2C-61ED-B0E7-B0D0-35E8BDED8096}"/>
              </a:ext>
              <a:ext uri="{C183D7F6-B498-43B3-948B-1728B52AA6E4}">
                <adec:decorative xmlns:adec="http://schemas.microsoft.com/office/drawing/2017/decorative" val="1"/>
              </a:ext>
            </a:extLst>
          </p:cNvPr>
          <p:cNvSpPr>
            <a:spLocks noGrp="1"/>
          </p:cNvSpPr>
          <p:nvPr>
            <p:ph type="pic" sz="quarter" idx="15"/>
          </p:nvPr>
        </p:nvSpPr>
        <p:spPr>
          <a:xfrm>
            <a:off x="623886" y="1628775"/>
            <a:ext cx="3420000" cy="2700000"/>
          </a:xfrm>
        </p:spPr>
        <p:txBody>
          <a:bodyPr lIns="0"/>
          <a:lstStyle>
            <a:lvl1pPr>
              <a:defRPr>
                <a:solidFill>
                  <a:schemeClr val="bg1"/>
                </a:solidFill>
              </a:defRPr>
            </a:lvl1pPr>
          </a:lstStyle>
          <a:p>
            <a:r>
              <a:rPr lang="en-US"/>
              <a:t>Click icon to add picture</a:t>
            </a:r>
            <a:endParaRPr lang="en-AU"/>
          </a:p>
        </p:txBody>
      </p:sp>
      <p:sp>
        <p:nvSpPr>
          <p:cNvPr id="31" name="Content Placeholder 2">
            <a:extLst>
              <a:ext uri="{FF2B5EF4-FFF2-40B4-BE49-F238E27FC236}">
                <a16:creationId xmlns:a16="http://schemas.microsoft.com/office/drawing/2014/main" id="{C4D307C0-872C-15A8-F8BA-552A33A27C2F}"/>
              </a:ext>
            </a:extLst>
          </p:cNvPr>
          <p:cNvSpPr>
            <a:spLocks noGrp="1"/>
          </p:cNvSpPr>
          <p:nvPr>
            <p:ph idx="17"/>
          </p:nvPr>
        </p:nvSpPr>
        <p:spPr>
          <a:xfrm>
            <a:off x="4433794" y="4592963"/>
            <a:ext cx="3420000" cy="1584000"/>
          </a:xfrm>
        </p:spPr>
        <p:txBody>
          <a:bodyPr lIns="0" numCol="1" spcCol="0"/>
          <a:lstStyle>
            <a:lvl1pPr>
              <a:defRPr>
                <a:solidFill>
                  <a:schemeClr val="bg1"/>
                </a:solidFill>
              </a:defRPr>
            </a:lvl1pPr>
          </a:lstStyle>
          <a:p>
            <a:pPr lvl="0"/>
            <a:r>
              <a:rPr lang="en-US" noProof="0"/>
              <a:t>Click to edit Master text styles</a:t>
            </a:r>
          </a:p>
        </p:txBody>
      </p:sp>
      <p:sp>
        <p:nvSpPr>
          <p:cNvPr id="32" name="Content Placeholder 2">
            <a:extLst>
              <a:ext uri="{FF2B5EF4-FFF2-40B4-BE49-F238E27FC236}">
                <a16:creationId xmlns:a16="http://schemas.microsoft.com/office/drawing/2014/main" id="{6BA65A5D-72ED-B8B0-9077-9ABE148B35C9}"/>
              </a:ext>
            </a:extLst>
          </p:cNvPr>
          <p:cNvSpPr>
            <a:spLocks noGrp="1"/>
          </p:cNvSpPr>
          <p:nvPr>
            <p:ph idx="18"/>
          </p:nvPr>
        </p:nvSpPr>
        <p:spPr>
          <a:xfrm>
            <a:off x="8243701" y="4592963"/>
            <a:ext cx="3420000" cy="1584000"/>
          </a:xfrm>
        </p:spPr>
        <p:txBody>
          <a:bodyPr lIns="0" numCol="1" spcCol="0"/>
          <a:lstStyle>
            <a:lvl1pPr>
              <a:defRPr>
                <a:solidFill>
                  <a:schemeClr val="bg1"/>
                </a:solidFill>
              </a:defRPr>
            </a:lvl1pPr>
          </a:lstStyle>
          <a:p>
            <a:pPr lvl="0"/>
            <a:r>
              <a:rPr lang="en-US" noProof="0"/>
              <a:t>Click to edit Master text styles</a:t>
            </a:r>
          </a:p>
        </p:txBody>
      </p:sp>
      <p:sp>
        <p:nvSpPr>
          <p:cNvPr id="33" name="Slide Number Placeholder 5">
            <a:extLst>
              <a:ext uri="{FF2B5EF4-FFF2-40B4-BE49-F238E27FC236}">
                <a16:creationId xmlns:a16="http://schemas.microsoft.com/office/drawing/2014/main" id="{D4FFD407-5F5D-98C2-E264-3E42C04E446D}"/>
              </a:ext>
            </a:extLst>
          </p:cNvPr>
          <p:cNvSpPr>
            <a:spLocks noGrp="1"/>
          </p:cNvSpPr>
          <p:nvPr>
            <p:ph type="sldNum" sz="quarter" idx="12"/>
          </p:nvPr>
        </p:nvSpPr>
        <p:spPr>
          <a:xfrm>
            <a:off x="8920501" y="6356350"/>
            <a:ext cx="2743200" cy="365125"/>
          </a:xfrm>
        </p:spPr>
        <p:txBody>
          <a:bodyPr rIns="0"/>
          <a:lstStyle>
            <a:lvl1pPr>
              <a:defRPr>
                <a:solidFill>
                  <a:schemeClr val="bg1"/>
                </a:solidFill>
              </a:defRPr>
            </a:lvl1pPr>
          </a:lstStyle>
          <a:p>
            <a:fld id="{6F6F96F8-3C4A-44BA-8813-69AD9933C9F2}" type="slidenum">
              <a:rPr lang="en-AU" smtClean="0"/>
              <a:pPr/>
              <a:t>‹#›</a:t>
            </a:fld>
            <a:endParaRPr lang="en-AU"/>
          </a:p>
        </p:txBody>
      </p:sp>
      <p:sp>
        <p:nvSpPr>
          <p:cNvPr id="34" name="Picture Placeholder 9">
            <a:extLst>
              <a:ext uri="{FF2B5EF4-FFF2-40B4-BE49-F238E27FC236}">
                <a16:creationId xmlns:a16="http://schemas.microsoft.com/office/drawing/2014/main" id="{5894C2D3-FBBF-C4CE-0F95-9583B64AEA44}"/>
              </a:ext>
              <a:ext uri="{C183D7F6-B498-43B3-948B-1728B52AA6E4}">
                <adec:decorative xmlns:adec="http://schemas.microsoft.com/office/drawing/2017/decorative" val="1"/>
              </a:ext>
            </a:extLst>
          </p:cNvPr>
          <p:cNvSpPr>
            <a:spLocks noGrp="1"/>
          </p:cNvSpPr>
          <p:nvPr>
            <p:ph type="pic" sz="quarter" idx="20"/>
          </p:nvPr>
        </p:nvSpPr>
        <p:spPr>
          <a:xfrm>
            <a:off x="4433794" y="1628775"/>
            <a:ext cx="3420000" cy="2700000"/>
          </a:xfrm>
        </p:spPr>
        <p:txBody>
          <a:bodyPr lIns="0"/>
          <a:lstStyle>
            <a:lvl1pPr>
              <a:defRPr>
                <a:solidFill>
                  <a:schemeClr val="bg1"/>
                </a:solidFill>
              </a:defRPr>
            </a:lvl1pPr>
          </a:lstStyle>
          <a:p>
            <a:r>
              <a:rPr lang="en-US"/>
              <a:t>Click icon to add picture</a:t>
            </a:r>
            <a:endParaRPr lang="en-AU"/>
          </a:p>
        </p:txBody>
      </p:sp>
      <p:sp>
        <p:nvSpPr>
          <p:cNvPr id="35" name="Picture Placeholder 9">
            <a:extLst>
              <a:ext uri="{FF2B5EF4-FFF2-40B4-BE49-F238E27FC236}">
                <a16:creationId xmlns:a16="http://schemas.microsoft.com/office/drawing/2014/main" id="{67CF3492-19E7-CA2C-E7A9-B525468DDDC3}"/>
              </a:ext>
              <a:ext uri="{C183D7F6-B498-43B3-948B-1728B52AA6E4}">
                <adec:decorative xmlns:adec="http://schemas.microsoft.com/office/drawing/2017/decorative" val="1"/>
              </a:ext>
            </a:extLst>
          </p:cNvPr>
          <p:cNvSpPr>
            <a:spLocks noGrp="1"/>
          </p:cNvSpPr>
          <p:nvPr>
            <p:ph type="pic" sz="quarter" idx="21"/>
          </p:nvPr>
        </p:nvSpPr>
        <p:spPr>
          <a:xfrm>
            <a:off x="8243701" y="1628775"/>
            <a:ext cx="3420000" cy="2700000"/>
          </a:xfrm>
        </p:spPr>
        <p:txBody>
          <a:bodyPr lIns="0"/>
          <a:lstStyle>
            <a:lvl1pPr>
              <a:defRPr>
                <a:solidFill>
                  <a:schemeClr val="bg1"/>
                </a:solidFill>
              </a:defRPr>
            </a:lvl1pPr>
          </a:lstStyle>
          <a:p>
            <a:r>
              <a:rPr lang="en-US"/>
              <a:t>Click icon to add picture</a:t>
            </a:r>
            <a:endParaRPr lang="en-AU"/>
          </a:p>
        </p:txBody>
      </p:sp>
    </p:spTree>
    <p:extLst>
      <p:ext uri="{BB962C8B-B14F-4D97-AF65-F5344CB8AC3E}">
        <p14:creationId xmlns:p14="http://schemas.microsoft.com/office/powerpoint/2010/main" val="324950505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Multi image text_6">
    <p:bg>
      <p:bgPr>
        <a:solidFill>
          <a:schemeClr val="accent2"/>
        </a:solidFill>
        <a:effectLst/>
      </p:bgPr>
    </p:bg>
    <p:spTree>
      <p:nvGrpSpPr>
        <p:cNvPr id="1" name=""/>
        <p:cNvGrpSpPr/>
        <p:nvPr/>
      </p:nvGrpSpPr>
      <p:grpSpPr>
        <a:xfrm>
          <a:off x="0" y="0"/>
          <a:ext cx="0" cy="0"/>
          <a:chOff x="0" y="0"/>
          <a:chExt cx="0" cy="0"/>
        </a:xfrm>
      </p:grpSpPr>
      <p:pic>
        <p:nvPicPr>
          <p:cNvPr id="19" name="Picture 18" descr="Macquarie University logo">
            <a:extLst>
              <a:ext uri="{FF2B5EF4-FFF2-40B4-BE49-F238E27FC236}">
                <a16:creationId xmlns:a16="http://schemas.microsoft.com/office/drawing/2014/main" id="{933348B1-5631-9930-2842-5AAF86E6104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23" name="Title 1">
            <a:extLst>
              <a:ext uri="{FF2B5EF4-FFF2-40B4-BE49-F238E27FC236}">
                <a16:creationId xmlns:a16="http://schemas.microsoft.com/office/drawing/2014/main" id="{70A3C1AB-85C0-DB26-67F0-5B4271F1354A}"/>
              </a:ext>
            </a:extLst>
          </p:cNvPr>
          <p:cNvSpPr>
            <a:spLocks noGrp="1"/>
          </p:cNvSpPr>
          <p:nvPr>
            <p:ph type="title"/>
          </p:nvPr>
        </p:nvSpPr>
        <p:spPr>
          <a:xfrm>
            <a:off x="623886" y="245155"/>
            <a:ext cx="8948759" cy="538616"/>
          </a:xfrm>
        </p:spPr>
        <p:txBody>
          <a:bodyPr/>
          <a:lstStyle>
            <a:lvl1pPr algn="l">
              <a:defRPr b="0">
                <a:solidFill>
                  <a:schemeClr val="bg1"/>
                </a:solidFill>
              </a:defRPr>
            </a:lvl1pPr>
          </a:lstStyle>
          <a:p>
            <a:r>
              <a:rPr lang="en-US" noProof="0"/>
              <a:t>Click to edit Master title style</a:t>
            </a:r>
            <a:endParaRPr lang="en-AU" noProof="0" dirty="0"/>
          </a:p>
        </p:txBody>
      </p:sp>
      <p:sp>
        <p:nvSpPr>
          <p:cNvPr id="24" name="Date Placeholder 3">
            <a:extLst>
              <a:ext uri="{FF2B5EF4-FFF2-40B4-BE49-F238E27FC236}">
                <a16:creationId xmlns:a16="http://schemas.microsoft.com/office/drawing/2014/main" id="{28B73679-D978-935F-4428-E01F72ED2A63}"/>
              </a:ext>
              <a:ext uri="{C183D7F6-B498-43B3-948B-1728B52AA6E4}">
                <adec:decorative xmlns:adec="http://schemas.microsoft.com/office/drawing/2017/decorative" val="1"/>
              </a:ext>
            </a:extLst>
          </p:cNvPr>
          <p:cNvSpPr>
            <a:spLocks noGrp="1"/>
          </p:cNvSpPr>
          <p:nvPr>
            <p:ph type="dt" sz="half" idx="10"/>
          </p:nvPr>
        </p:nvSpPr>
        <p:spPr>
          <a:xfrm>
            <a:off x="528299" y="6356350"/>
            <a:ext cx="2743200" cy="365125"/>
          </a:xfrm>
        </p:spPr>
        <p:txBody>
          <a:bodyPr/>
          <a:lstStyle>
            <a:lvl1pPr>
              <a:defRPr>
                <a:solidFill>
                  <a:schemeClr val="bg1"/>
                </a:solidFill>
              </a:defRPr>
            </a:lvl1pPr>
          </a:lstStyle>
          <a:p>
            <a:fld id="{8A0278DC-7CD8-4282-9C25-9DAFB8D0C73C}" type="datetime1">
              <a:rPr lang="en-AU" smtClean="0"/>
              <a:pPr/>
              <a:t>27/5/2025</a:t>
            </a:fld>
            <a:endParaRPr lang="en-AU"/>
          </a:p>
        </p:txBody>
      </p:sp>
      <p:sp>
        <p:nvSpPr>
          <p:cNvPr id="25" name="Footer Placeholder 4">
            <a:extLst>
              <a:ext uri="{FF2B5EF4-FFF2-40B4-BE49-F238E27FC236}">
                <a16:creationId xmlns:a16="http://schemas.microsoft.com/office/drawing/2014/main" id="{F3432B46-D3A4-CEBE-F221-22B7C00DFEC4}"/>
              </a:ext>
              <a:ext uri="{C183D7F6-B498-43B3-948B-1728B52AA6E4}">
                <adec:decorative xmlns:adec="http://schemas.microsoft.com/office/drawing/2017/decorative" val="1"/>
              </a:ext>
            </a:extLst>
          </p:cNvPr>
          <p:cNvSpPr>
            <a:spLocks noGrp="1"/>
          </p:cNvSpPr>
          <p:nvPr>
            <p:ph type="ftr" sz="quarter" idx="11"/>
          </p:nvPr>
        </p:nvSpPr>
        <p:spPr>
          <a:xfrm>
            <a:off x="4038600" y="6368504"/>
            <a:ext cx="4114800" cy="365125"/>
          </a:xfrm>
        </p:spPr>
        <p:txBody>
          <a:bodyPr/>
          <a:lstStyle>
            <a:lvl1pPr>
              <a:defRPr>
                <a:solidFill>
                  <a:schemeClr val="bg1"/>
                </a:solidFill>
              </a:defRPr>
            </a:lvl1pPr>
          </a:lstStyle>
          <a:p>
            <a:endParaRPr lang="en-AU"/>
          </a:p>
        </p:txBody>
      </p:sp>
      <p:sp>
        <p:nvSpPr>
          <p:cNvPr id="26" name="Text Placeholder 7">
            <a:extLst>
              <a:ext uri="{FF2B5EF4-FFF2-40B4-BE49-F238E27FC236}">
                <a16:creationId xmlns:a16="http://schemas.microsoft.com/office/drawing/2014/main" id="{AB6F3D2A-AAFB-4161-A417-ADC716229646}"/>
              </a:ext>
            </a:extLst>
          </p:cNvPr>
          <p:cNvSpPr>
            <a:spLocks noGrp="1"/>
          </p:cNvSpPr>
          <p:nvPr>
            <p:ph type="body" sz="quarter" idx="13"/>
          </p:nvPr>
        </p:nvSpPr>
        <p:spPr>
          <a:xfrm>
            <a:off x="623417" y="741399"/>
            <a:ext cx="8948759" cy="314516"/>
          </a:xfrm>
        </p:spPr>
        <p:txBody>
          <a:bodyPr>
            <a:noAutofit/>
          </a:bodyPr>
          <a:lstStyle>
            <a:lvl1pPr marL="0" indent="0" algn="l">
              <a:buNone/>
              <a:defRPr sz="2000" cap="all" baseline="0">
                <a:solidFill>
                  <a:schemeClr val="bg1"/>
                </a:solidFill>
              </a:defRPr>
            </a:lvl1pPr>
          </a:lstStyle>
          <a:p>
            <a:pPr lvl="0"/>
            <a:r>
              <a:rPr lang="en-US"/>
              <a:t>Click to edit Master text styles</a:t>
            </a:r>
          </a:p>
        </p:txBody>
      </p:sp>
      <p:sp>
        <p:nvSpPr>
          <p:cNvPr id="27" name="Parallelogram 5">
            <a:extLst>
              <a:ext uri="{FF2B5EF4-FFF2-40B4-BE49-F238E27FC236}">
                <a16:creationId xmlns:a16="http://schemas.microsoft.com/office/drawing/2014/main" id="{AD2E213A-A482-EDDF-ACD0-9CDCE6C11B4E}"/>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8" name="Straight Connector 27">
            <a:extLst>
              <a:ext uri="{FF2B5EF4-FFF2-40B4-BE49-F238E27FC236}">
                <a16:creationId xmlns:a16="http://schemas.microsoft.com/office/drawing/2014/main" id="{818414BC-A5C9-ED9D-CCB4-89967802E071}"/>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Content Placeholder 2">
            <a:extLst>
              <a:ext uri="{FF2B5EF4-FFF2-40B4-BE49-F238E27FC236}">
                <a16:creationId xmlns:a16="http://schemas.microsoft.com/office/drawing/2014/main" id="{244B37C1-CA15-87AF-3145-F8E4660B5D62}"/>
              </a:ext>
            </a:extLst>
          </p:cNvPr>
          <p:cNvSpPr>
            <a:spLocks noGrp="1"/>
          </p:cNvSpPr>
          <p:nvPr>
            <p:ph idx="1"/>
          </p:nvPr>
        </p:nvSpPr>
        <p:spPr>
          <a:xfrm>
            <a:off x="623886" y="4592963"/>
            <a:ext cx="3420000" cy="1584000"/>
          </a:xfrm>
        </p:spPr>
        <p:txBody>
          <a:bodyPr lIns="0" numCol="1" spcCol="0"/>
          <a:lstStyle>
            <a:lvl1pPr>
              <a:defRPr>
                <a:solidFill>
                  <a:schemeClr val="bg1"/>
                </a:solidFill>
              </a:defRPr>
            </a:lvl1pPr>
          </a:lstStyle>
          <a:p>
            <a:pPr lvl="0"/>
            <a:r>
              <a:rPr lang="en-US" noProof="0"/>
              <a:t>Click to edit Master text styles</a:t>
            </a:r>
          </a:p>
        </p:txBody>
      </p:sp>
      <p:sp>
        <p:nvSpPr>
          <p:cNvPr id="30" name="Picture Placeholder 9">
            <a:extLst>
              <a:ext uri="{FF2B5EF4-FFF2-40B4-BE49-F238E27FC236}">
                <a16:creationId xmlns:a16="http://schemas.microsoft.com/office/drawing/2014/main" id="{220934A1-F3EA-C125-B25F-2C07464D1E12}"/>
              </a:ext>
              <a:ext uri="{C183D7F6-B498-43B3-948B-1728B52AA6E4}">
                <adec:decorative xmlns:adec="http://schemas.microsoft.com/office/drawing/2017/decorative" val="1"/>
              </a:ext>
            </a:extLst>
          </p:cNvPr>
          <p:cNvSpPr>
            <a:spLocks noGrp="1"/>
          </p:cNvSpPr>
          <p:nvPr>
            <p:ph type="pic" sz="quarter" idx="15"/>
          </p:nvPr>
        </p:nvSpPr>
        <p:spPr>
          <a:xfrm>
            <a:off x="623886" y="1628775"/>
            <a:ext cx="3420000" cy="2700000"/>
          </a:xfrm>
        </p:spPr>
        <p:txBody>
          <a:bodyPr lIns="0"/>
          <a:lstStyle>
            <a:lvl1pPr>
              <a:defRPr>
                <a:solidFill>
                  <a:schemeClr val="bg1"/>
                </a:solidFill>
              </a:defRPr>
            </a:lvl1pPr>
          </a:lstStyle>
          <a:p>
            <a:r>
              <a:rPr lang="en-US"/>
              <a:t>Click icon to add picture</a:t>
            </a:r>
            <a:endParaRPr lang="en-AU"/>
          </a:p>
        </p:txBody>
      </p:sp>
      <p:sp>
        <p:nvSpPr>
          <p:cNvPr id="31" name="Content Placeholder 2">
            <a:extLst>
              <a:ext uri="{FF2B5EF4-FFF2-40B4-BE49-F238E27FC236}">
                <a16:creationId xmlns:a16="http://schemas.microsoft.com/office/drawing/2014/main" id="{DBCBE7E0-9365-1607-2082-FC7E0FA21567}"/>
              </a:ext>
            </a:extLst>
          </p:cNvPr>
          <p:cNvSpPr>
            <a:spLocks noGrp="1"/>
          </p:cNvSpPr>
          <p:nvPr>
            <p:ph idx="17"/>
          </p:nvPr>
        </p:nvSpPr>
        <p:spPr>
          <a:xfrm>
            <a:off x="4433794" y="4592963"/>
            <a:ext cx="3420000" cy="1584000"/>
          </a:xfrm>
        </p:spPr>
        <p:txBody>
          <a:bodyPr lIns="0" numCol="1" spcCol="0"/>
          <a:lstStyle>
            <a:lvl1pPr>
              <a:defRPr>
                <a:solidFill>
                  <a:schemeClr val="bg1"/>
                </a:solidFill>
              </a:defRPr>
            </a:lvl1pPr>
          </a:lstStyle>
          <a:p>
            <a:pPr lvl="0"/>
            <a:r>
              <a:rPr lang="en-US" noProof="0"/>
              <a:t>Click to edit Master text styles</a:t>
            </a:r>
          </a:p>
        </p:txBody>
      </p:sp>
      <p:sp>
        <p:nvSpPr>
          <p:cNvPr id="32" name="Content Placeholder 2">
            <a:extLst>
              <a:ext uri="{FF2B5EF4-FFF2-40B4-BE49-F238E27FC236}">
                <a16:creationId xmlns:a16="http://schemas.microsoft.com/office/drawing/2014/main" id="{EB647E7F-00B1-FFEF-48E5-6D0628A6FB99}"/>
              </a:ext>
            </a:extLst>
          </p:cNvPr>
          <p:cNvSpPr>
            <a:spLocks noGrp="1"/>
          </p:cNvSpPr>
          <p:nvPr>
            <p:ph idx="18"/>
          </p:nvPr>
        </p:nvSpPr>
        <p:spPr>
          <a:xfrm>
            <a:off x="8243701" y="4592963"/>
            <a:ext cx="3420000" cy="1584000"/>
          </a:xfrm>
        </p:spPr>
        <p:txBody>
          <a:bodyPr lIns="0" numCol="1" spcCol="0"/>
          <a:lstStyle>
            <a:lvl1pPr>
              <a:defRPr>
                <a:solidFill>
                  <a:schemeClr val="bg1"/>
                </a:solidFill>
              </a:defRPr>
            </a:lvl1pPr>
          </a:lstStyle>
          <a:p>
            <a:pPr lvl="0"/>
            <a:r>
              <a:rPr lang="en-US" noProof="0"/>
              <a:t>Click to edit Master text styles</a:t>
            </a:r>
          </a:p>
        </p:txBody>
      </p:sp>
      <p:sp>
        <p:nvSpPr>
          <p:cNvPr id="33" name="Slide Number Placeholder 5">
            <a:extLst>
              <a:ext uri="{FF2B5EF4-FFF2-40B4-BE49-F238E27FC236}">
                <a16:creationId xmlns:a16="http://schemas.microsoft.com/office/drawing/2014/main" id="{C90B48A0-E8E7-306F-BF26-BA0E126B8F80}"/>
              </a:ext>
            </a:extLst>
          </p:cNvPr>
          <p:cNvSpPr>
            <a:spLocks noGrp="1"/>
          </p:cNvSpPr>
          <p:nvPr>
            <p:ph type="sldNum" sz="quarter" idx="12"/>
          </p:nvPr>
        </p:nvSpPr>
        <p:spPr>
          <a:xfrm>
            <a:off x="8920501" y="6356350"/>
            <a:ext cx="2743200" cy="365125"/>
          </a:xfrm>
        </p:spPr>
        <p:txBody>
          <a:bodyPr rIns="0"/>
          <a:lstStyle>
            <a:lvl1pPr>
              <a:defRPr>
                <a:solidFill>
                  <a:schemeClr val="bg1"/>
                </a:solidFill>
              </a:defRPr>
            </a:lvl1pPr>
          </a:lstStyle>
          <a:p>
            <a:fld id="{6F6F96F8-3C4A-44BA-8813-69AD9933C9F2}" type="slidenum">
              <a:rPr lang="en-AU" smtClean="0"/>
              <a:pPr/>
              <a:t>‹#›</a:t>
            </a:fld>
            <a:endParaRPr lang="en-AU"/>
          </a:p>
        </p:txBody>
      </p:sp>
      <p:sp>
        <p:nvSpPr>
          <p:cNvPr id="34" name="Picture Placeholder 9">
            <a:extLst>
              <a:ext uri="{FF2B5EF4-FFF2-40B4-BE49-F238E27FC236}">
                <a16:creationId xmlns:a16="http://schemas.microsoft.com/office/drawing/2014/main" id="{BF9C1E34-A650-2C7F-8AD2-0D10BA15C519}"/>
              </a:ext>
              <a:ext uri="{C183D7F6-B498-43B3-948B-1728B52AA6E4}">
                <adec:decorative xmlns:adec="http://schemas.microsoft.com/office/drawing/2017/decorative" val="1"/>
              </a:ext>
            </a:extLst>
          </p:cNvPr>
          <p:cNvSpPr>
            <a:spLocks noGrp="1"/>
          </p:cNvSpPr>
          <p:nvPr>
            <p:ph type="pic" sz="quarter" idx="20"/>
          </p:nvPr>
        </p:nvSpPr>
        <p:spPr>
          <a:xfrm>
            <a:off x="4433794" y="1628775"/>
            <a:ext cx="3420000" cy="2700000"/>
          </a:xfrm>
        </p:spPr>
        <p:txBody>
          <a:bodyPr lIns="0"/>
          <a:lstStyle>
            <a:lvl1pPr>
              <a:defRPr>
                <a:solidFill>
                  <a:schemeClr val="bg1"/>
                </a:solidFill>
              </a:defRPr>
            </a:lvl1pPr>
          </a:lstStyle>
          <a:p>
            <a:r>
              <a:rPr lang="en-US"/>
              <a:t>Click icon to add picture</a:t>
            </a:r>
            <a:endParaRPr lang="en-AU"/>
          </a:p>
        </p:txBody>
      </p:sp>
      <p:sp>
        <p:nvSpPr>
          <p:cNvPr id="35" name="Picture Placeholder 9">
            <a:extLst>
              <a:ext uri="{FF2B5EF4-FFF2-40B4-BE49-F238E27FC236}">
                <a16:creationId xmlns:a16="http://schemas.microsoft.com/office/drawing/2014/main" id="{A9FD9969-935C-8345-A1C5-0F78F306D49D}"/>
              </a:ext>
              <a:ext uri="{C183D7F6-B498-43B3-948B-1728B52AA6E4}">
                <adec:decorative xmlns:adec="http://schemas.microsoft.com/office/drawing/2017/decorative" val="1"/>
              </a:ext>
            </a:extLst>
          </p:cNvPr>
          <p:cNvSpPr>
            <a:spLocks noGrp="1"/>
          </p:cNvSpPr>
          <p:nvPr>
            <p:ph type="pic" sz="quarter" idx="21"/>
          </p:nvPr>
        </p:nvSpPr>
        <p:spPr>
          <a:xfrm>
            <a:off x="8243701" y="1628775"/>
            <a:ext cx="3420000" cy="2700000"/>
          </a:xfrm>
        </p:spPr>
        <p:txBody>
          <a:bodyPr lIns="0"/>
          <a:lstStyle>
            <a:lvl1pPr>
              <a:defRPr>
                <a:solidFill>
                  <a:schemeClr val="bg1"/>
                </a:solidFill>
              </a:defRPr>
            </a:lvl1pPr>
          </a:lstStyle>
          <a:p>
            <a:r>
              <a:rPr lang="en-US"/>
              <a:t>Click icon to add picture</a:t>
            </a:r>
            <a:endParaRPr lang="en-AU"/>
          </a:p>
        </p:txBody>
      </p:sp>
    </p:spTree>
    <p:extLst>
      <p:ext uri="{BB962C8B-B14F-4D97-AF65-F5344CB8AC3E}">
        <p14:creationId xmlns:p14="http://schemas.microsoft.com/office/powerpoint/2010/main" val="297645306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Image and text layou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6" y="245155"/>
            <a:ext cx="8921043" cy="538616"/>
          </a:xfrm>
        </p:spPr>
        <p:txBody>
          <a:bodyPr/>
          <a:lstStyle>
            <a:lvl1pPr algn="l">
              <a:defRPr b="0"/>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7" y="741399"/>
            <a:ext cx="8921043" cy="314516"/>
          </a:xfrm>
        </p:spPr>
        <p:txBody>
          <a:bodyPr>
            <a:noAutofit/>
          </a:bodyPr>
          <a:lstStyle>
            <a:lvl1pPr marL="0" indent="0" algn="l">
              <a:buNone/>
              <a:defRPr sz="2000" cap="all" baseline="0">
                <a:solidFill>
                  <a:schemeClr val="bg2"/>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a:xfrm>
            <a:off x="623886" y="1628776"/>
            <a:ext cx="7229908" cy="4548188"/>
          </a:xfrm>
        </p:spPr>
        <p:txBody>
          <a:bodyPr lIns="0" numCol="2" spcCol="360000"/>
          <a:lstStyle>
            <a:lvl1pPr>
              <a:defRPr/>
            </a:lvl1pPr>
          </a:lstStyle>
          <a:p>
            <a:pPr lvl="0"/>
            <a:r>
              <a:rPr lang="en-US" noProof="0"/>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p>
            <a:fld id="{3392925F-8D67-4B3F-B3F8-B3B03D51667B}" type="datetime1">
              <a:rPr lang="en-AU" smtClean="0"/>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AU"/>
          </a:p>
        </p:txBody>
      </p:sp>
      <p:sp>
        <p:nvSpPr>
          <p:cNvPr id="9" name="Picture Placeholder 9">
            <a:extLst>
              <a:ext uri="{FF2B5EF4-FFF2-40B4-BE49-F238E27FC236}">
                <a16:creationId xmlns:a16="http://schemas.microsoft.com/office/drawing/2014/main" id="{C86400F7-DE94-8C78-D8F5-B0432E7458B9}"/>
              </a:ext>
              <a:ext uri="{C183D7F6-B498-43B3-948B-1728B52AA6E4}">
                <adec:decorative xmlns:adec="http://schemas.microsoft.com/office/drawing/2017/decorative" val="1"/>
              </a:ext>
            </a:extLst>
          </p:cNvPr>
          <p:cNvSpPr>
            <a:spLocks noGrp="1"/>
          </p:cNvSpPr>
          <p:nvPr>
            <p:ph type="pic" sz="quarter" idx="21"/>
          </p:nvPr>
        </p:nvSpPr>
        <p:spPr>
          <a:xfrm>
            <a:off x="8243700" y="1628774"/>
            <a:ext cx="3948299" cy="5229225"/>
          </a:xfrm>
        </p:spPr>
        <p:txBody>
          <a:bodyPr lIns="0"/>
          <a:lstStyle/>
          <a:p>
            <a:r>
              <a:rPr lang="en-US"/>
              <a:t>Click icon to add picture</a:t>
            </a:r>
            <a:endParaRPr lang="en-AU"/>
          </a:p>
        </p:txBody>
      </p:sp>
    </p:spTree>
    <p:extLst>
      <p:ext uri="{BB962C8B-B14F-4D97-AF65-F5344CB8AC3E}">
        <p14:creationId xmlns:p14="http://schemas.microsoft.com/office/powerpoint/2010/main" val="182682346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_Image and text layout_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6" y="245155"/>
            <a:ext cx="8921043" cy="538616"/>
          </a:xfrm>
        </p:spPr>
        <p:txBody>
          <a:bodyPr/>
          <a:lstStyle>
            <a:lvl1pPr algn="l">
              <a:defRPr b="0"/>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7" y="741399"/>
            <a:ext cx="8921043" cy="314516"/>
          </a:xfrm>
        </p:spPr>
        <p:txBody>
          <a:bodyPr>
            <a:noAutofit/>
          </a:bodyPr>
          <a:lstStyle>
            <a:lvl1pPr marL="0" indent="0" algn="l">
              <a:buNone/>
              <a:defRPr sz="2000" cap="all" baseline="0">
                <a:solidFill>
                  <a:schemeClr val="bg2"/>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a:xfrm>
            <a:off x="623886" y="1628776"/>
            <a:ext cx="7229908" cy="4548188"/>
          </a:xfrm>
        </p:spPr>
        <p:txBody>
          <a:bodyPr lIns="0" numCol="2" spcCol="360000"/>
          <a:lstStyle>
            <a:lvl1pPr>
              <a:defRPr/>
            </a:lvl1pPr>
          </a:lstStyle>
          <a:p>
            <a:pPr lvl="0"/>
            <a:r>
              <a:rPr lang="en-US" noProof="0"/>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p>
            <a:fld id="{3392925F-8D67-4B3F-B3F8-B3B03D51667B}" type="datetime1">
              <a:rPr lang="en-AU" smtClean="0"/>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AU"/>
          </a:p>
        </p:txBody>
      </p:sp>
      <p:sp>
        <p:nvSpPr>
          <p:cNvPr id="9" name="Picture Placeholder 9">
            <a:extLst>
              <a:ext uri="{FF2B5EF4-FFF2-40B4-BE49-F238E27FC236}">
                <a16:creationId xmlns:a16="http://schemas.microsoft.com/office/drawing/2014/main" id="{C86400F7-DE94-8C78-D8F5-B0432E7458B9}"/>
              </a:ext>
              <a:ext uri="{C183D7F6-B498-43B3-948B-1728B52AA6E4}">
                <adec:decorative xmlns:adec="http://schemas.microsoft.com/office/drawing/2017/decorative" val="1"/>
              </a:ext>
            </a:extLst>
          </p:cNvPr>
          <p:cNvSpPr>
            <a:spLocks noGrp="1"/>
          </p:cNvSpPr>
          <p:nvPr>
            <p:ph type="pic" sz="quarter" idx="21"/>
          </p:nvPr>
        </p:nvSpPr>
        <p:spPr>
          <a:xfrm>
            <a:off x="8243700" y="1628774"/>
            <a:ext cx="3948299" cy="5229225"/>
          </a:xfrm>
        </p:spPr>
        <p:txBody>
          <a:bodyPr lIns="0"/>
          <a:lstStyle/>
          <a:p>
            <a:r>
              <a:rPr lang="en-US"/>
              <a:t>Click icon to add picture</a:t>
            </a:r>
            <a:endParaRPr lang="en-AU"/>
          </a:p>
        </p:txBody>
      </p:sp>
    </p:spTree>
    <p:extLst>
      <p:ext uri="{BB962C8B-B14F-4D97-AF65-F5344CB8AC3E}">
        <p14:creationId xmlns:p14="http://schemas.microsoft.com/office/powerpoint/2010/main" val="164282278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Image and text layout_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21041" cy="538616"/>
          </a:xfrm>
        </p:spPr>
        <p:txBody>
          <a:bodyPr/>
          <a:lstStyle>
            <a:lvl1pPr algn="l">
              <a:defRPr b="0">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21041" cy="314516"/>
          </a:xfrm>
        </p:spPr>
        <p:txBody>
          <a:bodyPr>
            <a:noAutofit/>
          </a:bodyPr>
          <a:lstStyle>
            <a:lvl1pPr marL="0" indent="0" algn="l">
              <a:buNone/>
              <a:defRPr sz="2000" cap="all" baseline="0">
                <a:solidFill>
                  <a:schemeClr val="bg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a:xfrm>
            <a:off x="623886" y="1628776"/>
            <a:ext cx="7229908" cy="4548188"/>
          </a:xfrm>
        </p:spPr>
        <p:txBody>
          <a:bodyPr lIns="0" numCol="2" spcCol="360000"/>
          <a:lstStyle>
            <a:lvl1pPr>
              <a:defRPr>
                <a:solidFill>
                  <a:schemeClr val="bg1"/>
                </a:solidFill>
              </a:defRPr>
            </a:lvl1pPr>
          </a:lstStyle>
          <a:p>
            <a:pPr lvl="0"/>
            <a:r>
              <a:rPr lang="en-US" noProof="0"/>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3392925F-8D67-4B3F-B3F8-B3B03D51667B}"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sp>
        <p:nvSpPr>
          <p:cNvPr id="9" name="Picture Placeholder 9">
            <a:extLst>
              <a:ext uri="{FF2B5EF4-FFF2-40B4-BE49-F238E27FC236}">
                <a16:creationId xmlns:a16="http://schemas.microsoft.com/office/drawing/2014/main" id="{C86400F7-DE94-8C78-D8F5-B0432E7458B9}"/>
              </a:ext>
              <a:ext uri="{C183D7F6-B498-43B3-948B-1728B52AA6E4}">
                <adec:decorative xmlns:adec="http://schemas.microsoft.com/office/drawing/2017/decorative" val="1"/>
              </a:ext>
            </a:extLst>
          </p:cNvPr>
          <p:cNvSpPr>
            <a:spLocks noGrp="1"/>
          </p:cNvSpPr>
          <p:nvPr>
            <p:ph type="pic" sz="quarter" idx="21"/>
          </p:nvPr>
        </p:nvSpPr>
        <p:spPr>
          <a:xfrm>
            <a:off x="8243700" y="1628774"/>
            <a:ext cx="3948299" cy="5229225"/>
          </a:xfrm>
        </p:spPr>
        <p:txBody>
          <a:bodyPr lIns="0"/>
          <a:lstStyle>
            <a:lvl1pPr>
              <a:defRPr>
                <a:solidFill>
                  <a:schemeClr val="bg1"/>
                </a:solidFill>
              </a:defRPr>
            </a:lvl1pPr>
          </a:lstStyle>
          <a:p>
            <a:r>
              <a:rPr lang="en-US"/>
              <a:t>Click icon to add picture</a:t>
            </a:r>
            <a:endParaRPr lang="en-AU"/>
          </a:p>
        </p:txBody>
      </p:sp>
      <p:pic>
        <p:nvPicPr>
          <p:cNvPr id="7" name="Picture 6">
            <a:extLst>
              <a:ext uri="{FF2B5EF4-FFF2-40B4-BE49-F238E27FC236}">
                <a16:creationId xmlns:a16="http://schemas.microsoft.com/office/drawing/2014/main" id="{3DEE03AC-DFB7-CEBB-93DC-0FEAAD707F6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5834"/>
            <a:ext cx="2267717" cy="899162"/>
          </a:xfrm>
          <a:prstGeom prst="rect">
            <a:avLst/>
          </a:prstGeom>
        </p:spPr>
      </p:pic>
      <p:sp>
        <p:nvSpPr>
          <p:cNvPr id="10" name="Parallelogram 5">
            <a:extLst>
              <a:ext uri="{FF2B5EF4-FFF2-40B4-BE49-F238E27FC236}">
                <a16:creationId xmlns:a16="http://schemas.microsoft.com/office/drawing/2014/main" id="{F85F9794-4C14-6429-C762-3F36479FAFC9}"/>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6" name="Straight Connector 5">
            <a:extLst>
              <a:ext uri="{FF2B5EF4-FFF2-40B4-BE49-F238E27FC236}">
                <a16:creationId xmlns:a16="http://schemas.microsoft.com/office/drawing/2014/main" id="{A2D4C9C6-B3A7-49AE-BAB0-BB9DFF027624}"/>
              </a:ext>
              <a:ext uri="{C183D7F6-B498-43B3-948B-1728B52AA6E4}">
                <adec:decorative xmlns:adec="http://schemas.microsoft.com/office/drawing/2017/decorative" val="1"/>
              </a:ext>
            </a:extLst>
          </p:cNvPr>
          <p:cNvCxnSpPr/>
          <p:nvPr userDrawn="1"/>
        </p:nvCxnSpPr>
        <p:spPr>
          <a:xfrm>
            <a:off x="623888" y="1299411"/>
            <a:ext cx="1103981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870324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Image and text layout_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21041" cy="538616"/>
          </a:xfrm>
        </p:spPr>
        <p:txBody>
          <a:bodyPr/>
          <a:lstStyle>
            <a:lvl1pPr algn="l">
              <a:defRPr b="0">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21041" cy="314516"/>
          </a:xfrm>
        </p:spPr>
        <p:txBody>
          <a:bodyPr>
            <a:noAutofit/>
          </a:bodyPr>
          <a:lstStyle>
            <a:lvl1pPr marL="0" indent="0" algn="l">
              <a:buNone/>
              <a:defRPr sz="2000" cap="all" baseline="0">
                <a:solidFill>
                  <a:schemeClr val="bg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a:xfrm>
            <a:off x="623886" y="1628776"/>
            <a:ext cx="7229908" cy="4548188"/>
          </a:xfrm>
        </p:spPr>
        <p:txBody>
          <a:bodyPr lIns="0" numCol="2" spcCol="360000"/>
          <a:lstStyle>
            <a:lvl1pPr>
              <a:defRPr>
                <a:solidFill>
                  <a:schemeClr val="bg1"/>
                </a:solidFill>
              </a:defRPr>
            </a:lvl1pPr>
          </a:lstStyle>
          <a:p>
            <a:pPr lvl="0"/>
            <a:r>
              <a:rPr lang="en-US" noProof="0"/>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3392925F-8D67-4B3F-B3F8-B3B03D51667B}"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sp>
        <p:nvSpPr>
          <p:cNvPr id="9" name="Picture Placeholder 9">
            <a:extLst>
              <a:ext uri="{FF2B5EF4-FFF2-40B4-BE49-F238E27FC236}">
                <a16:creationId xmlns:a16="http://schemas.microsoft.com/office/drawing/2014/main" id="{C86400F7-DE94-8C78-D8F5-B0432E7458B9}"/>
              </a:ext>
              <a:ext uri="{C183D7F6-B498-43B3-948B-1728B52AA6E4}">
                <adec:decorative xmlns:adec="http://schemas.microsoft.com/office/drawing/2017/decorative" val="1"/>
              </a:ext>
            </a:extLst>
          </p:cNvPr>
          <p:cNvSpPr>
            <a:spLocks noGrp="1"/>
          </p:cNvSpPr>
          <p:nvPr>
            <p:ph type="pic" sz="quarter" idx="21"/>
          </p:nvPr>
        </p:nvSpPr>
        <p:spPr>
          <a:xfrm>
            <a:off x="8243700" y="1628774"/>
            <a:ext cx="3948299" cy="5229225"/>
          </a:xfrm>
        </p:spPr>
        <p:txBody>
          <a:bodyPr lIns="0"/>
          <a:lstStyle>
            <a:lvl1pPr>
              <a:defRPr>
                <a:solidFill>
                  <a:schemeClr val="bg1"/>
                </a:solidFill>
              </a:defRPr>
            </a:lvl1pPr>
          </a:lstStyle>
          <a:p>
            <a:r>
              <a:rPr lang="en-US"/>
              <a:t>Click icon to add picture</a:t>
            </a:r>
            <a:endParaRPr lang="en-AU"/>
          </a:p>
        </p:txBody>
      </p:sp>
      <p:pic>
        <p:nvPicPr>
          <p:cNvPr id="7" name="Picture 6">
            <a:extLst>
              <a:ext uri="{FF2B5EF4-FFF2-40B4-BE49-F238E27FC236}">
                <a16:creationId xmlns:a16="http://schemas.microsoft.com/office/drawing/2014/main" id="{3DEE03AC-DFB7-CEBB-93DC-0FEAAD707F6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5834"/>
            <a:ext cx="2267717" cy="899162"/>
          </a:xfrm>
          <a:prstGeom prst="rect">
            <a:avLst/>
          </a:prstGeom>
        </p:spPr>
      </p:pic>
      <p:sp>
        <p:nvSpPr>
          <p:cNvPr id="10" name="Parallelogram 5">
            <a:extLst>
              <a:ext uri="{FF2B5EF4-FFF2-40B4-BE49-F238E27FC236}">
                <a16:creationId xmlns:a16="http://schemas.microsoft.com/office/drawing/2014/main" id="{F85F9794-4C14-6429-C762-3F36479FAFC9}"/>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6" name="Straight Connector 5">
            <a:extLst>
              <a:ext uri="{FF2B5EF4-FFF2-40B4-BE49-F238E27FC236}">
                <a16:creationId xmlns:a16="http://schemas.microsoft.com/office/drawing/2014/main" id="{319FDD12-8924-B928-BF5A-1BCA4EF45CA5}"/>
              </a:ext>
              <a:ext uri="{C183D7F6-B498-43B3-948B-1728B52AA6E4}">
                <adec:decorative xmlns:adec="http://schemas.microsoft.com/office/drawing/2017/decorative" val="1"/>
              </a:ext>
            </a:extLst>
          </p:cNvPr>
          <p:cNvCxnSpPr/>
          <p:nvPr userDrawn="1"/>
        </p:nvCxnSpPr>
        <p:spPr>
          <a:xfrm>
            <a:off x="623888" y="1299411"/>
            <a:ext cx="1103981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911944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Image and text layout_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21041" cy="538616"/>
          </a:xfrm>
        </p:spPr>
        <p:txBody>
          <a:bodyPr/>
          <a:lstStyle>
            <a:lvl1pPr algn="l">
              <a:defRPr b="0">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21041" cy="314516"/>
          </a:xfrm>
        </p:spPr>
        <p:txBody>
          <a:bodyPr>
            <a:noAutofit/>
          </a:bodyPr>
          <a:lstStyle>
            <a:lvl1pPr marL="0" indent="0" algn="l">
              <a:buNone/>
              <a:defRPr sz="2000" cap="all" baseline="0">
                <a:solidFill>
                  <a:schemeClr val="bg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a:xfrm>
            <a:off x="623886" y="1628776"/>
            <a:ext cx="7229908" cy="4548188"/>
          </a:xfrm>
        </p:spPr>
        <p:txBody>
          <a:bodyPr lIns="0" numCol="2" spcCol="360000"/>
          <a:lstStyle>
            <a:lvl1pPr>
              <a:defRPr>
                <a:solidFill>
                  <a:schemeClr val="bg1"/>
                </a:solidFill>
              </a:defRPr>
            </a:lvl1pPr>
          </a:lstStyle>
          <a:p>
            <a:pPr lvl="0"/>
            <a:r>
              <a:rPr lang="en-US" noProof="0"/>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3392925F-8D67-4B3F-B3F8-B3B03D51667B}"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sp>
        <p:nvSpPr>
          <p:cNvPr id="9" name="Picture Placeholder 9">
            <a:extLst>
              <a:ext uri="{FF2B5EF4-FFF2-40B4-BE49-F238E27FC236}">
                <a16:creationId xmlns:a16="http://schemas.microsoft.com/office/drawing/2014/main" id="{C86400F7-DE94-8C78-D8F5-B0432E7458B9}"/>
              </a:ext>
              <a:ext uri="{C183D7F6-B498-43B3-948B-1728B52AA6E4}">
                <adec:decorative xmlns:adec="http://schemas.microsoft.com/office/drawing/2017/decorative" val="1"/>
              </a:ext>
            </a:extLst>
          </p:cNvPr>
          <p:cNvSpPr>
            <a:spLocks noGrp="1"/>
          </p:cNvSpPr>
          <p:nvPr>
            <p:ph type="pic" sz="quarter" idx="21"/>
          </p:nvPr>
        </p:nvSpPr>
        <p:spPr>
          <a:xfrm>
            <a:off x="8243700" y="1628774"/>
            <a:ext cx="3948299" cy="5229225"/>
          </a:xfrm>
        </p:spPr>
        <p:txBody>
          <a:bodyPr lIns="0"/>
          <a:lstStyle>
            <a:lvl1pPr>
              <a:defRPr>
                <a:solidFill>
                  <a:schemeClr val="bg1"/>
                </a:solidFill>
              </a:defRPr>
            </a:lvl1pPr>
          </a:lstStyle>
          <a:p>
            <a:r>
              <a:rPr lang="en-US"/>
              <a:t>Click icon to add picture</a:t>
            </a:r>
            <a:endParaRPr lang="en-AU"/>
          </a:p>
        </p:txBody>
      </p:sp>
      <p:sp>
        <p:nvSpPr>
          <p:cNvPr id="10" name="Parallelogram 5">
            <a:extLst>
              <a:ext uri="{FF2B5EF4-FFF2-40B4-BE49-F238E27FC236}">
                <a16:creationId xmlns:a16="http://schemas.microsoft.com/office/drawing/2014/main" id="{F85F9794-4C14-6429-C762-3F36479FAFC9}"/>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1" name="Picture 10">
            <a:extLst>
              <a:ext uri="{FF2B5EF4-FFF2-40B4-BE49-F238E27FC236}">
                <a16:creationId xmlns:a16="http://schemas.microsoft.com/office/drawing/2014/main" id="{E6B4E247-E450-F496-103D-C378D87133F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cxnSp>
        <p:nvCxnSpPr>
          <p:cNvPr id="6" name="Straight Connector 5">
            <a:extLst>
              <a:ext uri="{FF2B5EF4-FFF2-40B4-BE49-F238E27FC236}">
                <a16:creationId xmlns:a16="http://schemas.microsoft.com/office/drawing/2014/main" id="{30AE6886-2039-ABE0-3B7A-F040004FA8E4}"/>
              </a:ext>
              <a:ext uri="{C183D7F6-B498-43B3-948B-1728B52AA6E4}">
                <adec:decorative xmlns:adec="http://schemas.microsoft.com/office/drawing/2017/decorative" val="1"/>
              </a:ext>
            </a:extLst>
          </p:cNvPr>
          <p:cNvCxnSpPr/>
          <p:nvPr userDrawn="1"/>
        </p:nvCxnSpPr>
        <p:spPr>
          <a:xfrm>
            <a:off x="623888" y="1299411"/>
            <a:ext cx="1103981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5065264"/>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Image and text layout_5">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6" y="245155"/>
            <a:ext cx="8921043" cy="538616"/>
          </a:xfrm>
        </p:spPr>
        <p:txBody>
          <a:bodyPr/>
          <a:lstStyle>
            <a:lvl1pPr algn="l">
              <a:defRPr b="0">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7" y="741399"/>
            <a:ext cx="8921043" cy="314516"/>
          </a:xfrm>
        </p:spPr>
        <p:txBody>
          <a:bodyPr>
            <a:noAutofit/>
          </a:bodyPr>
          <a:lstStyle>
            <a:lvl1pPr marL="0" indent="0" algn="l">
              <a:buNone/>
              <a:defRPr sz="2000" cap="all" baseline="0">
                <a:solidFill>
                  <a:schemeClr val="bg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a:xfrm>
            <a:off x="623886" y="1628776"/>
            <a:ext cx="7229908" cy="4548188"/>
          </a:xfrm>
        </p:spPr>
        <p:txBody>
          <a:bodyPr lIns="0" numCol="2" spcCol="360000"/>
          <a:lstStyle>
            <a:lvl1pPr>
              <a:defRPr>
                <a:solidFill>
                  <a:schemeClr val="bg1"/>
                </a:solidFill>
              </a:defRPr>
            </a:lvl1pPr>
          </a:lstStyle>
          <a:p>
            <a:pPr lvl="0"/>
            <a:r>
              <a:rPr lang="en-US" noProof="0"/>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3392925F-8D67-4B3F-B3F8-B3B03D51667B}" type="datetime1">
              <a:rPr lang="en-AU" smtClean="0"/>
              <a:pPr/>
              <a:t>27/5/2025</a:t>
            </a:fld>
            <a:endParaRPr lang="en-AU" dirty="0"/>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sp>
        <p:nvSpPr>
          <p:cNvPr id="9" name="Picture Placeholder 9">
            <a:extLst>
              <a:ext uri="{FF2B5EF4-FFF2-40B4-BE49-F238E27FC236}">
                <a16:creationId xmlns:a16="http://schemas.microsoft.com/office/drawing/2014/main" id="{C86400F7-DE94-8C78-D8F5-B0432E7458B9}"/>
              </a:ext>
              <a:ext uri="{C183D7F6-B498-43B3-948B-1728B52AA6E4}">
                <adec:decorative xmlns:adec="http://schemas.microsoft.com/office/drawing/2017/decorative" val="1"/>
              </a:ext>
            </a:extLst>
          </p:cNvPr>
          <p:cNvSpPr>
            <a:spLocks noGrp="1"/>
          </p:cNvSpPr>
          <p:nvPr>
            <p:ph type="pic" sz="quarter" idx="21"/>
          </p:nvPr>
        </p:nvSpPr>
        <p:spPr>
          <a:xfrm>
            <a:off x="8243700" y="1628774"/>
            <a:ext cx="3948299" cy="5229225"/>
          </a:xfrm>
        </p:spPr>
        <p:txBody>
          <a:bodyPr lIns="0"/>
          <a:lstStyle>
            <a:lvl1pPr>
              <a:defRPr>
                <a:solidFill>
                  <a:schemeClr val="bg1"/>
                </a:solidFill>
              </a:defRPr>
            </a:lvl1pPr>
          </a:lstStyle>
          <a:p>
            <a:r>
              <a:rPr lang="en-US"/>
              <a:t>Click icon to add picture</a:t>
            </a:r>
            <a:endParaRPr lang="en-AU"/>
          </a:p>
        </p:txBody>
      </p:sp>
      <p:pic>
        <p:nvPicPr>
          <p:cNvPr id="11" name="Picture 10">
            <a:extLst>
              <a:ext uri="{FF2B5EF4-FFF2-40B4-BE49-F238E27FC236}">
                <a16:creationId xmlns:a16="http://schemas.microsoft.com/office/drawing/2014/main" id="{E6B4E247-E450-F496-103D-C378D87133F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7" name="Parallelogram 5">
            <a:extLst>
              <a:ext uri="{FF2B5EF4-FFF2-40B4-BE49-F238E27FC236}">
                <a16:creationId xmlns:a16="http://schemas.microsoft.com/office/drawing/2014/main" id="{97CD803E-1638-0B2F-66EC-0DF1BF60D6D3}"/>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6" name="Straight Connector 5">
            <a:extLst>
              <a:ext uri="{FF2B5EF4-FFF2-40B4-BE49-F238E27FC236}">
                <a16:creationId xmlns:a16="http://schemas.microsoft.com/office/drawing/2014/main" id="{6684269F-35D5-67C4-58F1-99CE0837A333}"/>
              </a:ext>
              <a:ext uri="{C183D7F6-B498-43B3-948B-1728B52AA6E4}">
                <adec:decorative xmlns:adec="http://schemas.microsoft.com/office/drawing/2017/decorative" val="1"/>
              </a:ext>
            </a:extLst>
          </p:cNvPr>
          <p:cNvCxnSpPr/>
          <p:nvPr userDrawn="1"/>
        </p:nvCxnSpPr>
        <p:spPr>
          <a:xfrm>
            <a:off x="623888" y="1299411"/>
            <a:ext cx="1103981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063690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Image and text layout_6">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8" y="245155"/>
            <a:ext cx="8921041" cy="538616"/>
          </a:xfrm>
        </p:spPr>
        <p:txBody>
          <a:bodyPr/>
          <a:lstStyle>
            <a:lvl1pPr algn="l">
              <a:defRPr b="0">
                <a:solidFill>
                  <a:schemeClr val="bg1"/>
                </a:solidFill>
              </a:defRPr>
            </a:lvl1pPr>
          </a:lstStyle>
          <a:p>
            <a:r>
              <a:rPr lang="en-US" noProof="0"/>
              <a:t>Click to edit Master title style</a:t>
            </a:r>
            <a:endParaRPr lang="en-AU" noProof="0" dirty="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9" y="741399"/>
            <a:ext cx="8921041" cy="314516"/>
          </a:xfrm>
        </p:spPr>
        <p:txBody>
          <a:bodyPr>
            <a:noAutofit/>
          </a:bodyPr>
          <a:lstStyle>
            <a:lvl1pPr marL="0" indent="0" algn="l">
              <a:buNone/>
              <a:defRPr sz="2000" cap="all" baseline="0">
                <a:solidFill>
                  <a:schemeClr val="bg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a:xfrm>
            <a:off x="623886" y="1628776"/>
            <a:ext cx="7229908" cy="4548188"/>
          </a:xfrm>
        </p:spPr>
        <p:txBody>
          <a:bodyPr lIns="0" numCol="2" spcCol="360000"/>
          <a:lstStyle>
            <a:lvl1pPr>
              <a:defRPr>
                <a:solidFill>
                  <a:schemeClr val="bg1"/>
                </a:solidFill>
              </a:defRPr>
            </a:lvl1pPr>
          </a:lstStyle>
          <a:p>
            <a:pPr lvl="0"/>
            <a:r>
              <a:rPr lang="en-US" noProof="0"/>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3392925F-8D67-4B3F-B3F8-B3B03D51667B}"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sp>
        <p:nvSpPr>
          <p:cNvPr id="9" name="Picture Placeholder 9">
            <a:extLst>
              <a:ext uri="{FF2B5EF4-FFF2-40B4-BE49-F238E27FC236}">
                <a16:creationId xmlns:a16="http://schemas.microsoft.com/office/drawing/2014/main" id="{C86400F7-DE94-8C78-D8F5-B0432E7458B9}"/>
              </a:ext>
              <a:ext uri="{C183D7F6-B498-43B3-948B-1728B52AA6E4}">
                <adec:decorative xmlns:adec="http://schemas.microsoft.com/office/drawing/2017/decorative" val="1"/>
              </a:ext>
            </a:extLst>
          </p:cNvPr>
          <p:cNvSpPr>
            <a:spLocks noGrp="1"/>
          </p:cNvSpPr>
          <p:nvPr>
            <p:ph type="pic" sz="quarter" idx="21"/>
          </p:nvPr>
        </p:nvSpPr>
        <p:spPr>
          <a:xfrm>
            <a:off x="8243700" y="1628774"/>
            <a:ext cx="3948299" cy="5229225"/>
          </a:xfrm>
        </p:spPr>
        <p:txBody>
          <a:bodyPr lIns="0"/>
          <a:lstStyle>
            <a:lvl1pPr>
              <a:defRPr>
                <a:solidFill>
                  <a:schemeClr val="bg1"/>
                </a:solidFill>
              </a:defRPr>
            </a:lvl1pPr>
          </a:lstStyle>
          <a:p>
            <a:r>
              <a:rPr lang="en-US"/>
              <a:t>Click icon to add picture</a:t>
            </a:r>
            <a:endParaRPr lang="en-AU"/>
          </a:p>
        </p:txBody>
      </p:sp>
      <p:sp>
        <p:nvSpPr>
          <p:cNvPr id="10" name="Parallelogram 5">
            <a:extLst>
              <a:ext uri="{FF2B5EF4-FFF2-40B4-BE49-F238E27FC236}">
                <a16:creationId xmlns:a16="http://schemas.microsoft.com/office/drawing/2014/main" id="{F85F9794-4C14-6429-C762-3F36479FAFC9}"/>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1" name="Picture 10">
            <a:extLst>
              <a:ext uri="{FF2B5EF4-FFF2-40B4-BE49-F238E27FC236}">
                <a16:creationId xmlns:a16="http://schemas.microsoft.com/office/drawing/2014/main" id="{E6B4E247-E450-F496-103D-C378D87133F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cxnSp>
        <p:nvCxnSpPr>
          <p:cNvPr id="6" name="Straight Connector 5">
            <a:extLst>
              <a:ext uri="{FF2B5EF4-FFF2-40B4-BE49-F238E27FC236}">
                <a16:creationId xmlns:a16="http://schemas.microsoft.com/office/drawing/2014/main" id="{4AE27F04-6069-D8F5-7AC8-1FC13FD2A9C1}"/>
              </a:ext>
              <a:ext uri="{C183D7F6-B498-43B3-948B-1728B52AA6E4}">
                <adec:decorative xmlns:adec="http://schemas.microsoft.com/office/drawing/2017/decorative" val="1"/>
              </a:ext>
            </a:extLst>
          </p:cNvPr>
          <p:cNvCxnSpPr/>
          <p:nvPr userDrawn="1"/>
        </p:nvCxnSpPr>
        <p:spPr>
          <a:xfrm>
            <a:off x="623888" y="1299411"/>
            <a:ext cx="1103981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0690322"/>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Infographic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7" y="245155"/>
            <a:ext cx="8956211" cy="538616"/>
          </a:xfrm>
        </p:spPr>
        <p:txBody>
          <a:bodyPr/>
          <a:lstStyle>
            <a:lvl1pPr algn="l">
              <a:defRPr/>
            </a:lvl1pPr>
          </a:lstStyle>
          <a:p>
            <a:r>
              <a:rPr lang="en-US" noProof="0"/>
              <a:t>Click to edit Master title style</a:t>
            </a:r>
            <a:endParaRPr lang="en-AU" noProof="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8" y="741399"/>
            <a:ext cx="8956211" cy="314516"/>
          </a:xfrm>
        </p:spPr>
        <p:txBody>
          <a:bodyPr>
            <a:noAutofit/>
          </a:bodyPr>
          <a:lstStyle>
            <a:lvl1pPr marL="0" indent="0" algn="l">
              <a:buNone/>
              <a:defRPr sz="2000" cap="all" baseline="0">
                <a:solidFill>
                  <a:schemeClr val="bg2"/>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p:txBody>
          <a:bodyPr/>
          <a:lstStyle>
            <a:lvl1pPr algn="l">
              <a:defRPr/>
            </a:lvl1pPr>
          </a:lstStyle>
          <a:p>
            <a:pPr lvl="0"/>
            <a:r>
              <a:rPr lang="en-US"/>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p>
            <a:fld id="{1E2051AE-7B41-4B15-BBA3-E5C7244AA2B8}" type="datetime1">
              <a:rPr lang="en-AU" smtClean="0"/>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p>
            <a:fld id="{6F6F96F8-3C4A-44BA-8813-69AD9933C9F2}" type="slidenum">
              <a:rPr lang="en-AU" smtClean="0"/>
              <a:t>‹#›</a:t>
            </a:fld>
            <a:endParaRPr lang="en-AU"/>
          </a:p>
        </p:txBody>
      </p:sp>
    </p:spTree>
    <p:extLst>
      <p:ext uri="{BB962C8B-B14F-4D97-AF65-F5344CB8AC3E}">
        <p14:creationId xmlns:p14="http://schemas.microsoft.com/office/powerpoint/2010/main" val="4004743127"/>
      </p:ext>
    </p:extLst>
  </p:cSld>
  <p:clrMapOvr>
    <a:overrideClrMapping bg1="lt1" tx1="dk1" bg2="lt2" tx2="dk2" accent1="accent1" accent2="accent2" accent3="accent3" accent4="accent4" accent5="accent5" accent6="accent6" hlink="hlink" folHlink="folHlink"/>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Infographics_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7" y="245155"/>
            <a:ext cx="8956211" cy="538616"/>
          </a:xfrm>
        </p:spPr>
        <p:txBody>
          <a:bodyPr/>
          <a:lstStyle>
            <a:lvl1pPr algn="l">
              <a:defRPr/>
            </a:lvl1pPr>
          </a:lstStyle>
          <a:p>
            <a:r>
              <a:rPr lang="en-US" noProof="0"/>
              <a:t>Click to edit Master title style</a:t>
            </a:r>
            <a:endParaRPr lang="en-AU" noProof="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8" y="741399"/>
            <a:ext cx="8956211" cy="314516"/>
          </a:xfrm>
        </p:spPr>
        <p:txBody>
          <a:bodyPr>
            <a:noAutofit/>
          </a:bodyPr>
          <a:lstStyle>
            <a:lvl1pPr marL="0" indent="0" algn="l">
              <a:buNone/>
              <a:defRPr sz="2000" cap="all" baseline="0">
                <a:solidFill>
                  <a:schemeClr val="bg2"/>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p:txBody>
          <a:bodyPr/>
          <a:lstStyle>
            <a:lvl1pPr algn="l">
              <a:defRPr/>
            </a:lvl1pPr>
          </a:lstStyle>
          <a:p>
            <a:pPr lvl="0"/>
            <a:r>
              <a:rPr lang="en-US"/>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p>
            <a:fld id="{1E2051AE-7B41-4B15-BBA3-E5C7244AA2B8}" type="datetime1">
              <a:rPr lang="en-AU" smtClean="0"/>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p>
            <a:fld id="{6F6F96F8-3C4A-44BA-8813-69AD9933C9F2}" type="slidenum">
              <a:rPr lang="en-AU" smtClean="0"/>
              <a:t>‹#›</a:t>
            </a:fld>
            <a:endParaRPr lang="en-AU"/>
          </a:p>
        </p:txBody>
      </p:sp>
    </p:spTree>
    <p:extLst>
      <p:ext uri="{BB962C8B-B14F-4D97-AF65-F5344CB8AC3E}">
        <p14:creationId xmlns:p14="http://schemas.microsoft.com/office/powerpoint/2010/main" val="1664732072"/>
      </p:ext>
    </p:extLst>
  </p:cSld>
  <p:clrMapOvr>
    <a:overrideClrMapping bg1="lt1" tx1="dk1" bg2="lt2" tx2="dk2" accent1="accent1" accent2="accent2" accent3="accent3" accent4="accent4" accent5="accent5" accent6="accent6" hlink="hlink" folHlink="folHlink"/>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Infographics_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7" y="245155"/>
            <a:ext cx="8956211" cy="538616"/>
          </a:xfrm>
        </p:spPr>
        <p:txBody>
          <a:bodyPr/>
          <a:lstStyle>
            <a:lvl1pPr algn="l">
              <a:defRPr>
                <a:solidFill>
                  <a:schemeClr val="bg1"/>
                </a:solidFill>
              </a:defRPr>
            </a:lvl1pPr>
          </a:lstStyle>
          <a:p>
            <a:r>
              <a:rPr lang="en-US" noProof="0"/>
              <a:t>Click to edit Master title style</a:t>
            </a:r>
            <a:endParaRPr lang="en-AU" noProof="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8" y="741399"/>
            <a:ext cx="8956211" cy="314516"/>
          </a:xfrm>
        </p:spPr>
        <p:txBody>
          <a:bodyPr>
            <a:noAutofit/>
          </a:bodyPr>
          <a:lstStyle>
            <a:lvl1pPr marL="0" indent="0" algn="l">
              <a:buNone/>
              <a:defRPr sz="2000" cap="all" baseline="0">
                <a:solidFill>
                  <a:schemeClr val="bg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p:txBody>
          <a:bodyPr/>
          <a:lstStyle>
            <a:lvl1pPr algn="l">
              <a:defRPr>
                <a:solidFill>
                  <a:schemeClr val="bg1"/>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1E2051AE-7B41-4B15-BBA3-E5C7244AA2B8}"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a:solidFill>
                  <a:schemeClr val="bg1"/>
                </a:solidFill>
              </a:defRPr>
            </a:lvl1pPr>
          </a:lstStyle>
          <a:p>
            <a:fld id="{6F6F96F8-3C4A-44BA-8813-69AD9933C9F2}" type="slidenum">
              <a:rPr lang="en-AU" smtClean="0"/>
              <a:pPr/>
              <a:t>‹#›</a:t>
            </a:fld>
            <a:endParaRPr lang="en-AU"/>
          </a:p>
        </p:txBody>
      </p:sp>
      <p:pic>
        <p:nvPicPr>
          <p:cNvPr id="7" name="Picture 6">
            <a:extLst>
              <a:ext uri="{FF2B5EF4-FFF2-40B4-BE49-F238E27FC236}">
                <a16:creationId xmlns:a16="http://schemas.microsoft.com/office/drawing/2014/main" id="{EF9E8506-138B-C292-D12C-94A88B15C896}"/>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5834"/>
            <a:ext cx="2267717" cy="899162"/>
          </a:xfrm>
          <a:prstGeom prst="rect">
            <a:avLst/>
          </a:prstGeom>
        </p:spPr>
      </p:pic>
      <p:sp>
        <p:nvSpPr>
          <p:cNvPr id="9" name="Parallelogram 5">
            <a:extLst>
              <a:ext uri="{FF2B5EF4-FFF2-40B4-BE49-F238E27FC236}">
                <a16:creationId xmlns:a16="http://schemas.microsoft.com/office/drawing/2014/main" id="{098AFDC6-7804-ED94-3DD4-6EFAA423A576}"/>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Connector 9">
            <a:extLst>
              <a:ext uri="{FF2B5EF4-FFF2-40B4-BE49-F238E27FC236}">
                <a16:creationId xmlns:a16="http://schemas.microsoft.com/office/drawing/2014/main" id="{AA7E5C69-B401-D177-6CBC-5FAA534056E3}"/>
              </a:ext>
              <a:ext uri="{C183D7F6-B498-43B3-948B-1728B52AA6E4}">
                <adec:decorative xmlns:adec="http://schemas.microsoft.com/office/drawing/2017/decorative" val="1"/>
              </a:ext>
            </a:extLst>
          </p:cNvPr>
          <p:cNvCxnSpPr/>
          <p:nvPr userDrawn="1"/>
        </p:nvCxnSpPr>
        <p:spPr>
          <a:xfrm>
            <a:off x="623888" y="1299411"/>
            <a:ext cx="1103981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30709"/>
      </p:ext>
    </p:extLst>
  </p:cSld>
  <p:clrMapOvr>
    <a:overrideClrMapping bg1="lt1" tx1="dk1" bg2="lt2" tx2="dk2" accent1="accent1" accent2="accent2" accent3="accent3" accent4="accent4" accent5="accent5" accent6="accent6" hlink="hlink" folHlink="folHlink"/>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Infographics_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7" y="245155"/>
            <a:ext cx="8956211" cy="538616"/>
          </a:xfrm>
        </p:spPr>
        <p:txBody>
          <a:bodyPr/>
          <a:lstStyle>
            <a:lvl1pPr algn="l">
              <a:defRPr>
                <a:solidFill>
                  <a:schemeClr val="bg1"/>
                </a:solidFill>
              </a:defRPr>
            </a:lvl1pPr>
          </a:lstStyle>
          <a:p>
            <a:r>
              <a:rPr lang="en-US" noProof="0"/>
              <a:t>Click to edit Master title style</a:t>
            </a:r>
            <a:endParaRPr lang="en-AU" noProof="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8" y="741399"/>
            <a:ext cx="8956211" cy="314516"/>
          </a:xfrm>
        </p:spPr>
        <p:txBody>
          <a:bodyPr>
            <a:noAutofit/>
          </a:bodyPr>
          <a:lstStyle>
            <a:lvl1pPr marL="0" indent="0" algn="l">
              <a:buNone/>
              <a:defRPr sz="2000" cap="all" baseline="0">
                <a:solidFill>
                  <a:schemeClr val="bg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p:txBody>
          <a:bodyPr/>
          <a:lstStyle>
            <a:lvl1pPr algn="l">
              <a:defRPr>
                <a:solidFill>
                  <a:schemeClr val="bg1"/>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1E2051AE-7B41-4B15-BBA3-E5C7244AA2B8}"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a:solidFill>
                  <a:schemeClr val="bg1"/>
                </a:solidFill>
              </a:defRPr>
            </a:lvl1pPr>
          </a:lstStyle>
          <a:p>
            <a:fld id="{6F6F96F8-3C4A-44BA-8813-69AD9933C9F2}" type="slidenum">
              <a:rPr lang="en-AU" smtClean="0"/>
              <a:pPr/>
              <a:t>‹#›</a:t>
            </a:fld>
            <a:endParaRPr lang="en-AU"/>
          </a:p>
        </p:txBody>
      </p:sp>
      <p:pic>
        <p:nvPicPr>
          <p:cNvPr id="7" name="Picture 6">
            <a:extLst>
              <a:ext uri="{FF2B5EF4-FFF2-40B4-BE49-F238E27FC236}">
                <a16:creationId xmlns:a16="http://schemas.microsoft.com/office/drawing/2014/main" id="{EF9E8506-138B-C292-D12C-94A88B15C896}"/>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5834"/>
            <a:ext cx="2267717" cy="899162"/>
          </a:xfrm>
          <a:prstGeom prst="rect">
            <a:avLst/>
          </a:prstGeom>
        </p:spPr>
      </p:pic>
      <p:sp>
        <p:nvSpPr>
          <p:cNvPr id="9" name="Parallelogram 5">
            <a:extLst>
              <a:ext uri="{FF2B5EF4-FFF2-40B4-BE49-F238E27FC236}">
                <a16:creationId xmlns:a16="http://schemas.microsoft.com/office/drawing/2014/main" id="{098AFDC6-7804-ED94-3DD4-6EFAA423A576}"/>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Connector 9">
            <a:extLst>
              <a:ext uri="{FF2B5EF4-FFF2-40B4-BE49-F238E27FC236}">
                <a16:creationId xmlns:a16="http://schemas.microsoft.com/office/drawing/2014/main" id="{AA7E5C69-B401-D177-6CBC-5FAA534056E3}"/>
              </a:ext>
              <a:ext uri="{C183D7F6-B498-43B3-948B-1728B52AA6E4}">
                <adec:decorative xmlns:adec="http://schemas.microsoft.com/office/drawing/2017/decorative" val="1"/>
              </a:ext>
            </a:extLst>
          </p:cNvPr>
          <p:cNvCxnSpPr/>
          <p:nvPr userDrawn="1"/>
        </p:nvCxnSpPr>
        <p:spPr>
          <a:xfrm>
            <a:off x="623888" y="1299411"/>
            <a:ext cx="1103981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7407842"/>
      </p:ext>
    </p:extLst>
  </p:cSld>
  <p:clrMapOvr>
    <a:overrideClrMapping bg1="lt1" tx1="dk1" bg2="lt2" tx2="dk2" accent1="accent1" accent2="accent2" accent3="accent3" accent4="accent4" accent5="accent5" accent6="accent6" hlink="hlink" folHlink="folHlink"/>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Infographics_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7" y="245155"/>
            <a:ext cx="8956211" cy="538616"/>
          </a:xfrm>
        </p:spPr>
        <p:txBody>
          <a:bodyPr/>
          <a:lstStyle>
            <a:lvl1pPr algn="l">
              <a:defRPr>
                <a:solidFill>
                  <a:schemeClr val="bg1"/>
                </a:solidFill>
              </a:defRPr>
            </a:lvl1pPr>
          </a:lstStyle>
          <a:p>
            <a:r>
              <a:rPr lang="en-US" noProof="0"/>
              <a:t>Click to edit Master title style</a:t>
            </a:r>
            <a:endParaRPr lang="en-AU" noProof="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8" y="741399"/>
            <a:ext cx="8956211" cy="314516"/>
          </a:xfrm>
        </p:spPr>
        <p:txBody>
          <a:bodyPr>
            <a:noAutofit/>
          </a:bodyPr>
          <a:lstStyle>
            <a:lvl1pPr marL="0" indent="0" algn="l">
              <a:buNone/>
              <a:defRPr sz="2000" cap="all" baseline="0">
                <a:solidFill>
                  <a:schemeClr val="bg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p:txBody>
          <a:bodyPr/>
          <a:lstStyle>
            <a:lvl1pPr algn="l">
              <a:defRPr>
                <a:solidFill>
                  <a:schemeClr val="bg1"/>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1E2051AE-7B41-4B15-BBA3-E5C7244AA2B8}"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a:solidFill>
                  <a:schemeClr val="bg1"/>
                </a:solidFill>
              </a:defRPr>
            </a:lvl1pPr>
          </a:lstStyle>
          <a:p>
            <a:fld id="{6F6F96F8-3C4A-44BA-8813-69AD9933C9F2}" type="slidenum">
              <a:rPr lang="en-AU" smtClean="0"/>
              <a:pPr/>
              <a:t>‹#›</a:t>
            </a:fld>
            <a:endParaRPr lang="en-AU"/>
          </a:p>
        </p:txBody>
      </p:sp>
      <p:sp>
        <p:nvSpPr>
          <p:cNvPr id="9" name="Parallelogram 5">
            <a:extLst>
              <a:ext uri="{FF2B5EF4-FFF2-40B4-BE49-F238E27FC236}">
                <a16:creationId xmlns:a16="http://schemas.microsoft.com/office/drawing/2014/main" id="{098AFDC6-7804-ED94-3DD4-6EFAA423A576}"/>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Connector 9">
            <a:extLst>
              <a:ext uri="{FF2B5EF4-FFF2-40B4-BE49-F238E27FC236}">
                <a16:creationId xmlns:a16="http://schemas.microsoft.com/office/drawing/2014/main" id="{AA7E5C69-B401-D177-6CBC-5FAA534056E3}"/>
              </a:ext>
              <a:ext uri="{C183D7F6-B498-43B3-948B-1728B52AA6E4}">
                <adec:decorative xmlns:adec="http://schemas.microsoft.com/office/drawing/2017/decorative" val="1"/>
              </a:ext>
            </a:extLst>
          </p:cNvPr>
          <p:cNvCxnSpPr/>
          <p:nvPr userDrawn="1"/>
        </p:nvCxnSpPr>
        <p:spPr>
          <a:xfrm>
            <a:off x="623888" y="1299411"/>
            <a:ext cx="1103981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552E3E24-4740-CE29-CB3D-759CA50FBE0E}"/>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Tree>
    <p:extLst>
      <p:ext uri="{BB962C8B-B14F-4D97-AF65-F5344CB8AC3E}">
        <p14:creationId xmlns:p14="http://schemas.microsoft.com/office/powerpoint/2010/main" val="2322970011"/>
      </p:ext>
    </p:extLst>
  </p:cSld>
  <p:clrMapOvr>
    <a:overrideClrMapping bg1="lt1" tx1="dk1" bg2="lt2" tx2="dk2" accent1="accent1" accent2="accent2" accent3="accent3" accent4="accent4" accent5="accent5" accent6="accent6" hlink="hlink" folHlink="folHlink"/>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Infographics_5">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7" y="245155"/>
            <a:ext cx="8956211" cy="538616"/>
          </a:xfrm>
        </p:spPr>
        <p:txBody>
          <a:bodyPr/>
          <a:lstStyle>
            <a:lvl1pPr algn="l">
              <a:defRPr>
                <a:solidFill>
                  <a:schemeClr val="bg1"/>
                </a:solidFill>
              </a:defRPr>
            </a:lvl1pPr>
          </a:lstStyle>
          <a:p>
            <a:r>
              <a:rPr lang="en-US" noProof="0"/>
              <a:t>Click to edit Master title style</a:t>
            </a:r>
            <a:endParaRPr lang="en-AU" noProof="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8" y="741399"/>
            <a:ext cx="8956211" cy="314516"/>
          </a:xfrm>
        </p:spPr>
        <p:txBody>
          <a:bodyPr>
            <a:noAutofit/>
          </a:bodyPr>
          <a:lstStyle>
            <a:lvl1pPr marL="0" indent="0" algn="l">
              <a:buNone/>
              <a:defRPr sz="2000" cap="all" baseline="0">
                <a:solidFill>
                  <a:schemeClr val="bg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p:txBody>
          <a:bodyPr/>
          <a:lstStyle>
            <a:lvl1pPr algn="l">
              <a:defRPr>
                <a:solidFill>
                  <a:schemeClr val="bg1"/>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1E2051AE-7B41-4B15-BBA3-E5C7244AA2B8}" type="datetime1">
              <a:rPr lang="en-AU" smtClean="0"/>
              <a:pPr/>
              <a:t>27/5/2025</a:t>
            </a:fld>
            <a:endParaRPr lang="en-AU"/>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a:solidFill>
                  <a:schemeClr val="bg1"/>
                </a:solidFill>
              </a:defRPr>
            </a:lvl1pPr>
          </a:lstStyle>
          <a:p>
            <a:fld id="{6F6F96F8-3C4A-44BA-8813-69AD9933C9F2}" type="slidenum">
              <a:rPr lang="en-AU" smtClean="0"/>
              <a:pPr/>
              <a:t>‹#›</a:t>
            </a:fld>
            <a:endParaRPr lang="en-AU"/>
          </a:p>
        </p:txBody>
      </p:sp>
      <p:cxnSp>
        <p:nvCxnSpPr>
          <p:cNvPr id="10" name="Straight Connector 9">
            <a:extLst>
              <a:ext uri="{FF2B5EF4-FFF2-40B4-BE49-F238E27FC236}">
                <a16:creationId xmlns:a16="http://schemas.microsoft.com/office/drawing/2014/main" id="{AA7E5C69-B401-D177-6CBC-5FAA534056E3}"/>
              </a:ext>
              <a:ext uri="{C183D7F6-B498-43B3-948B-1728B52AA6E4}">
                <adec:decorative xmlns:adec="http://schemas.microsoft.com/office/drawing/2017/decorative" val="1"/>
              </a:ext>
            </a:extLst>
          </p:cNvPr>
          <p:cNvCxnSpPr/>
          <p:nvPr userDrawn="1"/>
        </p:nvCxnSpPr>
        <p:spPr>
          <a:xfrm>
            <a:off x="623888" y="1299411"/>
            <a:ext cx="1103981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552E3E24-4740-CE29-CB3D-759CA50FBE0E}"/>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
        <p:nvSpPr>
          <p:cNvPr id="7" name="Parallelogram 5">
            <a:extLst>
              <a:ext uri="{FF2B5EF4-FFF2-40B4-BE49-F238E27FC236}">
                <a16:creationId xmlns:a16="http://schemas.microsoft.com/office/drawing/2014/main" id="{D10A947C-5768-8FC1-740A-74A6F4554B6A}"/>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294759984"/>
      </p:ext>
    </p:extLst>
  </p:cSld>
  <p:clrMapOvr>
    <a:overrideClrMapping bg1="lt1" tx1="dk1" bg2="lt2" tx2="dk2" accent1="accent1" accent2="accent2" accent3="accent3" accent4="accent4" accent5="accent5" accent6="accent6" hlink="hlink" folHlink="folHlink"/>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Infographics_6">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641C-857D-6970-9E8C-535F814985A3}"/>
              </a:ext>
            </a:extLst>
          </p:cNvPr>
          <p:cNvSpPr>
            <a:spLocks noGrp="1"/>
          </p:cNvSpPr>
          <p:nvPr>
            <p:ph type="title"/>
          </p:nvPr>
        </p:nvSpPr>
        <p:spPr>
          <a:xfrm>
            <a:off x="623887" y="245155"/>
            <a:ext cx="8956211" cy="538616"/>
          </a:xfrm>
        </p:spPr>
        <p:txBody>
          <a:bodyPr/>
          <a:lstStyle>
            <a:lvl1pPr algn="l">
              <a:defRPr>
                <a:solidFill>
                  <a:schemeClr val="bg1"/>
                </a:solidFill>
              </a:defRPr>
            </a:lvl1pPr>
          </a:lstStyle>
          <a:p>
            <a:r>
              <a:rPr lang="en-US" noProof="0"/>
              <a:t>Click to edit Master title style</a:t>
            </a:r>
            <a:endParaRPr lang="en-AU" noProof="0"/>
          </a:p>
        </p:txBody>
      </p:sp>
      <p:sp>
        <p:nvSpPr>
          <p:cNvPr id="8" name="Text Placeholder 7">
            <a:extLst>
              <a:ext uri="{FF2B5EF4-FFF2-40B4-BE49-F238E27FC236}">
                <a16:creationId xmlns:a16="http://schemas.microsoft.com/office/drawing/2014/main" id="{4B0620F1-7E89-2B7E-315C-7F356B7A439D}"/>
              </a:ext>
            </a:extLst>
          </p:cNvPr>
          <p:cNvSpPr>
            <a:spLocks noGrp="1"/>
          </p:cNvSpPr>
          <p:nvPr>
            <p:ph type="body" sz="quarter" idx="13"/>
          </p:nvPr>
        </p:nvSpPr>
        <p:spPr>
          <a:xfrm>
            <a:off x="623418" y="741399"/>
            <a:ext cx="8956211" cy="314516"/>
          </a:xfrm>
        </p:spPr>
        <p:txBody>
          <a:bodyPr>
            <a:noAutofit/>
          </a:bodyPr>
          <a:lstStyle>
            <a:lvl1pPr marL="0" indent="0" algn="l">
              <a:buNone/>
              <a:defRPr sz="2000" cap="all" baseline="0">
                <a:solidFill>
                  <a:schemeClr val="bg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D9DEF3A3-A2DB-EF68-F811-2FF99CE54D69}"/>
              </a:ext>
            </a:extLst>
          </p:cNvPr>
          <p:cNvSpPr>
            <a:spLocks noGrp="1"/>
          </p:cNvSpPr>
          <p:nvPr>
            <p:ph idx="1"/>
          </p:nvPr>
        </p:nvSpPr>
        <p:spPr/>
        <p:txBody>
          <a:bodyPr/>
          <a:lstStyle>
            <a:lvl1pPr algn="l">
              <a:defRPr>
                <a:solidFill>
                  <a:schemeClr val="bg1"/>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6AC35422-DD1F-9A92-5054-BC1678BBC3C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bg1"/>
                </a:solidFill>
              </a:defRPr>
            </a:lvl1pPr>
          </a:lstStyle>
          <a:p>
            <a:fld id="{1E2051AE-7B41-4B15-BBA3-E5C7244AA2B8}" type="datetime1">
              <a:rPr lang="en-AU" smtClean="0"/>
              <a:pPr/>
              <a:t>27/5/2025</a:t>
            </a:fld>
            <a:endParaRPr lang="en-AU" dirty="0"/>
          </a:p>
        </p:txBody>
      </p:sp>
      <p:sp>
        <p:nvSpPr>
          <p:cNvPr id="5" name="Footer Placeholder 4">
            <a:extLst>
              <a:ext uri="{FF2B5EF4-FFF2-40B4-BE49-F238E27FC236}">
                <a16:creationId xmlns:a16="http://schemas.microsoft.com/office/drawing/2014/main" id="{A1D11637-37F7-249A-0F63-8C7B581D56D4}"/>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endParaRPr lang="en-AU"/>
          </a:p>
        </p:txBody>
      </p:sp>
      <p:sp>
        <p:nvSpPr>
          <p:cNvPr id="6" name="Slide Number Placeholder 5">
            <a:extLst>
              <a:ext uri="{FF2B5EF4-FFF2-40B4-BE49-F238E27FC236}">
                <a16:creationId xmlns:a16="http://schemas.microsoft.com/office/drawing/2014/main" id="{6861F509-E4E1-8FD7-EE4D-2AD2BA1289D8}"/>
              </a:ext>
            </a:extLst>
          </p:cNvPr>
          <p:cNvSpPr>
            <a:spLocks noGrp="1"/>
          </p:cNvSpPr>
          <p:nvPr>
            <p:ph type="sldNum" sz="quarter" idx="12"/>
          </p:nvPr>
        </p:nvSpPr>
        <p:spPr/>
        <p:txBody>
          <a:bodyPr rIns="0"/>
          <a:lstStyle>
            <a:lvl1pPr>
              <a:defRPr>
                <a:solidFill>
                  <a:schemeClr val="bg1"/>
                </a:solidFill>
              </a:defRPr>
            </a:lvl1pPr>
          </a:lstStyle>
          <a:p>
            <a:fld id="{6F6F96F8-3C4A-44BA-8813-69AD9933C9F2}" type="slidenum">
              <a:rPr lang="en-AU" smtClean="0"/>
              <a:pPr/>
              <a:t>‹#›</a:t>
            </a:fld>
            <a:endParaRPr lang="en-AU"/>
          </a:p>
        </p:txBody>
      </p:sp>
      <p:sp>
        <p:nvSpPr>
          <p:cNvPr id="9" name="Parallelogram 5">
            <a:extLst>
              <a:ext uri="{FF2B5EF4-FFF2-40B4-BE49-F238E27FC236}">
                <a16:creationId xmlns:a16="http://schemas.microsoft.com/office/drawing/2014/main" id="{098AFDC6-7804-ED94-3DD4-6EFAA423A576}"/>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Connector 9">
            <a:extLst>
              <a:ext uri="{FF2B5EF4-FFF2-40B4-BE49-F238E27FC236}">
                <a16:creationId xmlns:a16="http://schemas.microsoft.com/office/drawing/2014/main" id="{AA7E5C69-B401-D177-6CBC-5FAA534056E3}"/>
              </a:ext>
              <a:ext uri="{C183D7F6-B498-43B3-948B-1728B52AA6E4}">
                <adec:decorative xmlns:adec="http://schemas.microsoft.com/office/drawing/2017/decorative" val="1"/>
              </a:ext>
            </a:extLst>
          </p:cNvPr>
          <p:cNvCxnSpPr/>
          <p:nvPr userDrawn="1"/>
        </p:nvCxnSpPr>
        <p:spPr>
          <a:xfrm>
            <a:off x="623888" y="1299411"/>
            <a:ext cx="1103981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552E3E24-4740-CE29-CB3D-759CA50FBE0E}"/>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572645" y="187358"/>
            <a:ext cx="2267717" cy="896114"/>
          </a:xfrm>
          <a:prstGeom prst="rect">
            <a:avLst/>
          </a:prstGeom>
        </p:spPr>
      </p:pic>
    </p:spTree>
    <p:extLst>
      <p:ext uri="{BB962C8B-B14F-4D97-AF65-F5344CB8AC3E}">
        <p14:creationId xmlns:p14="http://schemas.microsoft.com/office/powerpoint/2010/main" val="1531870329"/>
      </p:ext>
    </p:extLst>
  </p:cSld>
  <p:clrMapOvr>
    <a:overrideClrMapping bg1="lt1" tx1="dk1" bg2="lt2" tx2="dk2" accent1="accent1" accent2="accent2" accent3="accent3" accent4="accent4" accent5="accent5" accent6="accent6" hlink="hlink" folHlink="folHlink"/>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B050E-3625-CB9B-EEA9-1EC031197DC0}"/>
              </a:ext>
            </a:extLst>
          </p:cNvPr>
          <p:cNvSpPr>
            <a:spLocks noGrp="1"/>
          </p:cNvSpPr>
          <p:nvPr>
            <p:ph type="title"/>
          </p:nvPr>
        </p:nvSpPr>
        <p:spPr/>
        <p:txBody>
          <a:bodyPr/>
          <a:lstStyle/>
          <a:p>
            <a:r>
              <a:rPr lang="en-US" noProof="0"/>
              <a:t>Click to edit Master title style</a:t>
            </a:r>
            <a:endParaRPr lang="en-AU" noProof="0"/>
          </a:p>
        </p:txBody>
      </p:sp>
      <p:sp>
        <p:nvSpPr>
          <p:cNvPr id="3" name="Date Placeholder 2">
            <a:extLst>
              <a:ext uri="{FF2B5EF4-FFF2-40B4-BE49-F238E27FC236}">
                <a16:creationId xmlns:a16="http://schemas.microsoft.com/office/drawing/2014/main" id="{854C8E1E-3C6D-A640-BC96-0F670CF8642B}"/>
              </a:ext>
              <a:ext uri="{C183D7F6-B498-43B3-948B-1728B52AA6E4}">
                <adec:decorative xmlns:adec="http://schemas.microsoft.com/office/drawing/2017/decorative" val="1"/>
              </a:ext>
            </a:extLst>
          </p:cNvPr>
          <p:cNvSpPr>
            <a:spLocks noGrp="1"/>
          </p:cNvSpPr>
          <p:nvPr>
            <p:ph type="dt" sz="half" idx="10"/>
          </p:nvPr>
        </p:nvSpPr>
        <p:spPr/>
        <p:txBody>
          <a:bodyPr/>
          <a:lstStyle/>
          <a:p>
            <a:fld id="{384D1ACD-B7CC-4C2B-ADC5-546B74664BE7}" type="datetime1">
              <a:rPr lang="en-AU" smtClean="0"/>
              <a:t>27/5/2025</a:t>
            </a:fld>
            <a:endParaRPr lang="en-AU"/>
          </a:p>
        </p:txBody>
      </p:sp>
      <p:sp>
        <p:nvSpPr>
          <p:cNvPr id="4" name="Footer Placeholder 3">
            <a:extLst>
              <a:ext uri="{FF2B5EF4-FFF2-40B4-BE49-F238E27FC236}">
                <a16:creationId xmlns:a16="http://schemas.microsoft.com/office/drawing/2014/main" id="{A84B5371-64AD-18AC-7350-7C9899AAEAD0}"/>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AEEC2DBD-235F-AB15-A344-08389EEDF857}"/>
              </a:ext>
            </a:extLst>
          </p:cNvPr>
          <p:cNvSpPr>
            <a:spLocks noGrp="1"/>
          </p:cNvSpPr>
          <p:nvPr>
            <p:ph type="sldNum" sz="quarter" idx="12"/>
          </p:nvPr>
        </p:nvSpPr>
        <p:spPr/>
        <p:txBody>
          <a:bodyPr/>
          <a:lstStyle/>
          <a:p>
            <a:fld id="{6F6F96F8-3C4A-44BA-8813-69AD9933C9F2}" type="slidenum">
              <a:rPr lang="en-AU" smtClean="0"/>
              <a:t>‹#›</a:t>
            </a:fld>
            <a:endParaRPr lang="en-AU"/>
          </a:p>
        </p:txBody>
      </p:sp>
    </p:spTree>
    <p:extLst>
      <p:ext uri="{BB962C8B-B14F-4D97-AF65-F5344CB8AC3E}">
        <p14:creationId xmlns:p14="http://schemas.microsoft.com/office/powerpoint/2010/main" val="80561574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B75B0D-A907-9E11-FD8F-E09B84402173}"/>
              </a:ext>
            </a:extLst>
          </p:cNvPr>
          <p:cNvSpPr>
            <a:spLocks noGrp="1"/>
          </p:cNvSpPr>
          <p:nvPr>
            <p:ph type="dt" sz="half" idx="10"/>
          </p:nvPr>
        </p:nvSpPr>
        <p:spPr/>
        <p:txBody>
          <a:bodyPr/>
          <a:lstStyle/>
          <a:p>
            <a:fld id="{E0B54682-0843-4720-AC47-4C5FDE6CAC97}" type="datetime1">
              <a:rPr lang="en-AU" smtClean="0"/>
              <a:t>27/5/2025</a:t>
            </a:fld>
            <a:endParaRPr lang="en-AU"/>
          </a:p>
        </p:txBody>
      </p:sp>
      <p:sp>
        <p:nvSpPr>
          <p:cNvPr id="3" name="Footer Placeholder 2">
            <a:extLst>
              <a:ext uri="{FF2B5EF4-FFF2-40B4-BE49-F238E27FC236}">
                <a16:creationId xmlns:a16="http://schemas.microsoft.com/office/drawing/2014/main" id="{2343F910-B2C1-DA39-A0A8-5D2B5206950F}"/>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4980190B-EE3C-F60F-0AD9-7CBCCD86E2F5}"/>
              </a:ext>
            </a:extLst>
          </p:cNvPr>
          <p:cNvSpPr>
            <a:spLocks noGrp="1"/>
          </p:cNvSpPr>
          <p:nvPr>
            <p:ph type="sldNum" sz="quarter" idx="12"/>
          </p:nvPr>
        </p:nvSpPr>
        <p:spPr/>
        <p:txBody>
          <a:bodyPr/>
          <a:lstStyle/>
          <a:p>
            <a:fld id="{6F6F96F8-3C4A-44BA-8813-69AD9933C9F2}" type="slidenum">
              <a:rPr lang="en-AU" smtClean="0"/>
              <a:t>‹#›</a:t>
            </a:fld>
            <a:endParaRPr lang="en-AU"/>
          </a:p>
        </p:txBody>
      </p:sp>
    </p:spTree>
    <p:extLst>
      <p:ext uri="{BB962C8B-B14F-4D97-AF65-F5344CB8AC3E}">
        <p14:creationId xmlns:p14="http://schemas.microsoft.com/office/powerpoint/2010/main" val="126581947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theme" Target="../theme/theme1.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image" Target="../media/image1.png"/><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0A4B64-515F-B9D4-8195-16363F8E24E0}"/>
              </a:ext>
            </a:extLst>
          </p:cNvPr>
          <p:cNvSpPr>
            <a:spLocks noGrp="1"/>
          </p:cNvSpPr>
          <p:nvPr>
            <p:ph type="title"/>
          </p:nvPr>
        </p:nvSpPr>
        <p:spPr>
          <a:xfrm>
            <a:off x="623887" y="245155"/>
            <a:ext cx="8948757" cy="626548"/>
          </a:xfrm>
          <a:prstGeom prst="rect">
            <a:avLst/>
          </a:prstGeom>
        </p:spPr>
        <p:txBody>
          <a:bodyPr vert="horz" lIns="0" tIns="45720" rIns="91440" bIns="45720" rtlCol="0" anchor="ctr">
            <a:normAutofit/>
          </a:bodyPr>
          <a:lstStyle/>
          <a:p>
            <a:r>
              <a:rPr lang="en-US" noProof="0"/>
              <a:t>Click to edit Master title style</a:t>
            </a:r>
            <a:endParaRPr lang="en-AU" noProof="0" dirty="0"/>
          </a:p>
        </p:txBody>
      </p:sp>
      <p:sp>
        <p:nvSpPr>
          <p:cNvPr id="3" name="Text Placeholder 2">
            <a:extLst>
              <a:ext uri="{FF2B5EF4-FFF2-40B4-BE49-F238E27FC236}">
                <a16:creationId xmlns:a16="http://schemas.microsoft.com/office/drawing/2014/main" id="{54169BDA-8AA7-0401-F827-030FD1D00D94}"/>
              </a:ext>
            </a:extLst>
          </p:cNvPr>
          <p:cNvSpPr>
            <a:spLocks noGrp="1"/>
          </p:cNvSpPr>
          <p:nvPr>
            <p:ph type="body" idx="1"/>
          </p:nvPr>
        </p:nvSpPr>
        <p:spPr>
          <a:xfrm>
            <a:off x="623888" y="1536772"/>
            <a:ext cx="11039812" cy="4640191"/>
          </a:xfrm>
          <a:prstGeom prst="rect">
            <a:avLst/>
          </a:prstGeom>
        </p:spPr>
        <p:txBody>
          <a:bodyPr vert="horz" lIns="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4" name="Date Placeholder 3">
            <a:extLst>
              <a:ext uri="{FF2B5EF4-FFF2-40B4-BE49-F238E27FC236}">
                <a16:creationId xmlns:a16="http://schemas.microsoft.com/office/drawing/2014/main" id="{B1C6BCDC-92E7-5502-CE1B-0123DAB77039}"/>
              </a:ext>
              <a:ext uri="{C183D7F6-B498-43B3-948B-1728B52AA6E4}">
                <adec:decorative xmlns:adec="http://schemas.microsoft.com/office/drawing/2017/decorative" val="1"/>
              </a:ext>
            </a:extLst>
          </p:cNvPr>
          <p:cNvSpPr>
            <a:spLocks noGrp="1"/>
          </p:cNvSpPr>
          <p:nvPr>
            <p:ph type="dt" sz="half" idx="2"/>
          </p:nvPr>
        </p:nvSpPr>
        <p:spPr>
          <a:xfrm>
            <a:off x="551847" y="6356350"/>
            <a:ext cx="2719652" cy="365125"/>
          </a:xfrm>
          <a:prstGeom prst="rect">
            <a:avLst/>
          </a:prstGeom>
        </p:spPr>
        <p:txBody>
          <a:bodyPr vert="horz" lIns="91440" tIns="45720" rIns="91440" bIns="45720" rtlCol="0" anchor="ctr"/>
          <a:lstStyle>
            <a:lvl1pPr algn="l">
              <a:defRPr sz="1200">
                <a:solidFill>
                  <a:schemeClr val="tx1"/>
                </a:solidFill>
              </a:defRPr>
            </a:lvl1pPr>
          </a:lstStyle>
          <a:p>
            <a:fld id="{DD616114-BA9B-4C6E-B514-81CA42C1BD75}" type="datetime1">
              <a:rPr lang="en-AU" smtClean="0"/>
              <a:pPr/>
              <a:t>27/5/2025</a:t>
            </a:fld>
            <a:endParaRPr lang="en-AU"/>
          </a:p>
        </p:txBody>
      </p:sp>
      <p:sp>
        <p:nvSpPr>
          <p:cNvPr id="5" name="Footer Placeholder 4">
            <a:extLst>
              <a:ext uri="{FF2B5EF4-FFF2-40B4-BE49-F238E27FC236}">
                <a16:creationId xmlns:a16="http://schemas.microsoft.com/office/drawing/2014/main" id="{D746F1F2-ED92-BC81-55D1-DC591161F6BC}"/>
              </a:ext>
              <a:ext uri="{C183D7F6-B498-43B3-948B-1728B52AA6E4}">
                <adec:decorative xmlns:adec="http://schemas.microsoft.com/office/drawing/2017/decorative" val="1"/>
              </a:ext>
            </a:extLst>
          </p:cNvPr>
          <p:cNvSpPr>
            <a:spLocks noGrp="1"/>
          </p:cNvSpPr>
          <p:nvPr>
            <p:ph type="ftr" sz="quarter" idx="3"/>
          </p:nvPr>
        </p:nvSpPr>
        <p:spPr>
          <a:xfrm>
            <a:off x="4038600" y="6368504"/>
            <a:ext cx="4114800" cy="365125"/>
          </a:xfrm>
          <a:prstGeom prst="rect">
            <a:avLst/>
          </a:prstGeom>
        </p:spPr>
        <p:txBody>
          <a:bodyPr vert="horz" lIns="91440" tIns="45720" rIns="91440" bIns="45720" rtlCol="0" anchor="ctr"/>
          <a:lstStyle>
            <a:lvl1pPr algn="ctr">
              <a:defRPr sz="1200">
                <a:solidFill>
                  <a:schemeClr val="tx1"/>
                </a:solidFill>
              </a:defRPr>
            </a:lvl1pPr>
          </a:lstStyle>
          <a:p>
            <a:endParaRPr lang="en-AU"/>
          </a:p>
        </p:txBody>
      </p:sp>
      <p:pic>
        <p:nvPicPr>
          <p:cNvPr id="10" name="Picture 9" descr="Macquarie University logo">
            <a:extLst>
              <a:ext uri="{FF2B5EF4-FFF2-40B4-BE49-F238E27FC236}">
                <a16:creationId xmlns:a16="http://schemas.microsoft.com/office/drawing/2014/main" id="{A9CA1528-A71D-9DB2-2370-9301FC11039A}"/>
              </a:ext>
            </a:extLst>
          </p:cNvPr>
          <p:cNvPicPr>
            <a:picLocks noChangeAspect="1"/>
          </p:cNvPicPr>
          <p:nvPr userDrawn="1"/>
        </p:nvPicPr>
        <p:blipFill>
          <a:blip r:embed="rId109" cstate="screen">
            <a:extLst>
              <a:ext uri="{28A0092B-C50C-407E-A947-70E740481C1C}">
                <a14:useLocalDpi xmlns:a14="http://schemas.microsoft.com/office/drawing/2010/main"/>
              </a:ext>
            </a:extLst>
          </a:blip>
          <a:stretch>
            <a:fillRect/>
          </a:stretch>
        </p:blipFill>
        <p:spPr>
          <a:xfrm>
            <a:off x="9572645" y="185834"/>
            <a:ext cx="2267717" cy="899162"/>
          </a:xfrm>
          <a:prstGeom prst="rect">
            <a:avLst/>
          </a:prstGeom>
        </p:spPr>
      </p:pic>
      <p:sp>
        <p:nvSpPr>
          <p:cNvPr id="6" name="Slide Number Placeholder 5">
            <a:extLst>
              <a:ext uri="{FF2B5EF4-FFF2-40B4-BE49-F238E27FC236}">
                <a16:creationId xmlns:a16="http://schemas.microsoft.com/office/drawing/2014/main" id="{15F10F7F-D34E-AD74-FDCC-FF585CACEC23}"/>
              </a:ext>
            </a:extLst>
          </p:cNvPr>
          <p:cNvSpPr>
            <a:spLocks noGrp="1"/>
          </p:cNvSpPr>
          <p:nvPr>
            <p:ph type="sldNum" sz="quarter" idx="4"/>
          </p:nvPr>
        </p:nvSpPr>
        <p:spPr>
          <a:xfrm>
            <a:off x="8920501" y="6356350"/>
            <a:ext cx="2743200" cy="365125"/>
          </a:xfrm>
          <a:prstGeom prst="rect">
            <a:avLst/>
          </a:prstGeom>
        </p:spPr>
        <p:txBody>
          <a:bodyPr vert="horz" lIns="91440" tIns="45720" rIns="0" bIns="45720" rtlCol="0" anchor="ctr"/>
          <a:lstStyle>
            <a:lvl1pPr algn="r">
              <a:defRPr sz="1200" baseline="0">
                <a:solidFill>
                  <a:schemeClr val="tx1"/>
                </a:solidFill>
              </a:defRPr>
            </a:lvl1pPr>
          </a:lstStyle>
          <a:p>
            <a:fld id="{6F6F96F8-3C4A-44BA-8813-69AD9933C9F2}" type="slidenum">
              <a:rPr lang="en-AU" smtClean="0"/>
              <a:pPr/>
              <a:t>‹#›</a:t>
            </a:fld>
            <a:endParaRPr lang="en-AU"/>
          </a:p>
        </p:txBody>
      </p:sp>
      <p:cxnSp>
        <p:nvCxnSpPr>
          <p:cNvPr id="14" name="Straight Connector 13">
            <a:extLst>
              <a:ext uri="{FF2B5EF4-FFF2-40B4-BE49-F238E27FC236}">
                <a16:creationId xmlns:a16="http://schemas.microsoft.com/office/drawing/2014/main" id="{0930A36D-F5A6-46CD-EFF7-072D1F960E52}"/>
              </a:ext>
              <a:ext uri="{C183D7F6-B498-43B3-948B-1728B52AA6E4}">
                <adec:decorative xmlns:adec="http://schemas.microsoft.com/office/drawing/2017/decorative" val="1"/>
              </a:ext>
            </a:extLst>
          </p:cNvPr>
          <p:cNvCxnSpPr>
            <a:cxnSpLocks/>
          </p:cNvCxnSpPr>
          <p:nvPr userDrawn="1"/>
        </p:nvCxnSpPr>
        <p:spPr>
          <a:xfrm>
            <a:off x="642257" y="1306676"/>
            <a:ext cx="1102144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Parallelogram 5">
            <a:extLst>
              <a:ext uri="{FF2B5EF4-FFF2-40B4-BE49-F238E27FC236}">
                <a16:creationId xmlns:a16="http://schemas.microsoft.com/office/drawing/2014/main" id="{9E847123-361B-641F-FE41-1434CC19FBFE}"/>
              </a:ext>
              <a:ext uri="{C183D7F6-B498-43B3-948B-1728B52AA6E4}">
                <adec:decorative xmlns:adec="http://schemas.microsoft.com/office/drawing/2017/decorative" val="1"/>
              </a:ext>
            </a:extLst>
          </p:cNvPr>
          <p:cNvSpPr/>
          <p:nvPr userDrawn="1"/>
        </p:nvSpPr>
        <p:spPr>
          <a:xfrm rot="19475172">
            <a:off x="-328298"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082922202"/>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64" r:id="rId5"/>
    <p:sldLayoutId id="2147483663" r:id="rId6"/>
    <p:sldLayoutId id="2147483665" r:id="rId7"/>
    <p:sldLayoutId id="2147483666" r:id="rId8"/>
    <p:sldLayoutId id="2147483738" r:id="rId9"/>
    <p:sldLayoutId id="2147483737" r:id="rId10"/>
    <p:sldLayoutId id="2147483739" r:id="rId11"/>
    <p:sldLayoutId id="2147483740" r:id="rId12"/>
    <p:sldLayoutId id="2147483667" r:id="rId13"/>
    <p:sldLayoutId id="2147483743" r:id="rId14"/>
    <p:sldLayoutId id="2147483741" r:id="rId15"/>
    <p:sldLayoutId id="2147483742" r:id="rId16"/>
    <p:sldLayoutId id="2147483744" r:id="rId17"/>
    <p:sldLayoutId id="2147483745" r:id="rId18"/>
    <p:sldLayoutId id="2147483668" r:id="rId19"/>
    <p:sldLayoutId id="2147483669" r:id="rId20"/>
    <p:sldLayoutId id="2147483670" r:id="rId21"/>
    <p:sldLayoutId id="2147483746" r:id="rId22"/>
    <p:sldLayoutId id="2147483650" r:id="rId23"/>
    <p:sldLayoutId id="2147483671" r:id="rId24"/>
    <p:sldLayoutId id="2147483672" r:id="rId25"/>
    <p:sldLayoutId id="2147483673" r:id="rId26"/>
    <p:sldLayoutId id="2147483674" r:id="rId27"/>
    <p:sldLayoutId id="2147483675" r:id="rId28"/>
    <p:sldLayoutId id="2147483676" r:id="rId29"/>
    <p:sldLayoutId id="2147483747" r:id="rId30"/>
    <p:sldLayoutId id="2147483677" r:id="rId31"/>
    <p:sldLayoutId id="2147483678" r:id="rId32"/>
    <p:sldLayoutId id="2147483679" r:id="rId33"/>
    <p:sldLayoutId id="2147483680" r:id="rId34"/>
    <p:sldLayoutId id="2147483681" r:id="rId35"/>
    <p:sldLayoutId id="2147483682" r:id="rId36"/>
    <p:sldLayoutId id="2147483748" r:id="rId37"/>
    <p:sldLayoutId id="2147483683" r:id="rId38"/>
    <p:sldLayoutId id="2147483684" r:id="rId39"/>
    <p:sldLayoutId id="2147483685" r:id="rId40"/>
    <p:sldLayoutId id="2147483686" r:id="rId41"/>
    <p:sldLayoutId id="2147483687" r:id="rId42"/>
    <p:sldLayoutId id="2147483688" r:id="rId43"/>
    <p:sldLayoutId id="2147483749" r:id="rId44"/>
    <p:sldLayoutId id="2147483689" r:id="rId45"/>
    <p:sldLayoutId id="2147483690" r:id="rId46"/>
    <p:sldLayoutId id="2147483691" r:id="rId47"/>
    <p:sldLayoutId id="2147483692" r:id="rId48"/>
    <p:sldLayoutId id="2147483693" r:id="rId49"/>
    <p:sldLayoutId id="2147483694" r:id="rId50"/>
    <p:sldLayoutId id="2147483750" r:id="rId51"/>
    <p:sldLayoutId id="2147483695" r:id="rId52"/>
    <p:sldLayoutId id="2147483696" r:id="rId53"/>
    <p:sldLayoutId id="2147483697" r:id="rId54"/>
    <p:sldLayoutId id="2147483698" r:id="rId55"/>
    <p:sldLayoutId id="2147483699" r:id="rId56"/>
    <p:sldLayoutId id="2147483700" r:id="rId57"/>
    <p:sldLayoutId id="2147483751" r:id="rId58"/>
    <p:sldLayoutId id="2147483701" r:id="rId59"/>
    <p:sldLayoutId id="2147483702" r:id="rId60"/>
    <p:sldLayoutId id="2147483703" r:id="rId61"/>
    <p:sldLayoutId id="2147483705" r:id="rId62"/>
    <p:sldLayoutId id="2147483704" r:id="rId63"/>
    <p:sldLayoutId id="2147483706" r:id="rId64"/>
    <p:sldLayoutId id="2147483752" r:id="rId65"/>
    <p:sldLayoutId id="2147483707" r:id="rId66"/>
    <p:sldLayoutId id="2147483708" r:id="rId67"/>
    <p:sldLayoutId id="2147483709" r:id="rId68"/>
    <p:sldLayoutId id="2147483710" r:id="rId69"/>
    <p:sldLayoutId id="2147483711" r:id="rId70"/>
    <p:sldLayoutId id="2147483712" r:id="rId71"/>
    <p:sldLayoutId id="2147483753" r:id="rId72"/>
    <p:sldLayoutId id="2147483713" r:id="rId73"/>
    <p:sldLayoutId id="2147483714" r:id="rId74"/>
    <p:sldLayoutId id="2147483715" r:id="rId75"/>
    <p:sldLayoutId id="2147483716" r:id="rId76"/>
    <p:sldLayoutId id="2147483717" r:id="rId77"/>
    <p:sldLayoutId id="2147483718" r:id="rId78"/>
    <p:sldLayoutId id="2147483754" r:id="rId79"/>
    <p:sldLayoutId id="2147483719" r:id="rId80"/>
    <p:sldLayoutId id="2147483720" r:id="rId81"/>
    <p:sldLayoutId id="2147483721" r:id="rId82"/>
    <p:sldLayoutId id="2147483722" r:id="rId83"/>
    <p:sldLayoutId id="2147483723" r:id="rId84"/>
    <p:sldLayoutId id="2147483724" r:id="rId85"/>
    <p:sldLayoutId id="2147483755" r:id="rId86"/>
    <p:sldLayoutId id="2147483725" r:id="rId87"/>
    <p:sldLayoutId id="2147483726" r:id="rId88"/>
    <p:sldLayoutId id="2147483727" r:id="rId89"/>
    <p:sldLayoutId id="2147483728" r:id="rId90"/>
    <p:sldLayoutId id="2147483729" r:id="rId91"/>
    <p:sldLayoutId id="2147483730" r:id="rId92"/>
    <p:sldLayoutId id="2147483756" r:id="rId93"/>
    <p:sldLayoutId id="2147483731" r:id="rId94"/>
    <p:sldLayoutId id="2147483732" r:id="rId95"/>
    <p:sldLayoutId id="2147483733" r:id="rId96"/>
    <p:sldLayoutId id="2147483734" r:id="rId97"/>
    <p:sldLayoutId id="2147483735" r:id="rId98"/>
    <p:sldLayoutId id="2147483736" r:id="rId99"/>
    <p:sldLayoutId id="2147483757" r:id="rId100"/>
    <p:sldLayoutId id="2147483758" r:id="rId101"/>
    <p:sldLayoutId id="2147483759" r:id="rId102"/>
    <p:sldLayoutId id="2147483760" r:id="rId103"/>
    <p:sldLayoutId id="2147483761" r:id="rId104"/>
    <p:sldLayoutId id="2147483762" r:id="rId105"/>
    <p:sldLayoutId id="2147483654" r:id="rId106"/>
    <p:sldLayoutId id="2147483655" r:id="rId107"/>
  </p:sldLayoutIdLst>
  <p:hf hdr="0" ftr="0" dt="0"/>
  <p:txStyles>
    <p:titleStyle>
      <a:lvl1pPr algn="l" defTabSz="914400" rtl="0" eaLnBrk="1" latinLnBrk="0" hangingPunct="1">
        <a:lnSpc>
          <a:spcPct val="90000"/>
        </a:lnSpc>
        <a:spcBef>
          <a:spcPct val="0"/>
        </a:spcBef>
        <a:buNone/>
        <a:defRPr sz="32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600"/>
        </a:spcBef>
        <a:spcAft>
          <a:spcPts val="600"/>
        </a:spcAft>
        <a:buFont typeface="Arial" panose="020B0604020202020204" pitchFamily="34" charset="0"/>
        <a:buNone/>
        <a:defRPr sz="1800" kern="1200">
          <a:solidFill>
            <a:schemeClr val="tx1"/>
          </a:solidFill>
          <a:latin typeface="+mn-lt"/>
          <a:ea typeface="+mn-ea"/>
          <a:cs typeface="+mn-cs"/>
        </a:defRPr>
      </a:lvl1pPr>
      <a:lvl2pPr marL="742950" indent="-285750" algn="l" defTabSz="914400" rtl="0" eaLnBrk="1" latinLnBrk="0" hangingPunct="1">
        <a:lnSpc>
          <a:spcPct val="90000"/>
        </a:lnSpc>
        <a:spcBef>
          <a:spcPts val="600"/>
        </a:spcBef>
        <a:spcAft>
          <a:spcPts val="600"/>
        </a:spcAft>
        <a:buFont typeface="Arial" panose="020B0604020202020204" pitchFamily="34" charset="0"/>
        <a:buChar char="•"/>
        <a:defRPr sz="1800" kern="1200">
          <a:solidFill>
            <a:schemeClr val="tx1"/>
          </a:solidFill>
          <a:latin typeface="+mn-lt"/>
          <a:ea typeface="+mn-ea"/>
          <a:cs typeface="+mn-cs"/>
        </a:defRPr>
      </a:lvl2pPr>
      <a:lvl3pPr marL="1200150" indent="-285750" algn="l" defTabSz="914400" rtl="0" eaLnBrk="1" latinLnBrk="0" hangingPunct="1">
        <a:lnSpc>
          <a:spcPct val="90000"/>
        </a:lnSpc>
        <a:spcBef>
          <a:spcPts val="600"/>
        </a:spcBef>
        <a:spcAft>
          <a:spcPts val="600"/>
        </a:spcAft>
        <a:buFont typeface="Courier New" panose="02070309020205020404" pitchFamily="49"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26" userDrawn="1">
          <p15:clr>
            <a:srgbClr val="F26B43"/>
          </p15:clr>
        </p15:guide>
        <p15:guide id="2" pos="39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10.svg"/></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20.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4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9.xml"/></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2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8" Type="http://schemas.openxmlformats.org/officeDocument/2006/relationships/hyperlink" Target="https://www.ohchr.org/EN/ProfessionalInterest/Pages/CRC.aspx" TargetMode="External"/><Relationship Id="rId3" Type="http://schemas.openxmlformats.org/officeDocument/2006/relationships/hyperlink" Target="https://www.ohchr.org/EN/ProfessionalInterest/Pages/CERD.aspx" TargetMode="External"/><Relationship Id="rId7" Type="http://schemas.openxmlformats.org/officeDocument/2006/relationships/hyperlink" Target="https://www.ohchr.org/EN/ProfessionalInterest/Pages/CAT.aspx" TargetMode="External"/><Relationship Id="rId2" Type="http://schemas.openxmlformats.org/officeDocument/2006/relationships/notesSlide" Target="../notesSlides/notesSlide10.xml"/><Relationship Id="rId1" Type="http://schemas.openxmlformats.org/officeDocument/2006/relationships/slideLayout" Target="../slideLayouts/slideLayout43.xml"/><Relationship Id="rId6" Type="http://schemas.openxmlformats.org/officeDocument/2006/relationships/hyperlink" Target="https://www.ohchr.org/EN/ProfessionalInterest/Pages/CEDAW.aspx" TargetMode="External"/><Relationship Id="rId11" Type="http://schemas.openxmlformats.org/officeDocument/2006/relationships/hyperlink" Target="https://www.ohchr.org/EN/HRBodies/CRPD/Pages/ConventionRightsPersonsWithDisabilities.aspx" TargetMode="External"/><Relationship Id="rId5" Type="http://schemas.openxmlformats.org/officeDocument/2006/relationships/hyperlink" Target="https://www.ohchr.org/EN/ProfessionalInterest/Pages/CESCR.aspx" TargetMode="External"/><Relationship Id="rId10" Type="http://schemas.openxmlformats.org/officeDocument/2006/relationships/hyperlink" Target="https://www.ohchr.org/EN/HRBodies/CED/Pages/ConventionCED.aspx" TargetMode="External"/><Relationship Id="rId4" Type="http://schemas.openxmlformats.org/officeDocument/2006/relationships/hyperlink" Target="https://www.ohchr.org/EN/ProfessionalInterest/Pages/CCPR.aspx" TargetMode="External"/><Relationship Id="rId9" Type="http://schemas.openxmlformats.org/officeDocument/2006/relationships/hyperlink" Target="https://www.ohchr.org/EN/ProfessionalInterest/Pages/CMW.aspx"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85.xml"/><Relationship Id="rId5" Type="http://schemas.openxmlformats.org/officeDocument/2006/relationships/image" Target="../media/image16.jpg"/><Relationship Id="rId4" Type="http://schemas.openxmlformats.org/officeDocument/2006/relationships/image" Target="../media/image15.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3" Type="http://schemas.openxmlformats.org/officeDocument/2006/relationships/hyperlink" Target="http://hrlibrary.umn.edu/undocs/session36/12-52.htm" TargetMode="External"/><Relationship Id="rId2" Type="http://schemas.openxmlformats.org/officeDocument/2006/relationships/notesSlide" Target="../notesSlides/notesSlide18.xml"/><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4.xml"/></Relationships>
</file>

<file path=ppt/slides/_rels/slide20.xml.rels><?xml version="1.0" encoding="UTF-8" standalone="yes"?>
<Relationships xmlns="http://schemas.openxmlformats.org/package/2006/relationships"><Relationship Id="rId3" Type="http://schemas.openxmlformats.org/officeDocument/2006/relationships/hyperlink" Target="https://hudoc.echr.coe.int/eng#{%22appno%22:[%2221987/93%22]}" TargetMode="External"/><Relationship Id="rId2" Type="http://schemas.openxmlformats.org/officeDocument/2006/relationships/notesSlide" Target="../notesSlides/notesSlide20.xml"/><Relationship Id="rId1" Type="http://schemas.openxmlformats.org/officeDocument/2006/relationships/slideLayout" Target="../slideLayouts/slideLayout64.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1.xml"/><Relationship Id="rId1" Type="http://schemas.openxmlformats.org/officeDocument/2006/relationships/slideLayout" Target="../slideLayouts/slideLayout64.xml"/></Relationships>
</file>

<file path=ppt/slides/_rels/slide2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2.xml"/><Relationship Id="rId1" Type="http://schemas.openxmlformats.org/officeDocument/2006/relationships/slideLayout" Target="../slideLayouts/slideLayout21.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3.xml"/><Relationship Id="rId1" Type="http://schemas.openxmlformats.org/officeDocument/2006/relationships/slideLayout" Target="../slideLayouts/slideLayout64.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64.xml"/></Relationships>
</file>

<file path=ppt/slides/_rels/slide25.xml.rels><?xml version="1.0" encoding="UTF-8" standalone="yes"?>
<Relationships xmlns="http://schemas.openxmlformats.org/package/2006/relationships"><Relationship Id="rId3" Type="http://schemas.openxmlformats.org/officeDocument/2006/relationships/hyperlink" Target="https://www.ohchr.org/en/hr-bodies/upr/au-index" TargetMode="External"/><Relationship Id="rId2" Type="http://schemas.openxmlformats.org/officeDocument/2006/relationships/notesSlide" Target="../notesSlides/notesSlide25.xml"/><Relationship Id="rId1" Type="http://schemas.openxmlformats.org/officeDocument/2006/relationships/slideLayout" Target="../slideLayouts/slideLayout64.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4.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7.xml"/><Relationship Id="rId1" Type="http://schemas.openxmlformats.org/officeDocument/2006/relationships/slideLayout" Target="../slideLayouts/slideLayout3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100.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group of people in a round room&#10;&#10;AI-generated content may be incorrect.">
            <a:extLst>
              <a:ext uri="{FF2B5EF4-FFF2-40B4-BE49-F238E27FC236}">
                <a16:creationId xmlns:a16="http://schemas.microsoft.com/office/drawing/2014/main" id="{ACC8A058-16B0-055F-68A4-18C4D43EFBB6}"/>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7813" b="7813"/>
          <a:stretch>
            <a:fillRect/>
          </a:stretch>
        </p:blipFill>
        <p:spPr/>
      </p:pic>
      <p:sp>
        <p:nvSpPr>
          <p:cNvPr id="16" name="Rectangle 15">
            <a:extLst>
              <a:ext uri="{FF2B5EF4-FFF2-40B4-BE49-F238E27FC236}">
                <a16:creationId xmlns:a16="http://schemas.microsoft.com/office/drawing/2014/main" id="{53AB62EC-BDA8-46C4-EBEB-C9E2F97ABF53}"/>
              </a:ext>
              <a:ext uri="{C183D7F6-B498-43B3-948B-1728B52AA6E4}">
                <adec:decorative xmlns:adec="http://schemas.microsoft.com/office/drawing/2017/decorative" val="1"/>
              </a:ext>
            </a:extLst>
          </p:cNvPr>
          <p:cNvSpPr/>
          <p:nvPr/>
        </p:nvSpPr>
        <p:spPr>
          <a:xfrm>
            <a:off x="0" y="1450429"/>
            <a:ext cx="12192000" cy="5407572"/>
          </a:xfrm>
          <a:prstGeom prst="rect">
            <a:avLst/>
          </a:prstGeom>
          <a:gradFill flip="none" rotWithShape="1">
            <a:gsLst>
              <a:gs pos="0">
                <a:schemeClr val="tx2">
                  <a:alpha val="0"/>
                </a:schemeClr>
              </a:gs>
              <a:gs pos="94000">
                <a:schemeClr val="tx2"/>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itle 14">
            <a:extLst>
              <a:ext uri="{FF2B5EF4-FFF2-40B4-BE49-F238E27FC236}">
                <a16:creationId xmlns:a16="http://schemas.microsoft.com/office/drawing/2014/main" id="{AA02EE47-6BC6-4881-C86E-9ADFCE838430}"/>
              </a:ext>
            </a:extLst>
          </p:cNvPr>
          <p:cNvSpPr>
            <a:spLocks noGrp="1"/>
          </p:cNvSpPr>
          <p:nvPr>
            <p:ph type="ctrTitle"/>
          </p:nvPr>
        </p:nvSpPr>
        <p:spPr>
          <a:xfrm>
            <a:off x="2473118" y="2824173"/>
            <a:ext cx="7245761" cy="779490"/>
          </a:xfrm>
        </p:spPr>
        <p:txBody>
          <a:bodyPr/>
          <a:lstStyle/>
          <a:p>
            <a:r>
              <a:rPr lang="en-AU" dirty="0"/>
              <a:t>International Human Rights Law</a:t>
            </a:r>
            <a:br>
              <a:rPr lang="en-AU" dirty="0"/>
            </a:br>
            <a:br>
              <a:rPr lang="en-AU" dirty="0"/>
            </a:br>
            <a:endParaRPr lang="en-AU" dirty="0"/>
          </a:p>
        </p:txBody>
      </p:sp>
      <p:pic>
        <p:nvPicPr>
          <p:cNvPr id="9" name="Picture Placeholder 8" descr="(YOU)us">
            <a:extLst>
              <a:ext uri="{FF2B5EF4-FFF2-40B4-BE49-F238E27FC236}">
                <a16:creationId xmlns:a16="http://schemas.microsoft.com/office/drawing/2014/main" id="{75689DF2-ABF2-CC8D-E6D3-D03A25104A1B}"/>
              </a:ext>
            </a:extLst>
          </p:cNvPr>
          <p:cNvPicPr>
            <a:picLocks noGrp="1" noChangeAspect="1"/>
          </p:cNvPicPr>
          <p:nvPr>
            <p:ph type="pic" sz="quarter" idx="4294967295"/>
          </p:nvPr>
        </p:nvPicPr>
        <p:blipFill>
          <a:blip r:embed="rId4" cstate="screen">
            <a:extLst>
              <a:ext uri="{28A0092B-C50C-407E-A947-70E740481C1C}">
                <a14:useLocalDpi xmlns:a14="http://schemas.microsoft.com/office/drawing/2010/main"/>
              </a:ext>
            </a:extLst>
          </a:blip>
          <a:srcRect/>
          <a:stretch/>
        </p:blipFill>
        <p:spPr>
          <a:xfrm>
            <a:off x="515938" y="5953251"/>
            <a:ext cx="1428750" cy="536449"/>
          </a:xfrm>
        </p:spPr>
      </p:pic>
      <p:pic>
        <p:nvPicPr>
          <p:cNvPr id="11" name="Picture Placeholder 10" descr="Macquarie University logo">
            <a:extLst>
              <a:ext uri="{FF2B5EF4-FFF2-40B4-BE49-F238E27FC236}">
                <a16:creationId xmlns:a16="http://schemas.microsoft.com/office/drawing/2014/main" id="{0FD6D6A4-B275-D7D8-3622-3C048F7DA917}"/>
              </a:ext>
            </a:extLst>
          </p:cNvPr>
          <p:cNvPicPr>
            <a:picLocks noGrp="1" noChangeAspect="1"/>
          </p:cNvPicPr>
          <p:nvPr>
            <p:ph type="pic" sz="quarter" idx="12"/>
          </p:nvPr>
        </p:nvPicPr>
        <p:blipFill>
          <a:blip r:embed="rId5" cstate="screen">
            <a:extLst>
              <a:ext uri="{28A0092B-C50C-407E-A947-70E740481C1C}">
                <a14:useLocalDpi xmlns:a14="http://schemas.microsoft.com/office/drawing/2010/main"/>
              </a:ext>
            </a:extLst>
          </a:blip>
          <a:srcRect/>
          <a:stretch/>
        </p:blipFill>
        <p:spPr>
          <a:xfrm>
            <a:off x="9568515" y="5756896"/>
            <a:ext cx="2268538" cy="899162"/>
          </a:xfrm>
        </p:spPr>
      </p:pic>
      <p:sp>
        <p:nvSpPr>
          <p:cNvPr id="8" name="TextBox 7">
            <a:extLst>
              <a:ext uri="{FF2B5EF4-FFF2-40B4-BE49-F238E27FC236}">
                <a16:creationId xmlns:a16="http://schemas.microsoft.com/office/drawing/2014/main" id="{EFDEF68B-9B6A-C6E6-576E-48FE2B121A64}"/>
              </a:ext>
            </a:extLst>
          </p:cNvPr>
          <p:cNvSpPr txBox="1"/>
          <p:nvPr/>
        </p:nvSpPr>
        <p:spPr>
          <a:xfrm>
            <a:off x="4536805" y="4530872"/>
            <a:ext cx="3118386" cy="523220"/>
          </a:xfrm>
          <a:prstGeom prst="rect">
            <a:avLst/>
          </a:prstGeom>
          <a:noFill/>
        </p:spPr>
        <p:txBody>
          <a:bodyPr wrap="square" rtlCol="0">
            <a:spAutoFit/>
          </a:bodyPr>
          <a:lstStyle/>
          <a:p>
            <a:r>
              <a:rPr lang="en-AU" sz="2800" dirty="0">
                <a:solidFill>
                  <a:schemeClr val="bg1"/>
                </a:solidFill>
                <a:latin typeface="+mj-lt"/>
              </a:rPr>
              <a:t>LAWS2000/8015</a:t>
            </a:r>
            <a:endParaRPr lang="en-US" sz="2800" dirty="0">
              <a:solidFill>
                <a:schemeClr val="bg1"/>
              </a:solidFill>
              <a:latin typeface="+mj-lt"/>
            </a:endParaRPr>
          </a:p>
        </p:txBody>
      </p:sp>
    </p:spTree>
    <p:extLst>
      <p:ext uri="{BB962C8B-B14F-4D97-AF65-F5344CB8AC3E}">
        <p14:creationId xmlns:p14="http://schemas.microsoft.com/office/powerpoint/2010/main" val="20964488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8FAA2E5-5F54-1860-92E0-9C8680BFCE74}"/>
              </a:ext>
            </a:extLst>
          </p:cNvPr>
          <p:cNvSpPr>
            <a:spLocks noGrp="1"/>
          </p:cNvSpPr>
          <p:nvPr>
            <p:ph type="ctrTitle"/>
          </p:nvPr>
        </p:nvSpPr>
        <p:spPr>
          <a:xfrm>
            <a:off x="618476" y="2015813"/>
            <a:ext cx="3083047" cy="2950081"/>
          </a:xfrm>
        </p:spPr>
        <p:txBody>
          <a:bodyPr/>
          <a:lstStyle/>
          <a:p>
            <a:r>
              <a:rPr lang="en-AU" dirty="0"/>
              <a:t>Lecture Summary</a:t>
            </a:r>
          </a:p>
        </p:txBody>
      </p:sp>
      <p:sp>
        <p:nvSpPr>
          <p:cNvPr id="6" name="Text Placeholder 5">
            <a:extLst>
              <a:ext uri="{FF2B5EF4-FFF2-40B4-BE49-F238E27FC236}">
                <a16:creationId xmlns:a16="http://schemas.microsoft.com/office/drawing/2014/main" id="{E741F33B-EF93-B069-3DF8-518364942669}"/>
              </a:ext>
            </a:extLst>
          </p:cNvPr>
          <p:cNvSpPr>
            <a:spLocks noGrp="1"/>
          </p:cNvSpPr>
          <p:nvPr>
            <p:ph type="body" sz="quarter" idx="10"/>
          </p:nvPr>
        </p:nvSpPr>
        <p:spPr>
          <a:xfrm>
            <a:off x="3862552" y="1166649"/>
            <a:ext cx="7813510" cy="4682358"/>
          </a:xfrm>
        </p:spPr>
        <p:txBody>
          <a:bodyPr>
            <a:normAutofit fontScale="92500" lnSpcReduction="20000"/>
          </a:bodyPr>
          <a:lstStyle/>
          <a:p>
            <a:pPr marL="342900" lvl="0" indent="-342900">
              <a:buFont typeface="Wingdings" pitchFamily="2" charset="2"/>
              <a:buChar char="§"/>
            </a:pPr>
            <a:r>
              <a:rPr lang="en-US" sz="2400" b="1" dirty="0"/>
              <a:t>History and foundations of international human rights law</a:t>
            </a:r>
          </a:p>
          <a:p>
            <a:pPr marL="342900" lvl="0" indent="-342900">
              <a:buFont typeface="Wingdings" pitchFamily="2" charset="2"/>
              <a:buChar char="§"/>
            </a:pPr>
            <a:endParaRPr lang="en-US" sz="2400" b="1" dirty="0"/>
          </a:p>
          <a:p>
            <a:pPr marL="342900" lvl="0" indent="-342900">
              <a:buFont typeface="Wingdings" pitchFamily="2" charset="2"/>
              <a:buChar char="§"/>
            </a:pPr>
            <a:r>
              <a:rPr lang="en-US" sz="2400" b="1" dirty="0"/>
              <a:t>UN International Human Rights Framework, including the International Bill of Rights </a:t>
            </a:r>
          </a:p>
          <a:p>
            <a:pPr marL="342900" lvl="0" indent="-342900">
              <a:buFont typeface="Wingdings" pitchFamily="2" charset="2"/>
              <a:buChar char="§"/>
            </a:pPr>
            <a:endParaRPr lang="en-US" sz="2400" b="1" dirty="0"/>
          </a:p>
          <a:p>
            <a:pPr marL="342900" lvl="0" indent="-342900">
              <a:buFont typeface="Wingdings" pitchFamily="2" charset="2"/>
              <a:buChar char="§"/>
            </a:pPr>
            <a:r>
              <a:rPr lang="en-US" sz="2400" b="1" dirty="0"/>
              <a:t>Categories of rights</a:t>
            </a:r>
          </a:p>
          <a:p>
            <a:pPr marL="342900" lvl="0" indent="-342900">
              <a:buFont typeface="Wingdings" pitchFamily="2" charset="2"/>
              <a:buChar char="§"/>
            </a:pPr>
            <a:endParaRPr lang="en-US" sz="2400" b="1" dirty="0"/>
          </a:p>
          <a:p>
            <a:pPr marL="342900" lvl="0" indent="-342900">
              <a:buFont typeface="Wingdings" pitchFamily="2" charset="2"/>
              <a:buChar char="§"/>
            </a:pPr>
            <a:r>
              <a:rPr lang="en-US" sz="2400" b="1" dirty="0"/>
              <a:t>Scope of  and restrictions on international human rights</a:t>
            </a:r>
          </a:p>
          <a:p>
            <a:pPr marL="342900" lvl="0" indent="-342900">
              <a:buFont typeface="Wingdings" pitchFamily="2" charset="2"/>
              <a:buChar char="§"/>
            </a:pPr>
            <a:endParaRPr lang="en-US" sz="2400" b="1" dirty="0"/>
          </a:p>
          <a:p>
            <a:pPr marL="342900" lvl="0" indent="-342900">
              <a:buFont typeface="Wingdings" pitchFamily="2" charset="2"/>
              <a:buChar char="§"/>
            </a:pPr>
            <a:r>
              <a:rPr lang="en-US" sz="2400" b="1" dirty="0"/>
              <a:t>International monitoring mechanisms</a:t>
            </a:r>
          </a:p>
          <a:p>
            <a:endParaRPr lang="en-AU" dirty="0"/>
          </a:p>
        </p:txBody>
      </p:sp>
      <p:pic>
        <p:nvPicPr>
          <p:cNvPr id="14" name="Picture Placeholder 13">
            <a:extLst>
              <a:ext uri="{FF2B5EF4-FFF2-40B4-BE49-F238E27FC236}">
                <a16:creationId xmlns:a16="http://schemas.microsoft.com/office/drawing/2014/main" id="{1D7A7571-969A-2EB4-D490-68B7AFE3FDBA}"/>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6338" r="-6338"/>
          <a:stretch/>
        </p:blipFill>
        <p:spPr/>
      </p:pic>
    </p:spTree>
    <p:extLst>
      <p:ext uri="{BB962C8B-B14F-4D97-AF65-F5344CB8AC3E}">
        <p14:creationId xmlns:p14="http://schemas.microsoft.com/office/powerpoint/2010/main" val="1041295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Magna Carta, 1215 - The National Archives">
            <a:extLst>
              <a:ext uri="{FF2B5EF4-FFF2-40B4-BE49-F238E27FC236}">
                <a16:creationId xmlns:a16="http://schemas.microsoft.com/office/drawing/2014/main" id="{2A26C9D4-050F-7DF2-6FDE-67AEDEC652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93" y="-3"/>
            <a:ext cx="5611361" cy="6858000"/>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19">
            <a:extLst>
              <a:ext uri="{FF2B5EF4-FFF2-40B4-BE49-F238E27FC236}">
                <a16:creationId xmlns:a16="http://schemas.microsoft.com/office/drawing/2014/main" id="{C5DEA37D-F2D7-E0B7-E038-4722DB3CC529}"/>
              </a:ext>
              <a:ext uri="{C183D7F6-B498-43B3-948B-1728B52AA6E4}">
                <adec:decorative xmlns:adec="http://schemas.microsoft.com/office/drawing/2017/decorative" val="1"/>
              </a:ext>
            </a:extLst>
          </p:cNvPr>
          <p:cNvSpPr/>
          <p:nvPr/>
        </p:nvSpPr>
        <p:spPr>
          <a:xfrm rot="5400000">
            <a:off x="-2408759" y="2408761"/>
            <a:ext cx="6858000" cy="2040484"/>
          </a:xfrm>
          <a:prstGeom prst="rect">
            <a:avLst/>
          </a:prstGeom>
          <a:gradFill flip="none" rotWithShape="1">
            <a:gsLst>
              <a:gs pos="0">
                <a:schemeClr val="tx2">
                  <a:alpha val="0"/>
                </a:schemeClr>
              </a:gs>
              <a:gs pos="76000">
                <a:schemeClr val="tx2"/>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Title 27">
            <a:extLst>
              <a:ext uri="{FF2B5EF4-FFF2-40B4-BE49-F238E27FC236}">
                <a16:creationId xmlns:a16="http://schemas.microsoft.com/office/drawing/2014/main" id="{A701A75E-BBA3-2637-1C8E-732EBFC8A3C4}"/>
              </a:ext>
            </a:extLst>
          </p:cNvPr>
          <p:cNvSpPr>
            <a:spLocks noGrp="1"/>
          </p:cNvSpPr>
          <p:nvPr>
            <p:ph type="ctrTitle"/>
          </p:nvPr>
        </p:nvSpPr>
        <p:spPr/>
        <p:txBody>
          <a:bodyPr/>
          <a:lstStyle/>
          <a:p>
            <a:r>
              <a:rPr lang="en-AU" dirty="0"/>
              <a:t>Early Instruments</a:t>
            </a:r>
          </a:p>
        </p:txBody>
      </p:sp>
      <p:pic>
        <p:nvPicPr>
          <p:cNvPr id="19" name="Picture Placeholder 18" descr="Macquarie University logo">
            <a:extLst>
              <a:ext uri="{FF2B5EF4-FFF2-40B4-BE49-F238E27FC236}">
                <a16:creationId xmlns:a16="http://schemas.microsoft.com/office/drawing/2014/main" id="{952F4253-4A60-D620-F8C7-CCA307F127DF}"/>
              </a:ext>
            </a:extLst>
          </p:cNvPr>
          <p:cNvPicPr>
            <a:picLocks noGrp="1" noChangeAspect="1"/>
          </p:cNvPicPr>
          <p:nvPr>
            <p:ph type="pic" sz="quarter" idx="12"/>
          </p:nvPr>
        </p:nvPicPr>
        <p:blipFill>
          <a:blip r:embed="rId4" cstate="screen">
            <a:extLst>
              <a:ext uri="{28A0092B-C50C-407E-A947-70E740481C1C}">
                <a14:useLocalDpi xmlns:a14="http://schemas.microsoft.com/office/drawing/2010/main"/>
              </a:ext>
            </a:extLst>
          </a:blip>
          <a:srcRect/>
          <a:stretch/>
        </p:blipFill>
        <p:spPr>
          <a:xfrm>
            <a:off x="9568515" y="5756896"/>
            <a:ext cx="2268538" cy="899162"/>
          </a:xfrm>
        </p:spPr>
      </p:pic>
      <p:sp>
        <p:nvSpPr>
          <p:cNvPr id="21" name="Parallelogram 5">
            <a:extLst>
              <a:ext uri="{FF2B5EF4-FFF2-40B4-BE49-F238E27FC236}">
                <a16:creationId xmlns:a16="http://schemas.microsoft.com/office/drawing/2014/main" id="{BCB0504D-233A-18D7-77BD-FE235ED05216}"/>
              </a:ext>
              <a:ext uri="{C183D7F6-B498-43B3-948B-1728B52AA6E4}">
                <adec:decorative xmlns:adec="http://schemas.microsoft.com/office/drawing/2017/decorative" val="1"/>
              </a:ext>
            </a:extLst>
          </p:cNvPr>
          <p:cNvSpPr/>
          <p:nvPr/>
        </p:nvSpPr>
        <p:spPr>
          <a:xfrm rot="19475172">
            <a:off x="-328111"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Text Placeholder 21">
            <a:extLst>
              <a:ext uri="{FF2B5EF4-FFF2-40B4-BE49-F238E27FC236}">
                <a16:creationId xmlns:a16="http://schemas.microsoft.com/office/drawing/2014/main" id="{9670C2D5-21EE-805A-A9DE-019812649620}"/>
              </a:ext>
              <a:ext uri="{C183D7F6-B498-43B3-948B-1728B52AA6E4}">
                <adec:decorative xmlns:adec="http://schemas.microsoft.com/office/drawing/2017/decorative" val="1"/>
              </a:ext>
            </a:extLst>
          </p:cNvPr>
          <p:cNvSpPr>
            <a:spLocks noGrp="1"/>
          </p:cNvSpPr>
          <p:nvPr>
            <p:ph type="body" sz="quarter" idx="13"/>
          </p:nvPr>
        </p:nvSpPr>
        <p:spPr>
          <a:xfrm>
            <a:off x="623888" y="234685"/>
            <a:ext cx="2040484" cy="1108075"/>
          </a:xfrm>
        </p:spPr>
        <p:txBody>
          <a:bodyPr>
            <a:normAutofit/>
          </a:bodyPr>
          <a:lstStyle/>
          <a:p>
            <a:r>
              <a:rPr lang="en-AU" dirty="0"/>
              <a:t>History and Foundations</a:t>
            </a:r>
          </a:p>
        </p:txBody>
      </p:sp>
      <p:sp>
        <p:nvSpPr>
          <p:cNvPr id="3" name="Text Placeholder 2">
            <a:extLst>
              <a:ext uri="{FF2B5EF4-FFF2-40B4-BE49-F238E27FC236}">
                <a16:creationId xmlns:a16="http://schemas.microsoft.com/office/drawing/2014/main" id="{24EDE181-002E-E45F-3D99-2F3DD417DDA1}"/>
              </a:ext>
            </a:extLst>
          </p:cNvPr>
          <p:cNvSpPr>
            <a:spLocks noGrp="1"/>
          </p:cNvSpPr>
          <p:nvPr>
            <p:ph type="body" sz="quarter" idx="14"/>
          </p:nvPr>
        </p:nvSpPr>
        <p:spPr/>
        <p:txBody>
          <a:bodyPr/>
          <a:lstStyle/>
          <a:p>
            <a:endParaRPr lang="en-US"/>
          </a:p>
        </p:txBody>
      </p:sp>
      <p:sp>
        <p:nvSpPr>
          <p:cNvPr id="42" name="TextBox 41">
            <a:extLst>
              <a:ext uri="{FF2B5EF4-FFF2-40B4-BE49-F238E27FC236}">
                <a16:creationId xmlns:a16="http://schemas.microsoft.com/office/drawing/2014/main" id="{5CADC61B-2F8E-930E-D2D2-F7DBE1E03AEE}"/>
              </a:ext>
            </a:extLst>
          </p:cNvPr>
          <p:cNvSpPr txBox="1"/>
          <p:nvPr/>
        </p:nvSpPr>
        <p:spPr>
          <a:xfrm>
            <a:off x="6625062" y="1667921"/>
            <a:ext cx="5044621" cy="3970318"/>
          </a:xfrm>
          <a:prstGeom prst="rect">
            <a:avLst/>
          </a:prstGeom>
          <a:noFill/>
        </p:spPr>
        <p:txBody>
          <a:bodyPr wrap="square">
            <a:spAutoFit/>
          </a:bodyPr>
          <a:lstStyle/>
          <a:p>
            <a:pPr marL="285750" indent="-285750">
              <a:buFont typeface="Courier New" panose="02070309020205020404" pitchFamily="49" charset="0"/>
              <a:buChar char="o"/>
            </a:pPr>
            <a:r>
              <a:rPr lang="en-AU" sz="2400" dirty="0">
                <a:latin typeface="Segoe UI" panose="020B0502040204020203" pitchFamily="34" charset="0"/>
                <a:cs typeface="Segoe UI" panose="020B0502040204020203" pitchFamily="34" charset="0"/>
              </a:rPr>
              <a:t>Magna Carta (1215)</a:t>
            </a:r>
          </a:p>
          <a:p>
            <a:pPr marL="285750" indent="-285750">
              <a:buFont typeface="Courier New" panose="02070309020205020404" pitchFamily="49" charset="0"/>
              <a:buChar char="o"/>
            </a:pPr>
            <a:endParaRPr lang="en-AU" sz="2400" dirty="0">
              <a:latin typeface="Segoe UI" panose="020B0502040204020203" pitchFamily="34" charset="0"/>
              <a:cs typeface="Segoe UI" panose="020B0502040204020203" pitchFamily="34" charset="0"/>
            </a:endParaRPr>
          </a:p>
          <a:p>
            <a:pPr marL="285750" indent="-285750">
              <a:buFont typeface="Courier New" panose="02070309020205020404" pitchFamily="49" charset="0"/>
              <a:buChar char="o"/>
            </a:pPr>
            <a:r>
              <a:rPr lang="en-AU" sz="2400" dirty="0">
                <a:latin typeface="Segoe UI" panose="020B0502040204020203" pitchFamily="34" charset="0"/>
                <a:cs typeface="Segoe UI" panose="020B0502040204020203" pitchFamily="34" charset="0"/>
              </a:rPr>
              <a:t>English Bill of Rights (1689)</a:t>
            </a:r>
          </a:p>
          <a:p>
            <a:pPr marL="285750" indent="-285750">
              <a:buFont typeface="Courier New" panose="02070309020205020404" pitchFamily="49" charset="0"/>
              <a:buChar char="o"/>
            </a:pPr>
            <a:endParaRPr lang="en-AU" sz="2400" dirty="0">
              <a:latin typeface="Segoe UI" panose="020B0502040204020203" pitchFamily="34" charset="0"/>
              <a:cs typeface="Segoe UI" panose="020B0502040204020203" pitchFamily="34" charset="0"/>
            </a:endParaRPr>
          </a:p>
          <a:p>
            <a:pPr marL="285750" indent="-285750">
              <a:buFont typeface="Courier New" panose="02070309020205020404" pitchFamily="49" charset="0"/>
              <a:buChar char="o"/>
            </a:pPr>
            <a:r>
              <a:rPr lang="en-AU" sz="2400" dirty="0">
                <a:latin typeface="Segoe UI" panose="020B0502040204020203" pitchFamily="34" charset="0"/>
                <a:cs typeface="Segoe UI" panose="020B0502040204020203" pitchFamily="34" charset="0"/>
              </a:rPr>
              <a:t>French Declaration of the Rights of Man and of the Citizen (1789)</a:t>
            </a:r>
          </a:p>
          <a:p>
            <a:pPr marL="285750" indent="-285750">
              <a:buFont typeface="Courier New" panose="02070309020205020404" pitchFamily="49" charset="0"/>
              <a:buChar char="o"/>
            </a:pPr>
            <a:endParaRPr lang="en-AU" sz="2400" dirty="0">
              <a:latin typeface="Segoe UI" panose="020B0502040204020203" pitchFamily="34" charset="0"/>
              <a:cs typeface="Segoe UI" panose="020B0502040204020203" pitchFamily="34" charset="0"/>
            </a:endParaRPr>
          </a:p>
          <a:p>
            <a:pPr marL="285750" indent="-285750">
              <a:buFont typeface="Courier New" panose="02070309020205020404" pitchFamily="49" charset="0"/>
              <a:buChar char="o"/>
            </a:pPr>
            <a:r>
              <a:rPr lang="en-AU" sz="2400" dirty="0">
                <a:latin typeface="Segoe UI" panose="020B0502040204020203" pitchFamily="34" charset="0"/>
                <a:cs typeface="Segoe UI" panose="020B0502040204020203" pitchFamily="34" charset="0"/>
              </a:rPr>
              <a:t>US Constitution (1789) and US Bill of Rights (1791)</a:t>
            </a:r>
          </a:p>
          <a:p>
            <a:pPr algn="ctr"/>
            <a:endParaRPr lang="en-AU" dirty="0"/>
          </a:p>
          <a:p>
            <a:pPr algn="ctr"/>
            <a:endParaRPr lang="en-AU" b="1" dirty="0"/>
          </a:p>
        </p:txBody>
      </p:sp>
      <p:sp>
        <p:nvSpPr>
          <p:cNvPr id="44" name="TextBox 43">
            <a:extLst>
              <a:ext uri="{FF2B5EF4-FFF2-40B4-BE49-F238E27FC236}">
                <a16:creationId xmlns:a16="http://schemas.microsoft.com/office/drawing/2014/main" id="{EA71ACE0-BB83-151B-681C-73EA9844453A}"/>
              </a:ext>
            </a:extLst>
          </p:cNvPr>
          <p:cNvSpPr txBox="1"/>
          <p:nvPr/>
        </p:nvSpPr>
        <p:spPr>
          <a:xfrm>
            <a:off x="5189083" y="2452171"/>
            <a:ext cx="6109138" cy="369332"/>
          </a:xfrm>
          <a:prstGeom prst="rect">
            <a:avLst/>
          </a:prstGeom>
          <a:noFill/>
        </p:spPr>
        <p:txBody>
          <a:bodyPr wrap="square">
            <a:spAutoFit/>
          </a:bodyPr>
          <a:lstStyle/>
          <a:p>
            <a:pPr algn="ctr"/>
            <a:endParaRPr lang="en-AU" dirty="0"/>
          </a:p>
        </p:txBody>
      </p:sp>
    </p:spTree>
    <p:extLst>
      <p:ext uri="{BB962C8B-B14F-4D97-AF65-F5344CB8AC3E}">
        <p14:creationId xmlns:p14="http://schemas.microsoft.com/office/powerpoint/2010/main" val="199942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3C58A76-F7CE-08EF-F904-EDB99BA7959D}"/>
              </a:ext>
            </a:extLst>
          </p:cNvPr>
          <p:cNvSpPr>
            <a:spLocks noGrp="1"/>
          </p:cNvSpPr>
          <p:nvPr>
            <p:ph type="title"/>
          </p:nvPr>
        </p:nvSpPr>
        <p:spPr/>
        <p:txBody>
          <a:bodyPr/>
          <a:lstStyle/>
          <a:p>
            <a:r>
              <a:rPr lang="en-AU" dirty="0"/>
              <a:t>History and Foundations</a:t>
            </a:r>
          </a:p>
        </p:txBody>
      </p:sp>
      <p:sp>
        <p:nvSpPr>
          <p:cNvPr id="9" name="Text Placeholder 8">
            <a:extLst>
              <a:ext uri="{FF2B5EF4-FFF2-40B4-BE49-F238E27FC236}">
                <a16:creationId xmlns:a16="http://schemas.microsoft.com/office/drawing/2014/main" id="{32D2CFAB-3457-0044-BCBA-BE0465DC52C5}"/>
              </a:ext>
            </a:extLst>
          </p:cNvPr>
          <p:cNvSpPr>
            <a:spLocks noGrp="1"/>
          </p:cNvSpPr>
          <p:nvPr>
            <p:ph type="body" sz="quarter" idx="13"/>
          </p:nvPr>
        </p:nvSpPr>
        <p:spPr/>
        <p:txBody>
          <a:bodyPr/>
          <a:lstStyle/>
          <a:p>
            <a:r>
              <a:rPr lang="en-US" dirty="0">
                <a:latin typeface="Aharoni" panose="02010803020104030203" pitchFamily="2" charset="-79"/>
                <a:cs typeface="Aharoni" panose="02010803020104030203" pitchFamily="2" charset="-79"/>
              </a:rPr>
              <a:t>Enlightenment period</a:t>
            </a:r>
          </a:p>
          <a:p>
            <a:endParaRPr lang="en-AU" dirty="0"/>
          </a:p>
        </p:txBody>
      </p:sp>
      <p:sp>
        <p:nvSpPr>
          <p:cNvPr id="8" name="Content Placeholder 7">
            <a:extLst>
              <a:ext uri="{FF2B5EF4-FFF2-40B4-BE49-F238E27FC236}">
                <a16:creationId xmlns:a16="http://schemas.microsoft.com/office/drawing/2014/main" id="{53E3182B-DFF9-CDC2-A52D-37D3C985B453}"/>
              </a:ext>
            </a:extLst>
          </p:cNvPr>
          <p:cNvSpPr>
            <a:spLocks noGrp="1"/>
          </p:cNvSpPr>
          <p:nvPr>
            <p:ph idx="1"/>
          </p:nvPr>
        </p:nvSpPr>
        <p:spPr>
          <a:xfrm>
            <a:off x="813075" y="1552159"/>
            <a:ext cx="11039812" cy="4640191"/>
          </a:xfrm>
        </p:spPr>
        <p:txBody>
          <a:bodyPr>
            <a:normAutofit fontScale="92500" lnSpcReduction="10000"/>
          </a:bodyPr>
          <a:lstStyle/>
          <a:p>
            <a:endParaRPr lang="en-US" sz="2400" dirty="0">
              <a:latin typeface="Aharoni" panose="02010803020104030203" pitchFamily="2" charset="-79"/>
              <a:cs typeface="Aharoni" panose="02010803020104030203" pitchFamily="2" charset="-79"/>
            </a:endParaRPr>
          </a:p>
          <a:p>
            <a:r>
              <a:rPr lang="en-US" sz="3200" b="1" dirty="0">
                <a:latin typeface="Work Sans Light" pitchFamily="2" charset="0"/>
              </a:rPr>
              <a:t>John Locke</a:t>
            </a:r>
          </a:p>
          <a:p>
            <a:r>
              <a:rPr lang="en-US" sz="2200" dirty="0"/>
              <a:t>In the </a:t>
            </a:r>
            <a:r>
              <a:rPr lang="en-US" sz="2200" i="1" dirty="0"/>
              <a:t>Two Treatises of Government (</a:t>
            </a:r>
            <a:r>
              <a:rPr lang="en-US" sz="2200" dirty="0"/>
              <a:t>1689), he defended the claim that men are by nature free and equal against claims that God had made all people naturally subject to a monarch. He argued that people have rights, such as the right to life, liberty, and property, that have a foundation independent of the laws of any particular society. </a:t>
            </a:r>
          </a:p>
          <a:p>
            <a:endParaRPr lang="en-US" sz="2400" dirty="0">
              <a:latin typeface="Aharoni" panose="02010803020104030203" pitchFamily="2" charset="-79"/>
              <a:cs typeface="Aharoni" panose="02010803020104030203" pitchFamily="2" charset="-79"/>
            </a:endParaRPr>
          </a:p>
          <a:p>
            <a:r>
              <a:rPr lang="en-US" sz="3200" b="1" dirty="0">
                <a:latin typeface="Work Sans Light" pitchFamily="2" charset="0"/>
              </a:rPr>
              <a:t>Emmanual Kant </a:t>
            </a:r>
          </a:p>
          <a:p>
            <a:r>
              <a:rPr lang="en-US" sz="2200" i="1" dirty="0"/>
              <a:t>Groundwork for the Metaphysics of Morals (</a:t>
            </a:r>
            <a:r>
              <a:rPr lang="en-US" sz="2200" dirty="0"/>
              <a:t>1785) all persons have an inherent value, or dignity. This commands a distinct kind of moral respect and limits in our treatment of others. Human beings must be treated “as an end” and “never merely as a means”</a:t>
            </a:r>
            <a:endParaRPr lang="en-US" sz="2200" dirty="0">
              <a:cs typeface="Aharoni" panose="02010803020104030203" pitchFamily="2" charset="-79"/>
            </a:endParaRPr>
          </a:p>
          <a:p>
            <a:endParaRPr lang="en-US" sz="3200" dirty="0">
              <a:latin typeface="Work Sans Light" pitchFamily="2" charset="0"/>
            </a:endParaRPr>
          </a:p>
          <a:p>
            <a:endParaRPr lang="en-AU" sz="2400" dirty="0">
              <a:latin typeface="Aharoni" panose="02010803020104030203" pitchFamily="2" charset="-79"/>
              <a:cs typeface="Aharoni" panose="02010803020104030203" pitchFamily="2" charset="-79"/>
            </a:endParaRPr>
          </a:p>
        </p:txBody>
      </p:sp>
      <p:sp>
        <p:nvSpPr>
          <p:cNvPr id="2" name="Slide Number Placeholder 1">
            <a:extLst>
              <a:ext uri="{FF2B5EF4-FFF2-40B4-BE49-F238E27FC236}">
                <a16:creationId xmlns:a16="http://schemas.microsoft.com/office/drawing/2014/main" id="{1FE5C4D2-C1B2-2884-1E8D-62F3FBCC2336}"/>
              </a:ext>
            </a:extLst>
          </p:cNvPr>
          <p:cNvSpPr>
            <a:spLocks noGrp="1"/>
          </p:cNvSpPr>
          <p:nvPr>
            <p:ph type="sldNum" sz="quarter" idx="12"/>
          </p:nvPr>
        </p:nvSpPr>
        <p:spPr/>
        <p:txBody>
          <a:bodyPr/>
          <a:lstStyle/>
          <a:p>
            <a:fld id="{6F6F96F8-3C4A-44BA-8813-69AD9933C9F2}" type="slidenum">
              <a:rPr lang="en-AU" smtClean="0"/>
              <a:t>4</a:t>
            </a:fld>
            <a:endParaRPr lang="en-AU"/>
          </a:p>
        </p:txBody>
      </p:sp>
    </p:spTree>
    <p:extLst>
      <p:ext uri="{BB962C8B-B14F-4D97-AF65-F5344CB8AC3E}">
        <p14:creationId xmlns:p14="http://schemas.microsoft.com/office/powerpoint/2010/main" val="3418868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4838F-EFCB-84BF-5968-88932B022CA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8E8F513-BACB-EE31-40F8-2B557AF4FAEC}"/>
              </a:ext>
            </a:extLst>
          </p:cNvPr>
          <p:cNvSpPr>
            <a:spLocks noGrp="1"/>
          </p:cNvSpPr>
          <p:nvPr>
            <p:ph type="title"/>
          </p:nvPr>
        </p:nvSpPr>
        <p:spPr>
          <a:xfrm>
            <a:off x="624357" y="245155"/>
            <a:ext cx="9030697" cy="538616"/>
          </a:xfrm>
        </p:spPr>
        <p:txBody>
          <a:bodyPr anchor="ctr">
            <a:normAutofit/>
          </a:bodyPr>
          <a:lstStyle/>
          <a:p>
            <a:r>
              <a:rPr lang="en-AU" dirty="0"/>
              <a:t>History and Foundations</a:t>
            </a:r>
          </a:p>
        </p:txBody>
      </p:sp>
      <p:sp>
        <p:nvSpPr>
          <p:cNvPr id="5127" name="Text Placeholder 2">
            <a:extLst>
              <a:ext uri="{FF2B5EF4-FFF2-40B4-BE49-F238E27FC236}">
                <a16:creationId xmlns:a16="http://schemas.microsoft.com/office/drawing/2014/main" id="{1044F3DD-EAF4-B53D-7359-FD68E0B9897B}"/>
              </a:ext>
            </a:extLst>
          </p:cNvPr>
          <p:cNvSpPr>
            <a:spLocks noGrp="1"/>
          </p:cNvSpPr>
          <p:nvPr>
            <p:ph type="body" sz="quarter" idx="13"/>
          </p:nvPr>
        </p:nvSpPr>
        <p:spPr>
          <a:xfrm>
            <a:off x="623888" y="741399"/>
            <a:ext cx="9030697" cy="314516"/>
          </a:xfrm>
        </p:spPr>
        <p:txBody>
          <a:bodyPr/>
          <a:lstStyle/>
          <a:p>
            <a:endParaRPr lang="en-US"/>
          </a:p>
        </p:txBody>
      </p:sp>
      <p:sp>
        <p:nvSpPr>
          <p:cNvPr id="8" name="Content Placeholder 7">
            <a:extLst>
              <a:ext uri="{FF2B5EF4-FFF2-40B4-BE49-F238E27FC236}">
                <a16:creationId xmlns:a16="http://schemas.microsoft.com/office/drawing/2014/main" id="{C1E9142F-102D-7E58-06DE-CD9C18E74C44}"/>
              </a:ext>
            </a:extLst>
          </p:cNvPr>
          <p:cNvSpPr>
            <a:spLocks noGrp="1"/>
          </p:cNvSpPr>
          <p:nvPr>
            <p:ph idx="1"/>
          </p:nvPr>
        </p:nvSpPr>
        <p:spPr>
          <a:xfrm>
            <a:off x="623888" y="1536772"/>
            <a:ext cx="5436000" cy="4640191"/>
          </a:xfrm>
        </p:spPr>
        <p:txBody>
          <a:bodyPr>
            <a:normAutofit/>
          </a:bodyPr>
          <a:lstStyle/>
          <a:p>
            <a:pPr marL="0" indent="0">
              <a:buNone/>
            </a:pPr>
            <a:r>
              <a:rPr lang="en-US" sz="2800" dirty="0">
                <a:latin typeface="Aharoni" panose="02010803020104030203" pitchFamily="2" charset="-79"/>
                <a:cs typeface="Aharoni" panose="02010803020104030203" pitchFamily="2" charset="-79"/>
              </a:rPr>
              <a:t>19</a:t>
            </a:r>
            <a:r>
              <a:rPr lang="en-US" sz="2800" baseline="30000" dirty="0">
                <a:latin typeface="Aharoni" panose="02010803020104030203" pitchFamily="2" charset="-79"/>
                <a:cs typeface="Aharoni" panose="02010803020104030203" pitchFamily="2" charset="-79"/>
              </a:rPr>
              <a:t>th</a:t>
            </a:r>
            <a:r>
              <a:rPr lang="en-US" sz="2800" dirty="0">
                <a:latin typeface="Aharoni" panose="02010803020104030203" pitchFamily="2" charset="-79"/>
                <a:cs typeface="Aharoni" panose="02010803020104030203" pitchFamily="2" charset="-79"/>
              </a:rPr>
              <a:t> - 20</a:t>
            </a:r>
            <a:r>
              <a:rPr lang="en-US" sz="2800" baseline="30000" dirty="0">
                <a:latin typeface="Aharoni" panose="02010803020104030203" pitchFamily="2" charset="-79"/>
                <a:cs typeface="Aharoni" panose="02010803020104030203" pitchFamily="2" charset="-79"/>
              </a:rPr>
              <a:t>th</a:t>
            </a:r>
            <a:r>
              <a:rPr lang="en-US" sz="2800" dirty="0">
                <a:latin typeface="Aharoni" panose="02010803020104030203" pitchFamily="2" charset="-79"/>
                <a:cs typeface="Aharoni" panose="02010803020104030203" pitchFamily="2" charset="-79"/>
              </a:rPr>
              <a:t> Century</a:t>
            </a:r>
          </a:p>
          <a:p>
            <a:pPr marL="0" indent="0">
              <a:buNone/>
            </a:pPr>
            <a:endParaRPr lang="en-US" sz="2800" dirty="0">
              <a:latin typeface="Aharoni" panose="02010803020104030203" pitchFamily="2" charset="-79"/>
              <a:cs typeface="Aharoni" panose="02010803020104030203" pitchFamily="2" charset="-79"/>
            </a:endParaRPr>
          </a:p>
          <a:p>
            <a:pPr>
              <a:buFont typeface="Wingdings" pitchFamily="2" charset="2"/>
              <a:buChar char="v"/>
            </a:pPr>
            <a:r>
              <a:rPr lang="en-US" b="1" dirty="0"/>
              <a:t>The beginning of the international human rights  (issue-specific)</a:t>
            </a:r>
          </a:p>
          <a:p>
            <a:pPr lvl="1" indent="-285750">
              <a:buFont typeface="Wingdings" pitchFamily="2" charset="2"/>
              <a:buChar char="ü"/>
            </a:pPr>
            <a:r>
              <a:rPr lang="en-US" dirty="0"/>
              <a:t>Abolition of slavery (Britain in 1807), then in other European countries and 1926 </a:t>
            </a:r>
            <a:r>
              <a:rPr lang="en-US" i="1" dirty="0"/>
              <a:t>Slavery Convention</a:t>
            </a:r>
            <a:r>
              <a:rPr lang="en-US" dirty="0"/>
              <a:t> </a:t>
            </a:r>
          </a:p>
          <a:p>
            <a:pPr lvl="1" indent="-285750">
              <a:buFont typeface="Wingdings" pitchFamily="2" charset="2"/>
              <a:buChar char="ü"/>
            </a:pPr>
            <a:r>
              <a:rPr lang="en-US" dirty="0"/>
              <a:t>Women's rights (limited): trafficking in women for prostitution</a:t>
            </a:r>
          </a:p>
          <a:p>
            <a:pPr marL="0" indent="0">
              <a:buNone/>
            </a:pPr>
            <a:endParaRPr lang="en-US" b="1" dirty="0"/>
          </a:p>
          <a:p>
            <a:pPr>
              <a:buFont typeface="Wingdings" pitchFamily="2" charset="2"/>
              <a:buChar char="v"/>
            </a:pPr>
            <a:r>
              <a:rPr lang="en-US" b="1" dirty="0"/>
              <a:t>WW2 and Nazi Regime</a:t>
            </a:r>
          </a:p>
          <a:p>
            <a:endParaRPr lang="en-AU" dirty="0"/>
          </a:p>
        </p:txBody>
      </p:sp>
      <p:pic>
        <p:nvPicPr>
          <p:cNvPr id="5122" name="Picture 2" descr="Slavery Convention. | Library of Congress">
            <a:extLst>
              <a:ext uri="{FF2B5EF4-FFF2-40B4-BE49-F238E27FC236}">
                <a16:creationId xmlns:a16="http://schemas.microsoft.com/office/drawing/2014/main" id="{CFF96675-4EA8-0B23-C6FF-2F4E43E59E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2808" r="2" b="2"/>
          <a:stretch>
            <a:fillRect/>
          </a:stretch>
        </p:blipFill>
        <p:spPr bwMode="auto">
          <a:xfrm>
            <a:off x="6227699" y="1536772"/>
            <a:ext cx="5436000" cy="4640191"/>
          </a:xfrm>
          <a:prstGeom prst="rect">
            <a:avLst/>
          </a:prstGeom>
          <a:solidFill>
            <a:srgbClr val="FFFFFF"/>
          </a:solidFill>
        </p:spPr>
      </p:pic>
      <p:sp>
        <p:nvSpPr>
          <p:cNvPr id="2" name="Slide Number Placeholder 1">
            <a:extLst>
              <a:ext uri="{FF2B5EF4-FFF2-40B4-BE49-F238E27FC236}">
                <a16:creationId xmlns:a16="http://schemas.microsoft.com/office/drawing/2014/main" id="{EAED5544-666F-D1BB-3316-9BAC41BBD51E}"/>
              </a:ext>
            </a:extLst>
          </p:cNvPr>
          <p:cNvSpPr>
            <a:spLocks noGrp="1"/>
          </p:cNvSpPr>
          <p:nvPr>
            <p:ph type="sldNum" sz="quarter" idx="12"/>
          </p:nvPr>
        </p:nvSpPr>
        <p:spPr>
          <a:xfrm>
            <a:off x="8920501" y="6356350"/>
            <a:ext cx="2743200" cy="365125"/>
          </a:xfrm>
        </p:spPr>
        <p:txBody>
          <a:bodyPr anchor="ctr">
            <a:normAutofit/>
          </a:bodyPr>
          <a:lstStyle/>
          <a:p>
            <a:pPr>
              <a:spcAft>
                <a:spcPts val="600"/>
              </a:spcAft>
            </a:pPr>
            <a:fld id="{6F6F96F8-3C4A-44BA-8813-69AD9933C9F2}" type="slidenum">
              <a:rPr lang="en-AU" smtClean="0"/>
              <a:pPr>
                <a:spcAft>
                  <a:spcPts val="600"/>
                </a:spcAft>
              </a:pPr>
              <a:t>5</a:t>
            </a:fld>
            <a:endParaRPr lang="en-AU"/>
          </a:p>
        </p:txBody>
      </p:sp>
    </p:spTree>
    <p:extLst>
      <p:ext uri="{BB962C8B-B14F-4D97-AF65-F5344CB8AC3E}">
        <p14:creationId xmlns:p14="http://schemas.microsoft.com/office/powerpoint/2010/main" val="2462523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B5FD4-1D50-5CF0-D275-0E2CB03FCF48}"/>
            </a:ext>
          </a:extLst>
        </p:cNvPr>
        <p:cNvGrpSpPr/>
        <p:nvPr/>
      </p:nvGrpSpPr>
      <p:grpSpPr>
        <a:xfrm>
          <a:off x="0" y="0"/>
          <a:ext cx="0" cy="0"/>
          <a:chOff x="0" y="0"/>
          <a:chExt cx="0" cy="0"/>
        </a:xfrm>
      </p:grpSpPr>
      <p:sp>
        <p:nvSpPr>
          <p:cNvPr id="10" name="Rounded Rectangle 9">
            <a:extLst>
              <a:ext uri="{FF2B5EF4-FFF2-40B4-BE49-F238E27FC236}">
                <a16:creationId xmlns:a16="http://schemas.microsoft.com/office/drawing/2014/main" id="{5830F2C0-967E-87CB-C235-F578CF7DC003}"/>
              </a:ext>
            </a:extLst>
          </p:cNvPr>
          <p:cNvSpPr/>
          <p:nvPr/>
        </p:nvSpPr>
        <p:spPr>
          <a:xfrm>
            <a:off x="7988857" y="1460598"/>
            <a:ext cx="3526207" cy="5169874"/>
          </a:xfrm>
          <a:prstGeom prst="roundRect">
            <a:avLst/>
          </a:prstGeom>
          <a:pattFill prst="plaid">
            <a:fgClr>
              <a:schemeClr val="accent1"/>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DF2745EE-B4A1-7AA0-1B17-8D9603F57F5D}"/>
              </a:ext>
            </a:extLst>
          </p:cNvPr>
          <p:cNvSpPr/>
          <p:nvPr/>
        </p:nvSpPr>
        <p:spPr>
          <a:xfrm>
            <a:off x="4121051" y="1460598"/>
            <a:ext cx="3761708" cy="5169874"/>
          </a:xfrm>
          <a:prstGeom prst="roundRect">
            <a:avLst/>
          </a:prstGeom>
          <a:pattFill prst="plaid">
            <a:fgClr>
              <a:schemeClr val="accent1"/>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F1FFB4F7-6645-C769-B42C-049EE38DE7F6}"/>
              </a:ext>
            </a:extLst>
          </p:cNvPr>
          <p:cNvSpPr/>
          <p:nvPr/>
        </p:nvSpPr>
        <p:spPr>
          <a:xfrm>
            <a:off x="435697" y="1460598"/>
            <a:ext cx="3579256" cy="5154487"/>
          </a:xfrm>
          <a:prstGeom prst="roundRect">
            <a:avLst/>
          </a:prstGeom>
          <a:pattFill prst="plaid">
            <a:fgClr>
              <a:schemeClr val="accent1"/>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7963B1FC-7581-4AA0-5AA7-09281D98422C}"/>
              </a:ext>
            </a:extLst>
          </p:cNvPr>
          <p:cNvSpPr>
            <a:spLocks noGrp="1"/>
          </p:cNvSpPr>
          <p:nvPr>
            <p:ph type="title"/>
          </p:nvPr>
        </p:nvSpPr>
        <p:spPr>
          <a:xfrm>
            <a:off x="624357" y="245155"/>
            <a:ext cx="9030697" cy="538616"/>
          </a:xfrm>
        </p:spPr>
        <p:txBody>
          <a:bodyPr anchor="ctr">
            <a:normAutofit/>
          </a:bodyPr>
          <a:lstStyle/>
          <a:p>
            <a:r>
              <a:rPr lang="en-AU" dirty="0"/>
              <a:t>UN and Human Rights</a:t>
            </a:r>
          </a:p>
        </p:txBody>
      </p:sp>
      <p:sp>
        <p:nvSpPr>
          <p:cNvPr id="5127" name="Text Placeholder 2">
            <a:extLst>
              <a:ext uri="{FF2B5EF4-FFF2-40B4-BE49-F238E27FC236}">
                <a16:creationId xmlns:a16="http://schemas.microsoft.com/office/drawing/2014/main" id="{64C1946E-6917-DFD1-F157-77BFC89FD233}"/>
              </a:ext>
            </a:extLst>
          </p:cNvPr>
          <p:cNvSpPr>
            <a:spLocks noGrp="1"/>
          </p:cNvSpPr>
          <p:nvPr>
            <p:ph type="body" sz="quarter" idx="13"/>
          </p:nvPr>
        </p:nvSpPr>
        <p:spPr>
          <a:xfrm>
            <a:off x="623888" y="741399"/>
            <a:ext cx="9030697" cy="314516"/>
          </a:xfrm>
        </p:spPr>
        <p:txBody>
          <a:bodyPr/>
          <a:lstStyle/>
          <a:p>
            <a:r>
              <a:rPr lang="en-US" dirty="0"/>
              <a:t>UN Charter and Human Rights</a:t>
            </a:r>
          </a:p>
          <a:p>
            <a:endParaRPr lang="en-US" dirty="0"/>
          </a:p>
        </p:txBody>
      </p:sp>
      <p:sp>
        <p:nvSpPr>
          <p:cNvPr id="8" name="Content Placeholder 7">
            <a:extLst>
              <a:ext uri="{FF2B5EF4-FFF2-40B4-BE49-F238E27FC236}">
                <a16:creationId xmlns:a16="http://schemas.microsoft.com/office/drawing/2014/main" id="{2ECAC1D2-5276-DC8D-D40D-2ED9980BC68B}"/>
              </a:ext>
            </a:extLst>
          </p:cNvPr>
          <p:cNvSpPr>
            <a:spLocks noGrp="1"/>
          </p:cNvSpPr>
          <p:nvPr>
            <p:ph idx="1"/>
          </p:nvPr>
        </p:nvSpPr>
        <p:spPr>
          <a:xfrm>
            <a:off x="623888" y="1536772"/>
            <a:ext cx="3538209" cy="4640191"/>
          </a:xfrm>
        </p:spPr>
        <p:txBody>
          <a:bodyPr>
            <a:normAutofit/>
          </a:bodyPr>
          <a:lstStyle/>
          <a:p>
            <a:endParaRPr lang="en-US" dirty="0"/>
          </a:p>
          <a:p>
            <a:pPr marL="0" indent="0">
              <a:buNone/>
            </a:pPr>
            <a:endParaRPr lang="en-AU" dirty="0"/>
          </a:p>
        </p:txBody>
      </p:sp>
      <p:sp>
        <p:nvSpPr>
          <p:cNvPr id="2" name="Slide Number Placeholder 1">
            <a:extLst>
              <a:ext uri="{FF2B5EF4-FFF2-40B4-BE49-F238E27FC236}">
                <a16:creationId xmlns:a16="http://schemas.microsoft.com/office/drawing/2014/main" id="{751A5E5D-D567-493A-327D-89CF0543B770}"/>
              </a:ext>
            </a:extLst>
          </p:cNvPr>
          <p:cNvSpPr>
            <a:spLocks noGrp="1"/>
          </p:cNvSpPr>
          <p:nvPr>
            <p:ph type="sldNum" sz="quarter" idx="12"/>
          </p:nvPr>
        </p:nvSpPr>
        <p:spPr>
          <a:xfrm>
            <a:off x="8920501" y="6356350"/>
            <a:ext cx="2743200" cy="365125"/>
          </a:xfrm>
        </p:spPr>
        <p:txBody>
          <a:bodyPr anchor="ctr">
            <a:normAutofit/>
          </a:bodyPr>
          <a:lstStyle/>
          <a:p>
            <a:pPr>
              <a:spcAft>
                <a:spcPts val="600"/>
              </a:spcAft>
            </a:pPr>
            <a:fld id="{6F6F96F8-3C4A-44BA-8813-69AD9933C9F2}" type="slidenum">
              <a:rPr lang="en-AU" smtClean="0"/>
              <a:pPr>
                <a:spcAft>
                  <a:spcPts val="600"/>
                </a:spcAft>
              </a:pPr>
              <a:t>6</a:t>
            </a:fld>
            <a:endParaRPr lang="en-AU"/>
          </a:p>
        </p:txBody>
      </p:sp>
      <p:sp>
        <p:nvSpPr>
          <p:cNvPr id="3" name="TextBox 2">
            <a:extLst>
              <a:ext uri="{FF2B5EF4-FFF2-40B4-BE49-F238E27FC236}">
                <a16:creationId xmlns:a16="http://schemas.microsoft.com/office/drawing/2014/main" id="{10140781-83A7-EA9A-37F4-6EC1255054F8}"/>
              </a:ext>
            </a:extLst>
          </p:cNvPr>
          <p:cNvSpPr txBox="1"/>
          <p:nvPr/>
        </p:nvSpPr>
        <p:spPr>
          <a:xfrm>
            <a:off x="529792" y="1552159"/>
            <a:ext cx="3391066" cy="3693319"/>
          </a:xfrm>
          <a:prstGeom prst="rect">
            <a:avLst/>
          </a:prstGeom>
          <a:noFill/>
        </p:spPr>
        <p:txBody>
          <a:bodyPr wrap="square" rtlCol="0">
            <a:spAutoFit/>
          </a:bodyPr>
          <a:lstStyle/>
          <a:p>
            <a:pPr algn="ctr"/>
            <a:r>
              <a:rPr lang="en-US" b="1" dirty="0"/>
              <a:t>Article 1 (3)</a:t>
            </a:r>
          </a:p>
          <a:p>
            <a:pPr algn="ctr"/>
            <a:endParaRPr lang="en-US" dirty="0"/>
          </a:p>
          <a:p>
            <a:pPr algn="ctr"/>
            <a:r>
              <a:rPr lang="en-US" dirty="0"/>
              <a:t>The Purposes of the United Nations are:</a:t>
            </a:r>
          </a:p>
          <a:p>
            <a:pPr algn="ctr"/>
            <a:br>
              <a:rPr lang="en-US" dirty="0"/>
            </a:br>
            <a:r>
              <a:rPr lang="en-US" dirty="0"/>
              <a:t>…</a:t>
            </a:r>
          </a:p>
          <a:p>
            <a:pPr algn="ctr"/>
            <a:r>
              <a:rPr lang="en-US" dirty="0"/>
              <a:t>promoting and encouraging respect for human rights and for fundamental freedoms for all without distinction as to race, sex, language, or religion…</a:t>
            </a:r>
          </a:p>
          <a:p>
            <a:endParaRPr lang="en-US" dirty="0"/>
          </a:p>
        </p:txBody>
      </p:sp>
      <p:sp>
        <p:nvSpPr>
          <p:cNvPr id="4" name="TextBox 3">
            <a:extLst>
              <a:ext uri="{FF2B5EF4-FFF2-40B4-BE49-F238E27FC236}">
                <a16:creationId xmlns:a16="http://schemas.microsoft.com/office/drawing/2014/main" id="{56FE3439-689D-984B-7D72-F81DDBC5328B}"/>
              </a:ext>
            </a:extLst>
          </p:cNvPr>
          <p:cNvSpPr txBox="1"/>
          <p:nvPr/>
        </p:nvSpPr>
        <p:spPr>
          <a:xfrm>
            <a:off x="4162097" y="1570880"/>
            <a:ext cx="3720661" cy="5078313"/>
          </a:xfrm>
          <a:prstGeom prst="rect">
            <a:avLst/>
          </a:prstGeom>
          <a:noFill/>
        </p:spPr>
        <p:txBody>
          <a:bodyPr wrap="square" rtlCol="0">
            <a:spAutoFit/>
          </a:bodyPr>
          <a:lstStyle/>
          <a:p>
            <a:pPr algn="ctr"/>
            <a:r>
              <a:rPr lang="en-US" b="1" dirty="0"/>
              <a:t>Article 55 (c)</a:t>
            </a:r>
          </a:p>
          <a:p>
            <a:pPr algn="ctr"/>
            <a:r>
              <a:rPr lang="en-US" dirty="0"/>
              <a:t>With a view to the creation of conditions of stability and well-being which are necessary for peaceful and friendly relations among nations based on respect for the principle of equal rights and self-determination of peoples, the United Nations shall promote:</a:t>
            </a:r>
          </a:p>
          <a:p>
            <a:pPr algn="ctr"/>
            <a:r>
              <a:rPr lang="en-US" dirty="0"/>
              <a:t>…</a:t>
            </a:r>
          </a:p>
          <a:p>
            <a:pPr algn="ctr"/>
            <a:r>
              <a:rPr lang="en-US" dirty="0"/>
              <a:t>universal respect for, and observance of, human rights and fundamental freedoms for all without distinction as to race, sex, language, or religion.</a:t>
            </a:r>
          </a:p>
          <a:p>
            <a:endParaRPr lang="en-US" dirty="0"/>
          </a:p>
        </p:txBody>
      </p:sp>
      <p:sp>
        <p:nvSpPr>
          <p:cNvPr id="5" name="TextBox 4">
            <a:extLst>
              <a:ext uri="{FF2B5EF4-FFF2-40B4-BE49-F238E27FC236}">
                <a16:creationId xmlns:a16="http://schemas.microsoft.com/office/drawing/2014/main" id="{3022EFC7-F273-3895-6630-79F3EEC50438}"/>
              </a:ext>
            </a:extLst>
          </p:cNvPr>
          <p:cNvSpPr txBox="1"/>
          <p:nvPr/>
        </p:nvSpPr>
        <p:spPr>
          <a:xfrm>
            <a:off x="7906004" y="1552159"/>
            <a:ext cx="3497162" cy="2862322"/>
          </a:xfrm>
          <a:prstGeom prst="rect">
            <a:avLst/>
          </a:prstGeom>
          <a:noFill/>
        </p:spPr>
        <p:txBody>
          <a:bodyPr wrap="square" rtlCol="0">
            <a:spAutoFit/>
          </a:bodyPr>
          <a:lstStyle/>
          <a:p>
            <a:pPr algn="ctr"/>
            <a:r>
              <a:rPr lang="en-US" b="1" dirty="0"/>
              <a:t>Article 56</a:t>
            </a:r>
          </a:p>
          <a:p>
            <a:pPr algn="ctr"/>
            <a:endParaRPr lang="en-US" dirty="0"/>
          </a:p>
          <a:p>
            <a:pPr algn="ctr"/>
            <a:r>
              <a:rPr lang="en-US" dirty="0"/>
              <a:t>All Members pledge themselves to take joint and separate action in co-operation with the Organization for the achievement of the purposes set forth in Article 55.</a:t>
            </a:r>
          </a:p>
          <a:p>
            <a:endParaRPr lang="en-US" dirty="0"/>
          </a:p>
        </p:txBody>
      </p:sp>
    </p:spTree>
    <p:extLst>
      <p:ext uri="{BB962C8B-B14F-4D97-AF65-F5344CB8AC3E}">
        <p14:creationId xmlns:p14="http://schemas.microsoft.com/office/powerpoint/2010/main" val="3545482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D2241-F3DF-6821-FB87-76E1F080CE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DECA410-BD43-E3C4-FA4E-2D6C8CCF84B4}"/>
              </a:ext>
            </a:extLst>
          </p:cNvPr>
          <p:cNvSpPr>
            <a:spLocks noGrp="1"/>
          </p:cNvSpPr>
          <p:nvPr>
            <p:ph type="title"/>
          </p:nvPr>
        </p:nvSpPr>
        <p:spPr/>
        <p:txBody>
          <a:bodyPr/>
          <a:lstStyle/>
          <a:p>
            <a:r>
              <a:rPr lang="en-AU" dirty="0"/>
              <a:t>UN and Human Rights</a:t>
            </a:r>
          </a:p>
        </p:txBody>
      </p:sp>
      <p:sp>
        <p:nvSpPr>
          <p:cNvPr id="8" name="Text Placeholder 7">
            <a:extLst>
              <a:ext uri="{FF2B5EF4-FFF2-40B4-BE49-F238E27FC236}">
                <a16:creationId xmlns:a16="http://schemas.microsoft.com/office/drawing/2014/main" id="{911A6330-2096-A44A-F422-C1DFB0617BB1}"/>
              </a:ext>
            </a:extLst>
          </p:cNvPr>
          <p:cNvSpPr>
            <a:spLocks noGrp="1"/>
          </p:cNvSpPr>
          <p:nvPr>
            <p:ph type="body" sz="quarter" idx="13"/>
          </p:nvPr>
        </p:nvSpPr>
        <p:spPr/>
        <p:txBody>
          <a:bodyPr/>
          <a:lstStyle/>
          <a:p>
            <a:r>
              <a:rPr lang="en-US" sz="2400" dirty="0">
                <a:solidFill>
                  <a:schemeClr val="accent4"/>
                </a:solidFill>
                <a:ea typeface="League Spartan" charset="0"/>
                <a:cs typeface="Poppins" pitchFamily="2" charset="77"/>
              </a:rPr>
              <a:t>The International Bill of Rights</a:t>
            </a:r>
            <a:endParaRPr lang="en-US" dirty="0">
              <a:solidFill>
                <a:schemeClr val="accent4"/>
              </a:solidFill>
              <a:ea typeface="Lato Light" panose="020F0502020204030203" pitchFamily="34" charset="0"/>
              <a:cs typeface="Mukta ExtraLight" panose="020B0000000000000000" pitchFamily="34" charset="77"/>
            </a:endParaRPr>
          </a:p>
          <a:p>
            <a:endParaRPr lang="en-AU" dirty="0"/>
          </a:p>
        </p:txBody>
      </p:sp>
      <p:sp>
        <p:nvSpPr>
          <p:cNvPr id="2" name="Triangle 3">
            <a:extLst>
              <a:ext uri="{FF2B5EF4-FFF2-40B4-BE49-F238E27FC236}">
                <a16:creationId xmlns:a16="http://schemas.microsoft.com/office/drawing/2014/main" id="{F84E7A35-ACEA-18C1-3FF0-2DA26D701E10}"/>
              </a:ext>
              <a:ext uri="{C183D7F6-B498-43B3-948B-1728B52AA6E4}">
                <adec:decorative xmlns:adec="http://schemas.microsoft.com/office/drawing/2017/decorative" val="1"/>
              </a:ext>
            </a:extLst>
          </p:cNvPr>
          <p:cNvSpPr/>
          <p:nvPr/>
        </p:nvSpPr>
        <p:spPr>
          <a:xfrm>
            <a:off x="1911546" y="1280015"/>
            <a:ext cx="8368908" cy="1979482"/>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Rectangle 2">
            <a:extLst>
              <a:ext uri="{FF2B5EF4-FFF2-40B4-BE49-F238E27FC236}">
                <a16:creationId xmlns:a16="http://schemas.microsoft.com/office/drawing/2014/main" id="{70211FF7-476D-D323-7489-F312FBB583B6}"/>
              </a:ext>
              <a:ext uri="{C183D7F6-B498-43B3-948B-1728B52AA6E4}">
                <adec:decorative xmlns:adec="http://schemas.microsoft.com/office/drawing/2017/decorative" val="1"/>
              </a:ext>
            </a:extLst>
          </p:cNvPr>
          <p:cNvSpPr/>
          <p:nvPr/>
        </p:nvSpPr>
        <p:spPr>
          <a:xfrm>
            <a:off x="4850155" y="3428999"/>
            <a:ext cx="2371266" cy="227504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International Covenant on Civil and Political Rights (ICCPR)</a:t>
            </a:r>
          </a:p>
          <a:p>
            <a:pPr algn="ctr"/>
            <a:endParaRPr lang="en-US" sz="900" dirty="0"/>
          </a:p>
        </p:txBody>
      </p:sp>
      <p:sp>
        <p:nvSpPr>
          <p:cNvPr id="4" name="Rectangle 3">
            <a:extLst>
              <a:ext uri="{FF2B5EF4-FFF2-40B4-BE49-F238E27FC236}">
                <a16:creationId xmlns:a16="http://schemas.microsoft.com/office/drawing/2014/main" id="{F107F788-D11D-B2A7-68CE-5FFDFF712036}"/>
              </a:ext>
              <a:ext uri="{C183D7F6-B498-43B3-948B-1728B52AA6E4}">
                <adec:decorative xmlns:adec="http://schemas.microsoft.com/office/drawing/2017/decorative" val="1"/>
              </a:ext>
            </a:extLst>
          </p:cNvPr>
          <p:cNvSpPr/>
          <p:nvPr/>
        </p:nvSpPr>
        <p:spPr>
          <a:xfrm>
            <a:off x="7334181" y="3428998"/>
            <a:ext cx="2371266" cy="227504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International Covenant on Economic, Social and Cultural Rights (ICESCR)</a:t>
            </a:r>
            <a:endParaRPr lang="en-US" sz="900" dirty="0"/>
          </a:p>
        </p:txBody>
      </p:sp>
      <p:sp>
        <p:nvSpPr>
          <p:cNvPr id="11" name="Subtitle 2">
            <a:extLst>
              <a:ext uri="{FF2B5EF4-FFF2-40B4-BE49-F238E27FC236}">
                <a16:creationId xmlns:a16="http://schemas.microsoft.com/office/drawing/2014/main" id="{81DE0884-C4E7-E507-5F71-AB0FC1A7096D}"/>
              </a:ext>
            </a:extLst>
          </p:cNvPr>
          <p:cNvSpPr txBox="1">
            <a:spLocks/>
          </p:cNvSpPr>
          <p:nvPr/>
        </p:nvSpPr>
        <p:spPr>
          <a:xfrm>
            <a:off x="4384275" y="2200402"/>
            <a:ext cx="3423449" cy="784830"/>
          </a:xfrm>
          <a:prstGeom prst="rect">
            <a:avLst/>
          </a:prstGeom>
        </p:spPr>
        <p:txBody>
          <a:bodyPr vert="horz" wrap="square" lIns="45720" tIns="22860" rIns="45720" bIns="2286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ct val="100000"/>
              </a:lnSpc>
            </a:pPr>
            <a:r>
              <a:rPr lang="en-US" dirty="0">
                <a:solidFill>
                  <a:schemeClr val="bg1"/>
                </a:solidFill>
                <a:latin typeface="+mj-lt"/>
                <a:ea typeface="League Spartan" charset="0"/>
                <a:cs typeface="Poppins" pitchFamily="2" charset="77"/>
              </a:rPr>
              <a:t>The International Bill of Rights</a:t>
            </a:r>
            <a:endParaRPr lang="en-US" dirty="0">
              <a:solidFill>
                <a:schemeClr val="bg1"/>
              </a:solidFill>
              <a:latin typeface="+mn-lt"/>
              <a:ea typeface="Lato Light" panose="020F0502020204030203" pitchFamily="34" charset="0"/>
              <a:cs typeface="Mukta ExtraLight" panose="020B0000000000000000" pitchFamily="34" charset="77"/>
            </a:endParaRPr>
          </a:p>
        </p:txBody>
      </p:sp>
      <p:grpSp>
        <p:nvGrpSpPr>
          <p:cNvPr id="10" name="Group 9">
            <a:extLst>
              <a:ext uri="{FF2B5EF4-FFF2-40B4-BE49-F238E27FC236}">
                <a16:creationId xmlns:a16="http://schemas.microsoft.com/office/drawing/2014/main" id="{AA0B0932-502C-B7BC-30B8-2ECDC3197A95}"/>
              </a:ext>
            </a:extLst>
          </p:cNvPr>
          <p:cNvGrpSpPr/>
          <p:nvPr/>
        </p:nvGrpSpPr>
        <p:grpSpPr>
          <a:xfrm>
            <a:off x="2366129" y="3429000"/>
            <a:ext cx="2371266" cy="2275045"/>
            <a:chOff x="2407667" y="2609404"/>
            <a:chExt cx="2371266" cy="2275045"/>
          </a:xfrm>
        </p:grpSpPr>
        <p:sp>
          <p:nvSpPr>
            <p:cNvPr id="7" name="Rectangle 6">
              <a:extLst>
                <a:ext uri="{FF2B5EF4-FFF2-40B4-BE49-F238E27FC236}">
                  <a16:creationId xmlns:a16="http://schemas.microsoft.com/office/drawing/2014/main" id="{69203CD7-CB8D-62EA-7CA7-A5D73296CAD8}"/>
                </a:ext>
                <a:ext uri="{C183D7F6-B498-43B3-948B-1728B52AA6E4}">
                  <adec:decorative xmlns:adec="http://schemas.microsoft.com/office/drawing/2017/decorative" val="1"/>
                </a:ext>
              </a:extLst>
            </p:cNvPr>
            <p:cNvSpPr/>
            <p:nvPr/>
          </p:nvSpPr>
          <p:spPr>
            <a:xfrm>
              <a:off x="2407667" y="2609404"/>
              <a:ext cx="2371266" cy="227504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16" name="Subtitle 2">
              <a:extLst>
                <a:ext uri="{FF2B5EF4-FFF2-40B4-BE49-F238E27FC236}">
                  <a16:creationId xmlns:a16="http://schemas.microsoft.com/office/drawing/2014/main" id="{FC58768C-3C22-F37C-190D-98260604F452}"/>
                </a:ext>
              </a:extLst>
            </p:cNvPr>
            <p:cNvSpPr txBox="1">
              <a:spLocks/>
            </p:cNvSpPr>
            <p:nvPr/>
          </p:nvSpPr>
          <p:spPr>
            <a:xfrm>
              <a:off x="2633193" y="3208172"/>
              <a:ext cx="1920221" cy="1154162"/>
            </a:xfrm>
            <a:prstGeom prst="rect">
              <a:avLst/>
            </a:prstGeom>
          </p:spPr>
          <p:txBody>
            <a:bodyPr vert="horz" wrap="squar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ct val="100000"/>
                </a:lnSpc>
              </a:pPr>
              <a:r>
                <a:rPr lang="en-US" sz="1800" dirty="0">
                  <a:solidFill>
                    <a:schemeClr val="lt1"/>
                  </a:solidFill>
                  <a:latin typeface="+mn-lt"/>
                  <a:cs typeface="+mn-cs"/>
                </a:rPr>
                <a:t>Universal Declaration of Human Rights (UDHR)</a:t>
              </a:r>
            </a:p>
          </p:txBody>
        </p:sp>
      </p:grpSp>
      <p:sp>
        <p:nvSpPr>
          <p:cNvPr id="18" name="Subtitle 2">
            <a:extLst>
              <a:ext uri="{FF2B5EF4-FFF2-40B4-BE49-F238E27FC236}">
                <a16:creationId xmlns:a16="http://schemas.microsoft.com/office/drawing/2014/main" id="{DE154959-F051-40C2-EEED-0A0B26DD7128}"/>
              </a:ext>
            </a:extLst>
          </p:cNvPr>
          <p:cNvSpPr txBox="1">
            <a:spLocks/>
          </p:cNvSpPr>
          <p:nvPr/>
        </p:nvSpPr>
        <p:spPr>
          <a:xfrm>
            <a:off x="7518168" y="3569263"/>
            <a:ext cx="1920221" cy="230832"/>
          </a:xfrm>
          <a:prstGeom prst="rect">
            <a:avLst/>
          </a:prstGeom>
        </p:spPr>
        <p:txBody>
          <a:bodyPr vert="horz" wrap="square" lIns="45720" tIns="22860" rIns="45720" bIns="2286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ct val="100000"/>
              </a:lnSpc>
            </a:pPr>
            <a:endParaRPr lang="en-US" sz="1200" dirty="0">
              <a:solidFill>
                <a:schemeClr val="bg1"/>
              </a:solidFill>
              <a:latin typeface="+mn-lt"/>
              <a:ea typeface="Lato Light" panose="020F0502020204030203" pitchFamily="34" charset="0"/>
              <a:cs typeface="Mukta ExtraLight" panose="020B0000000000000000" pitchFamily="34" charset="77"/>
            </a:endParaRPr>
          </a:p>
        </p:txBody>
      </p:sp>
      <p:sp>
        <p:nvSpPr>
          <p:cNvPr id="5" name="Slide Number Placeholder 4">
            <a:extLst>
              <a:ext uri="{FF2B5EF4-FFF2-40B4-BE49-F238E27FC236}">
                <a16:creationId xmlns:a16="http://schemas.microsoft.com/office/drawing/2014/main" id="{76CDDD3C-C262-FAD6-C452-049634E80DB1}"/>
              </a:ext>
            </a:extLst>
          </p:cNvPr>
          <p:cNvSpPr>
            <a:spLocks noGrp="1"/>
          </p:cNvSpPr>
          <p:nvPr>
            <p:ph type="sldNum" sz="quarter" idx="12"/>
          </p:nvPr>
        </p:nvSpPr>
        <p:spPr/>
        <p:txBody>
          <a:bodyPr/>
          <a:lstStyle/>
          <a:p>
            <a:fld id="{6F6F96F8-3C4A-44BA-8813-69AD9933C9F2}" type="slidenum">
              <a:rPr lang="en-AU" smtClean="0"/>
              <a:pPr/>
              <a:t>7</a:t>
            </a:fld>
            <a:endParaRPr lang="en-AU"/>
          </a:p>
        </p:txBody>
      </p:sp>
    </p:spTree>
    <p:extLst>
      <p:ext uri="{BB962C8B-B14F-4D97-AF65-F5344CB8AC3E}">
        <p14:creationId xmlns:p14="http://schemas.microsoft.com/office/powerpoint/2010/main" val="1763542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F6DB000E-F94A-2659-8E29-275C84F9E919}"/>
            </a:ext>
          </a:extLst>
        </p:cNvPr>
        <p:cNvGrpSpPr/>
        <p:nvPr/>
      </p:nvGrpSpPr>
      <p:grpSpPr>
        <a:xfrm>
          <a:off x="0" y="0"/>
          <a:ext cx="0" cy="0"/>
          <a:chOff x="0" y="0"/>
          <a:chExt cx="0" cy="0"/>
        </a:xfrm>
      </p:grpSpPr>
      <p:pic>
        <p:nvPicPr>
          <p:cNvPr id="25" name="Picture Placeholder 24">
            <a:extLst>
              <a:ext uri="{FF2B5EF4-FFF2-40B4-BE49-F238E27FC236}">
                <a16:creationId xmlns:a16="http://schemas.microsoft.com/office/drawing/2014/main" id="{4955ECC3-D169-54A2-50E8-C3C5E59DAEAF}"/>
              </a:ext>
              <a:ext uri="{C183D7F6-B498-43B3-948B-1728B52AA6E4}">
                <adec:decorative xmlns:adec="http://schemas.microsoft.com/office/drawing/2017/decorative" val="1"/>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a:stretch/>
        </p:blipFill>
        <p:spPr>
          <a:xfrm>
            <a:off x="1" y="0"/>
            <a:ext cx="7422190" cy="6858000"/>
          </a:xfrm>
        </p:spPr>
      </p:pic>
      <p:sp>
        <p:nvSpPr>
          <p:cNvPr id="30" name="Rectangle 29">
            <a:extLst>
              <a:ext uri="{FF2B5EF4-FFF2-40B4-BE49-F238E27FC236}">
                <a16:creationId xmlns:a16="http://schemas.microsoft.com/office/drawing/2014/main" id="{4584C496-E512-BEBF-1C00-A2DC884A8567}"/>
              </a:ext>
              <a:ext uri="{C183D7F6-B498-43B3-948B-1728B52AA6E4}">
                <adec:decorative xmlns:adec="http://schemas.microsoft.com/office/drawing/2017/decorative" val="1"/>
              </a:ext>
            </a:extLst>
          </p:cNvPr>
          <p:cNvSpPr/>
          <p:nvPr/>
        </p:nvSpPr>
        <p:spPr>
          <a:xfrm rot="5400000">
            <a:off x="-849043" y="819807"/>
            <a:ext cx="6858000" cy="5218385"/>
          </a:xfrm>
          <a:prstGeom prst="rect">
            <a:avLst/>
          </a:prstGeom>
          <a:gradFill flip="none" rotWithShape="1">
            <a:gsLst>
              <a:gs pos="0">
                <a:schemeClr val="tx2">
                  <a:alpha val="0"/>
                </a:schemeClr>
              </a:gs>
              <a:gs pos="72000">
                <a:schemeClr val="tx2"/>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Title 18">
            <a:extLst>
              <a:ext uri="{FF2B5EF4-FFF2-40B4-BE49-F238E27FC236}">
                <a16:creationId xmlns:a16="http://schemas.microsoft.com/office/drawing/2014/main" id="{CA580E04-AB96-CF8E-1123-9D93A0435A32}"/>
              </a:ext>
            </a:extLst>
          </p:cNvPr>
          <p:cNvSpPr>
            <a:spLocks noGrp="1"/>
          </p:cNvSpPr>
          <p:nvPr>
            <p:ph type="ctrTitle"/>
          </p:nvPr>
        </p:nvSpPr>
        <p:spPr>
          <a:xfrm>
            <a:off x="567048" y="501258"/>
            <a:ext cx="6628250" cy="779490"/>
          </a:xfrm>
        </p:spPr>
        <p:txBody>
          <a:bodyPr/>
          <a:lstStyle/>
          <a:p>
            <a:r>
              <a:rPr lang="en-AU" dirty="0"/>
              <a:t>UDHR </a:t>
            </a:r>
            <a:br>
              <a:rPr lang="en-AU" dirty="0"/>
            </a:br>
            <a:r>
              <a:rPr lang="en-AU" dirty="0"/>
              <a:t>10 Dec 1948</a:t>
            </a:r>
          </a:p>
        </p:txBody>
      </p:sp>
      <p:sp>
        <p:nvSpPr>
          <p:cNvPr id="22" name="Text Placeholder 21">
            <a:extLst>
              <a:ext uri="{FF2B5EF4-FFF2-40B4-BE49-F238E27FC236}">
                <a16:creationId xmlns:a16="http://schemas.microsoft.com/office/drawing/2014/main" id="{5C81C632-0022-82A9-14CE-67FD6323A5CB}"/>
              </a:ext>
              <a:ext uri="{C183D7F6-B498-43B3-948B-1728B52AA6E4}">
                <adec:decorative xmlns:adec="http://schemas.microsoft.com/office/drawing/2017/decorative" val="1"/>
              </a:ext>
            </a:extLst>
          </p:cNvPr>
          <p:cNvSpPr>
            <a:spLocks noGrp="1"/>
          </p:cNvSpPr>
          <p:nvPr>
            <p:ph type="body" sz="quarter" idx="13"/>
          </p:nvPr>
        </p:nvSpPr>
        <p:spPr/>
        <p:txBody>
          <a:bodyPr>
            <a:normAutofit/>
          </a:bodyPr>
          <a:lstStyle/>
          <a:p>
            <a:endParaRPr lang="en-US" sz="3200" dirty="0">
              <a:ea typeface="Lato Light" panose="020F0502020204030203" pitchFamily="34" charset="0"/>
              <a:cs typeface="Mukta ExtraLight" panose="020B0000000000000000" pitchFamily="34" charset="77"/>
            </a:endParaRPr>
          </a:p>
          <a:p>
            <a:endParaRPr lang="en-AU" dirty="0"/>
          </a:p>
        </p:txBody>
      </p:sp>
      <p:sp>
        <p:nvSpPr>
          <p:cNvPr id="23" name="Text Placeholder 22">
            <a:extLst>
              <a:ext uri="{FF2B5EF4-FFF2-40B4-BE49-F238E27FC236}">
                <a16:creationId xmlns:a16="http://schemas.microsoft.com/office/drawing/2014/main" id="{8BD3E1A1-3089-1CF9-8098-A7498C4F1044}"/>
              </a:ext>
            </a:extLst>
          </p:cNvPr>
          <p:cNvSpPr>
            <a:spLocks noGrp="1"/>
          </p:cNvSpPr>
          <p:nvPr>
            <p:ph type="body" sz="quarter" idx="14"/>
          </p:nvPr>
        </p:nvSpPr>
        <p:spPr>
          <a:xfrm>
            <a:off x="7640614" y="1564979"/>
            <a:ext cx="4385625" cy="4031780"/>
          </a:xfrm>
        </p:spPr>
        <p:txBody>
          <a:bodyPr>
            <a:normAutofit fontScale="92500" lnSpcReduction="10000"/>
          </a:bodyPr>
          <a:lstStyle/>
          <a:p>
            <a:r>
              <a:rPr lang="en-AU" sz="2400" dirty="0">
                <a:solidFill>
                  <a:schemeClr val="tx1"/>
                </a:solidFill>
              </a:rPr>
              <a:t>Article 2 </a:t>
            </a:r>
          </a:p>
          <a:p>
            <a:r>
              <a:rPr lang="en-US" dirty="0">
                <a:solidFill>
                  <a:schemeClr val="tx1"/>
                </a:solidFill>
              </a:rPr>
              <a:t>Everyone is entitled to all the rights and freedoms set forth in this Declaration, without distinction of any kind, such as race, </a:t>
            </a:r>
            <a:r>
              <a:rPr lang="en-US" dirty="0" err="1">
                <a:solidFill>
                  <a:schemeClr val="tx1"/>
                </a:solidFill>
              </a:rPr>
              <a:t>colour</a:t>
            </a:r>
            <a:r>
              <a:rPr lang="en-US" dirty="0">
                <a:solidFill>
                  <a:schemeClr val="tx1"/>
                </a:solidFill>
              </a:rPr>
              <a:t>, sex, language, religion, political or other opinion, national or social origin, property, birth or other status. Furthermore, no distinction shall be made on the basis of the political, jurisdictional or international status of the country or territory to which a person belongs, whether it be independent, trust, non-self-governing or under any other limitation of sovereignty.</a:t>
            </a:r>
          </a:p>
          <a:p>
            <a:endParaRPr lang="en-AU" dirty="0"/>
          </a:p>
        </p:txBody>
      </p:sp>
      <p:pic>
        <p:nvPicPr>
          <p:cNvPr id="27" name="Picture Placeholder 26" descr="Macquarie University logo">
            <a:extLst>
              <a:ext uri="{FF2B5EF4-FFF2-40B4-BE49-F238E27FC236}">
                <a16:creationId xmlns:a16="http://schemas.microsoft.com/office/drawing/2014/main" id="{5A4CB6B8-FEA4-0ECE-A046-A6D676022D7F}"/>
              </a:ext>
            </a:extLst>
          </p:cNvPr>
          <p:cNvPicPr>
            <a:picLocks noGrp="1" noChangeAspect="1"/>
          </p:cNvPicPr>
          <p:nvPr>
            <p:ph type="pic" sz="quarter" idx="12"/>
          </p:nvPr>
        </p:nvPicPr>
        <p:blipFill>
          <a:blip r:embed="rId4" cstate="screen">
            <a:extLst>
              <a:ext uri="{28A0092B-C50C-407E-A947-70E740481C1C}">
                <a14:useLocalDpi xmlns:a14="http://schemas.microsoft.com/office/drawing/2010/main"/>
              </a:ext>
            </a:extLst>
          </a:blip>
          <a:srcRect/>
          <a:stretch>
            <a:fillRect/>
          </a:stretch>
        </p:blipFill>
        <p:spPr/>
      </p:pic>
      <p:sp>
        <p:nvSpPr>
          <p:cNvPr id="29" name="Parallelogram 5">
            <a:extLst>
              <a:ext uri="{FF2B5EF4-FFF2-40B4-BE49-F238E27FC236}">
                <a16:creationId xmlns:a16="http://schemas.microsoft.com/office/drawing/2014/main" id="{B8ED432D-8710-1076-587E-68CF8B88A252}"/>
              </a:ext>
              <a:ext uri="{C183D7F6-B498-43B3-948B-1728B52AA6E4}">
                <adec:decorative xmlns:adec="http://schemas.microsoft.com/office/drawing/2017/decorative" val="1"/>
              </a:ext>
            </a:extLst>
          </p:cNvPr>
          <p:cNvSpPr/>
          <p:nvPr/>
        </p:nvSpPr>
        <p:spPr>
          <a:xfrm rot="19475172">
            <a:off x="-328111"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extBox 1">
            <a:extLst>
              <a:ext uri="{FF2B5EF4-FFF2-40B4-BE49-F238E27FC236}">
                <a16:creationId xmlns:a16="http://schemas.microsoft.com/office/drawing/2014/main" id="{AAAE96C9-C79F-D70B-099E-9777280BF799}"/>
              </a:ext>
            </a:extLst>
          </p:cNvPr>
          <p:cNvSpPr txBox="1"/>
          <p:nvPr/>
        </p:nvSpPr>
        <p:spPr>
          <a:xfrm>
            <a:off x="226940" y="5954792"/>
            <a:ext cx="6968358" cy="769441"/>
          </a:xfrm>
          <a:prstGeom prst="rect">
            <a:avLst/>
          </a:prstGeom>
          <a:noFill/>
        </p:spPr>
        <p:txBody>
          <a:bodyPr wrap="square" rtlCol="0">
            <a:spAutoFit/>
          </a:bodyPr>
          <a:lstStyle/>
          <a:p>
            <a:r>
              <a:rPr lang="en-US" sz="1100" dirty="0">
                <a:solidFill>
                  <a:schemeClr val="bg1"/>
                </a:solidFill>
              </a:rPr>
              <a:t>Women delegates from various countries played a key role in getting women’s rights included in the Declaration. Hansa Mehta of India (standing above Eleanor Roosevelt) is widely credited with changing the phrase "All men are born free and equal" to "All human beings are born free and equal" in Article 1 of the Universal Declaration of Human Rights.</a:t>
            </a:r>
          </a:p>
        </p:txBody>
      </p:sp>
      <p:sp>
        <p:nvSpPr>
          <p:cNvPr id="3" name="TextBox 2">
            <a:extLst>
              <a:ext uri="{FF2B5EF4-FFF2-40B4-BE49-F238E27FC236}">
                <a16:creationId xmlns:a16="http://schemas.microsoft.com/office/drawing/2014/main" id="{4EEDA6C1-C007-4299-472F-7F3E9450A545}"/>
              </a:ext>
            </a:extLst>
          </p:cNvPr>
          <p:cNvSpPr txBox="1"/>
          <p:nvPr/>
        </p:nvSpPr>
        <p:spPr>
          <a:xfrm>
            <a:off x="722963" y="1984473"/>
            <a:ext cx="5854734" cy="3970318"/>
          </a:xfrm>
          <a:prstGeom prst="rect">
            <a:avLst/>
          </a:prstGeom>
          <a:noFill/>
        </p:spPr>
        <p:txBody>
          <a:bodyPr wrap="square" rtlCol="0">
            <a:spAutoFit/>
          </a:bodyPr>
          <a:lstStyle/>
          <a:p>
            <a:pPr>
              <a:lnSpc>
                <a:spcPct val="100000"/>
              </a:lnSpc>
            </a:pPr>
            <a:r>
              <a:rPr lang="en-GB" dirty="0">
                <a:solidFill>
                  <a:schemeClr val="bg1"/>
                </a:solidFill>
              </a:rPr>
              <a:t>Article 3 (right to life, liberty, and security of person)</a:t>
            </a:r>
          </a:p>
          <a:p>
            <a:pPr>
              <a:lnSpc>
                <a:spcPct val="100000"/>
              </a:lnSpc>
            </a:pPr>
            <a:r>
              <a:rPr lang="en-GB" dirty="0">
                <a:solidFill>
                  <a:schemeClr val="bg1"/>
                </a:solidFill>
              </a:rPr>
              <a:t>Article 5 (prohibition on torture)</a:t>
            </a:r>
          </a:p>
          <a:p>
            <a:pPr>
              <a:lnSpc>
                <a:spcPct val="100000"/>
              </a:lnSpc>
            </a:pPr>
            <a:r>
              <a:rPr lang="en-GB" dirty="0">
                <a:solidFill>
                  <a:schemeClr val="bg1"/>
                </a:solidFill>
              </a:rPr>
              <a:t>Article 6 (right to recognition as a person before the law) </a:t>
            </a:r>
          </a:p>
          <a:p>
            <a:pPr>
              <a:lnSpc>
                <a:spcPct val="100000"/>
              </a:lnSpc>
            </a:pPr>
            <a:r>
              <a:rPr lang="en-GB" dirty="0">
                <a:solidFill>
                  <a:schemeClr val="bg1"/>
                </a:solidFill>
              </a:rPr>
              <a:t>Article 7 (equality before the law)</a:t>
            </a:r>
          </a:p>
          <a:p>
            <a:pPr>
              <a:lnSpc>
                <a:spcPct val="100000"/>
              </a:lnSpc>
            </a:pPr>
            <a:r>
              <a:rPr lang="en-GB" dirty="0">
                <a:solidFill>
                  <a:schemeClr val="bg1"/>
                </a:solidFill>
              </a:rPr>
              <a:t>Article 9 (prohibition on arbitrary arrest and detention)</a:t>
            </a:r>
          </a:p>
          <a:p>
            <a:pPr>
              <a:lnSpc>
                <a:spcPct val="100000"/>
              </a:lnSpc>
            </a:pPr>
            <a:r>
              <a:rPr lang="en-GB" dirty="0">
                <a:solidFill>
                  <a:schemeClr val="bg1"/>
                </a:solidFill>
              </a:rPr>
              <a:t>Article 12 (right to privacy, family, and home)</a:t>
            </a:r>
          </a:p>
          <a:p>
            <a:pPr>
              <a:lnSpc>
                <a:spcPct val="100000"/>
              </a:lnSpc>
            </a:pPr>
            <a:r>
              <a:rPr lang="en-GB" dirty="0">
                <a:solidFill>
                  <a:schemeClr val="bg1"/>
                </a:solidFill>
              </a:rPr>
              <a:t>Article 13 (right to freedom of movement)</a:t>
            </a:r>
          </a:p>
          <a:p>
            <a:pPr>
              <a:lnSpc>
                <a:spcPct val="100000"/>
              </a:lnSpc>
            </a:pPr>
            <a:r>
              <a:rPr lang="en-GB" dirty="0">
                <a:solidFill>
                  <a:schemeClr val="bg1"/>
                </a:solidFill>
              </a:rPr>
              <a:t>Article 20 (freedom of peaceful assembly and association)</a:t>
            </a:r>
          </a:p>
          <a:p>
            <a:pPr>
              <a:lnSpc>
                <a:spcPct val="100000"/>
              </a:lnSpc>
            </a:pPr>
            <a:r>
              <a:rPr lang="en-GB" dirty="0">
                <a:solidFill>
                  <a:schemeClr val="bg1"/>
                </a:solidFill>
              </a:rPr>
              <a:t>Article 26 (right to education) </a:t>
            </a:r>
          </a:p>
          <a:p>
            <a:pPr>
              <a:lnSpc>
                <a:spcPct val="100000"/>
              </a:lnSpc>
            </a:pPr>
            <a:r>
              <a:rPr lang="en-GB" dirty="0">
                <a:solidFill>
                  <a:schemeClr val="bg1"/>
                </a:solidFill>
              </a:rPr>
              <a:t>Article 23 (right to work)</a:t>
            </a:r>
            <a:endParaRPr lang="en-US" dirty="0">
              <a:solidFill>
                <a:schemeClr val="bg1"/>
              </a:solidFill>
            </a:endParaRPr>
          </a:p>
        </p:txBody>
      </p:sp>
    </p:spTree>
    <p:extLst>
      <p:ext uri="{BB962C8B-B14F-4D97-AF65-F5344CB8AC3E}">
        <p14:creationId xmlns:p14="http://schemas.microsoft.com/office/powerpoint/2010/main" val="1577086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F302F-4D2D-EE4D-2478-286072AF1359}"/>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435ED531-560C-3C61-6133-767E3540033C}"/>
              </a:ext>
            </a:extLst>
          </p:cNvPr>
          <p:cNvSpPr/>
          <p:nvPr/>
        </p:nvSpPr>
        <p:spPr>
          <a:xfrm>
            <a:off x="6042057" y="1434146"/>
            <a:ext cx="5756887" cy="4640191"/>
          </a:xfrm>
          <a:custGeom>
            <a:avLst/>
            <a:gdLst>
              <a:gd name="connsiteX0" fmla="*/ 0 w 5756887"/>
              <a:gd name="connsiteY0" fmla="*/ 773381 h 4640191"/>
              <a:gd name="connsiteX1" fmla="*/ 773381 w 5756887"/>
              <a:gd name="connsiteY1" fmla="*/ 0 h 4640191"/>
              <a:gd name="connsiteX2" fmla="*/ 1374827 w 5756887"/>
              <a:gd name="connsiteY2" fmla="*/ 0 h 4640191"/>
              <a:gd name="connsiteX3" fmla="*/ 1892071 w 5756887"/>
              <a:gd name="connsiteY3" fmla="*/ 0 h 4640191"/>
              <a:gd name="connsiteX4" fmla="*/ 2367214 w 5756887"/>
              <a:gd name="connsiteY4" fmla="*/ 0 h 4640191"/>
              <a:gd name="connsiteX5" fmla="*/ 2884458 w 5756887"/>
              <a:gd name="connsiteY5" fmla="*/ 0 h 4640191"/>
              <a:gd name="connsiteX6" fmla="*/ 3528006 w 5756887"/>
              <a:gd name="connsiteY6" fmla="*/ 0 h 4640191"/>
              <a:gd name="connsiteX7" fmla="*/ 4045250 w 5756887"/>
              <a:gd name="connsiteY7" fmla="*/ 0 h 4640191"/>
              <a:gd name="connsiteX8" fmla="*/ 4983506 w 5756887"/>
              <a:gd name="connsiteY8" fmla="*/ 0 h 4640191"/>
              <a:gd name="connsiteX9" fmla="*/ 5756887 w 5756887"/>
              <a:gd name="connsiteY9" fmla="*/ 773381 h 4640191"/>
              <a:gd name="connsiteX10" fmla="*/ 5756887 w 5756887"/>
              <a:gd name="connsiteY10" fmla="*/ 1423001 h 4640191"/>
              <a:gd name="connsiteX11" fmla="*/ 5756887 w 5756887"/>
              <a:gd name="connsiteY11" fmla="*/ 1979818 h 4640191"/>
              <a:gd name="connsiteX12" fmla="*/ 5756887 w 5756887"/>
              <a:gd name="connsiteY12" fmla="*/ 2660373 h 4640191"/>
              <a:gd name="connsiteX13" fmla="*/ 5756887 w 5756887"/>
              <a:gd name="connsiteY13" fmla="*/ 3279058 h 4640191"/>
              <a:gd name="connsiteX14" fmla="*/ 5756887 w 5756887"/>
              <a:gd name="connsiteY14" fmla="*/ 3866810 h 4640191"/>
              <a:gd name="connsiteX15" fmla="*/ 4983506 w 5756887"/>
              <a:gd name="connsiteY15" fmla="*/ 4640191 h 4640191"/>
              <a:gd name="connsiteX16" fmla="*/ 4297857 w 5756887"/>
              <a:gd name="connsiteY16" fmla="*/ 4640191 h 4640191"/>
              <a:gd name="connsiteX17" fmla="*/ 3780613 w 5756887"/>
              <a:gd name="connsiteY17" fmla="*/ 4640191 h 4640191"/>
              <a:gd name="connsiteX18" fmla="*/ 3179167 w 5756887"/>
              <a:gd name="connsiteY18" fmla="*/ 4640191 h 4640191"/>
              <a:gd name="connsiteX19" fmla="*/ 2704024 w 5756887"/>
              <a:gd name="connsiteY19" fmla="*/ 4640191 h 4640191"/>
              <a:gd name="connsiteX20" fmla="*/ 2018375 w 5756887"/>
              <a:gd name="connsiteY20" fmla="*/ 4640191 h 4640191"/>
              <a:gd name="connsiteX21" fmla="*/ 1416929 w 5756887"/>
              <a:gd name="connsiteY21" fmla="*/ 4640191 h 4640191"/>
              <a:gd name="connsiteX22" fmla="*/ 773381 w 5756887"/>
              <a:gd name="connsiteY22" fmla="*/ 4640191 h 4640191"/>
              <a:gd name="connsiteX23" fmla="*/ 0 w 5756887"/>
              <a:gd name="connsiteY23" fmla="*/ 3866810 h 4640191"/>
              <a:gd name="connsiteX24" fmla="*/ 0 w 5756887"/>
              <a:gd name="connsiteY24" fmla="*/ 3217190 h 4640191"/>
              <a:gd name="connsiteX25" fmla="*/ 0 w 5756887"/>
              <a:gd name="connsiteY25" fmla="*/ 2567570 h 4640191"/>
              <a:gd name="connsiteX26" fmla="*/ 0 w 5756887"/>
              <a:gd name="connsiteY26" fmla="*/ 1887015 h 4640191"/>
              <a:gd name="connsiteX27" fmla="*/ 0 w 5756887"/>
              <a:gd name="connsiteY27" fmla="*/ 773381 h 4640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56887" h="4640191" fill="none" extrusionOk="0">
                <a:moveTo>
                  <a:pt x="0" y="773381"/>
                </a:moveTo>
                <a:cubicBezTo>
                  <a:pt x="-22473" y="416317"/>
                  <a:pt x="315057" y="-98245"/>
                  <a:pt x="773381" y="0"/>
                </a:cubicBezTo>
                <a:cubicBezTo>
                  <a:pt x="1050528" y="-16435"/>
                  <a:pt x="1113314" y="-23519"/>
                  <a:pt x="1374827" y="0"/>
                </a:cubicBezTo>
                <a:cubicBezTo>
                  <a:pt x="1636340" y="23519"/>
                  <a:pt x="1745916" y="-13302"/>
                  <a:pt x="1892071" y="0"/>
                </a:cubicBezTo>
                <a:cubicBezTo>
                  <a:pt x="2038226" y="13302"/>
                  <a:pt x="2263004" y="-18311"/>
                  <a:pt x="2367214" y="0"/>
                </a:cubicBezTo>
                <a:cubicBezTo>
                  <a:pt x="2471424" y="18311"/>
                  <a:pt x="2672083" y="-6530"/>
                  <a:pt x="2884458" y="0"/>
                </a:cubicBezTo>
                <a:cubicBezTo>
                  <a:pt x="3096833" y="6530"/>
                  <a:pt x="3341959" y="-5465"/>
                  <a:pt x="3528006" y="0"/>
                </a:cubicBezTo>
                <a:cubicBezTo>
                  <a:pt x="3714053" y="5465"/>
                  <a:pt x="3928383" y="14013"/>
                  <a:pt x="4045250" y="0"/>
                </a:cubicBezTo>
                <a:cubicBezTo>
                  <a:pt x="4162117" y="-14013"/>
                  <a:pt x="4789050" y="38401"/>
                  <a:pt x="4983506" y="0"/>
                </a:cubicBezTo>
                <a:cubicBezTo>
                  <a:pt x="5455627" y="8922"/>
                  <a:pt x="5699076" y="383581"/>
                  <a:pt x="5756887" y="773381"/>
                </a:cubicBezTo>
                <a:cubicBezTo>
                  <a:pt x="5729173" y="1077098"/>
                  <a:pt x="5740870" y="1284277"/>
                  <a:pt x="5756887" y="1423001"/>
                </a:cubicBezTo>
                <a:cubicBezTo>
                  <a:pt x="5772904" y="1561725"/>
                  <a:pt x="5782095" y="1807395"/>
                  <a:pt x="5756887" y="1979818"/>
                </a:cubicBezTo>
                <a:cubicBezTo>
                  <a:pt x="5731679" y="2152241"/>
                  <a:pt x="5757687" y="2494642"/>
                  <a:pt x="5756887" y="2660373"/>
                </a:cubicBezTo>
                <a:cubicBezTo>
                  <a:pt x="5756087" y="2826104"/>
                  <a:pt x="5779235" y="3099477"/>
                  <a:pt x="5756887" y="3279058"/>
                </a:cubicBezTo>
                <a:cubicBezTo>
                  <a:pt x="5734539" y="3458639"/>
                  <a:pt x="5777849" y="3736777"/>
                  <a:pt x="5756887" y="3866810"/>
                </a:cubicBezTo>
                <a:cubicBezTo>
                  <a:pt x="5720224" y="4251990"/>
                  <a:pt x="5437127" y="4611524"/>
                  <a:pt x="4983506" y="4640191"/>
                </a:cubicBezTo>
                <a:cubicBezTo>
                  <a:pt x="4806566" y="4625817"/>
                  <a:pt x="4530301" y="4611080"/>
                  <a:pt x="4297857" y="4640191"/>
                </a:cubicBezTo>
                <a:cubicBezTo>
                  <a:pt x="4065413" y="4669302"/>
                  <a:pt x="3982103" y="4624358"/>
                  <a:pt x="3780613" y="4640191"/>
                </a:cubicBezTo>
                <a:cubicBezTo>
                  <a:pt x="3579123" y="4656024"/>
                  <a:pt x="3479217" y="4614762"/>
                  <a:pt x="3179167" y="4640191"/>
                </a:cubicBezTo>
                <a:cubicBezTo>
                  <a:pt x="2879117" y="4665620"/>
                  <a:pt x="2834736" y="4639785"/>
                  <a:pt x="2704024" y="4640191"/>
                </a:cubicBezTo>
                <a:cubicBezTo>
                  <a:pt x="2573312" y="4640597"/>
                  <a:pt x="2203236" y="4668143"/>
                  <a:pt x="2018375" y="4640191"/>
                </a:cubicBezTo>
                <a:cubicBezTo>
                  <a:pt x="1833514" y="4612239"/>
                  <a:pt x="1698711" y="4668207"/>
                  <a:pt x="1416929" y="4640191"/>
                </a:cubicBezTo>
                <a:cubicBezTo>
                  <a:pt x="1135147" y="4612175"/>
                  <a:pt x="1036878" y="4650137"/>
                  <a:pt x="773381" y="4640191"/>
                </a:cubicBezTo>
                <a:cubicBezTo>
                  <a:pt x="380132" y="4712479"/>
                  <a:pt x="-6687" y="4321285"/>
                  <a:pt x="0" y="3866810"/>
                </a:cubicBezTo>
                <a:cubicBezTo>
                  <a:pt x="8250" y="3681269"/>
                  <a:pt x="-30190" y="3382758"/>
                  <a:pt x="0" y="3217190"/>
                </a:cubicBezTo>
                <a:cubicBezTo>
                  <a:pt x="30190" y="3051622"/>
                  <a:pt x="22068" y="2858092"/>
                  <a:pt x="0" y="2567570"/>
                </a:cubicBezTo>
                <a:cubicBezTo>
                  <a:pt x="-22068" y="2277048"/>
                  <a:pt x="1435" y="2166063"/>
                  <a:pt x="0" y="1887015"/>
                </a:cubicBezTo>
                <a:cubicBezTo>
                  <a:pt x="-1435" y="1607968"/>
                  <a:pt x="-8672" y="1258831"/>
                  <a:pt x="0" y="773381"/>
                </a:cubicBezTo>
                <a:close/>
              </a:path>
              <a:path w="5756887" h="4640191" stroke="0" extrusionOk="0">
                <a:moveTo>
                  <a:pt x="0" y="773381"/>
                </a:moveTo>
                <a:cubicBezTo>
                  <a:pt x="-39190" y="322081"/>
                  <a:pt x="333591" y="4753"/>
                  <a:pt x="773381" y="0"/>
                </a:cubicBezTo>
                <a:cubicBezTo>
                  <a:pt x="1075271" y="14034"/>
                  <a:pt x="1318101" y="4"/>
                  <a:pt x="1459030" y="0"/>
                </a:cubicBezTo>
                <a:cubicBezTo>
                  <a:pt x="1599959" y="-4"/>
                  <a:pt x="1846284" y="11758"/>
                  <a:pt x="2018375" y="0"/>
                </a:cubicBezTo>
                <a:cubicBezTo>
                  <a:pt x="2190466" y="-11758"/>
                  <a:pt x="2414964" y="5153"/>
                  <a:pt x="2535619" y="0"/>
                </a:cubicBezTo>
                <a:cubicBezTo>
                  <a:pt x="2656274" y="-5153"/>
                  <a:pt x="2865640" y="-17502"/>
                  <a:pt x="3179167" y="0"/>
                </a:cubicBezTo>
                <a:cubicBezTo>
                  <a:pt x="3492694" y="17502"/>
                  <a:pt x="3496724" y="-505"/>
                  <a:pt x="3738512" y="0"/>
                </a:cubicBezTo>
                <a:cubicBezTo>
                  <a:pt x="3980301" y="505"/>
                  <a:pt x="4271626" y="12505"/>
                  <a:pt x="4424161" y="0"/>
                </a:cubicBezTo>
                <a:cubicBezTo>
                  <a:pt x="4576696" y="-12505"/>
                  <a:pt x="4729466" y="-4101"/>
                  <a:pt x="4983506" y="0"/>
                </a:cubicBezTo>
                <a:cubicBezTo>
                  <a:pt x="5391738" y="31257"/>
                  <a:pt x="5699478" y="279668"/>
                  <a:pt x="5756887" y="773381"/>
                </a:cubicBezTo>
                <a:cubicBezTo>
                  <a:pt x="5735337" y="920522"/>
                  <a:pt x="5759473" y="1166960"/>
                  <a:pt x="5756887" y="1330198"/>
                </a:cubicBezTo>
                <a:cubicBezTo>
                  <a:pt x="5754301" y="1493436"/>
                  <a:pt x="5780866" y="1818250"/>
                  <a:pt x="5756887" y="1948884"/>
                </a:cubicBezTo>
                <a:cubicBezTo>
                  <a:pt x="5732908" y="2079518"/>
                  <a:pt x="5785312" y="2303416"/>
                  <a:pt x="5756887" y="2536636"/>
                </a:cubicBezTo>
                <a:cubicBezTo>
                  <a:pt x="5728462" y="2769856"/>
                  <a:pt x="5738977" y="3043038"/>
                  <a:pt x="5756887" y="3217190"/>
                </a:cubicBezTo>
                <a:cubicBezTo>
                  <a:pt x="5774797" y="3391342"/>
                  <a:pt x="5726135" y="3611129"/>
                  <a:pt x="5756887" y="3866810"/>
                </a:cubicBezTo>
                <a:cubicBezTo>
                  <a:pt x="5727172" y="4298817"/>
                  <a:pt x="5356038" y="4602522"/>
                  <a:pt x="4983506" y="4640191"/>
                </a:cubicBezTo>
                <a:cubicBezTo>
                  <a:pt x="4701373" y="4656347"/>
                  <a:pt x="4593692" y="4655725"/>
                  <a:pt x="4339958" y="4640191"/>
                </a:cubicBezTo>
                <a:cubicBezTo>
                  <a:pt x="4086224" y="4624657"/>
                  <a:pt x="4004735" y="4639328"/>
                  <a:pt x="3738512" y="4640191"/>
                </a:cubicBezTo>
                <a:cubicBezTo>
                  <a:pt x="3472289" y="4641054"/>
                  <a:pt x="3443275" y="4658634"/>
                  <a:pt x="3263369" y="4640191"/>
                </a:cubicBezTo>
                <a:cubicBezTo>
                  <a:pt x="3083463" y="4621748"/>
                  <a:pt x="2987461" y="4623737"/>
                  <a:pt x="2746125" y="4640191"/>
                </a:cubicBezTo>
                <a:cubicBezTo>
                  <a:pt x="2504789" y="4656645"/>
                  <a:pt x="2244206" y="4610249"/>
                  <a:pt x="2060476" y="4640191"/>
                </a:cubicBezTo>
                <a:cubicBezTo>
                  <a:pt x="1876746" y="4670133"/>
                  <a:pt x="1648295" y="4668724"/>
                  <a:pt x="1459030" y="4640191"/>
                </a:cubicBezTo>
                <a:cubicBezTo>
                  <a:pt x="1269765" y="4611658"/>
                  <a:pt x="1067966" y="4634052"/>
                  <a:pt x="773381" y="4640191"/>
                </a:cubicBezTo>
                <a:cubicBezTo>
                  <a:pt x="344504" y="4592999"/>
                  <a:pt x="89861" y="4312675"/>
                  <a:pt x="0" y="3866810"/>
                </a:cubicBezTo>
                <a:cubicBezTo>
                  <a:pt x="-10214" y="3639775"/>
                  <a:pt x="26011" y="3542691"/>
                  <a:pt x="0" y="3248124"/>
                </a:cubicBezTo>
                <a:cubicBezTo>
                  <a:pt x="-26011" y="2953557"/>
                  <a:pt x="-6362" y="2757494"/>
                  <a:pt x="0" y="2629438"/>
                </a:cubicBezTo>
                <a:cubicBezTo>
                  <a:pt x="6362" y="2501382"/>
                  <a:pt x="-11055" y="2221778"/>
                  <a:pt x="0" y="2072621"/>
                </a:cubicBezTo>
                <a:cubicBezTo>
                  <a:pt x="11055" y="1923464"/>
                  <a:pt x="7526" y="1594889"/>
                  <a:pt x="0" y="1423001"/>
                </a:cubicBezTo>
                <a:cubicBezTo>
                  <a:pt x="-7526" y="1251113"/>
                  <a:pt x="4409" y="997461"/>
                  <a:pt x="0" y="773381"/>
                </a:cubicBezTo>
                <a:close/>
              </a:path>
            </a:pathLst>
          </a:custGeom>
          <a:solidFill>
            <a:schemeClr val="bg1"/>
          </a:solidFill>
          <a:ln>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051B4A30-BBCD-048C-ECF6-020C7F5D41F5}"/>
              </a:ext>
            </a:extLst>
          </p:cNvPr>
          <p:cNvSpPr/>
          <p:nvPr/>
        </p:nvSpPr>
        <p:spPr>
          <a:xfrm>
            <a:off x="290004" y="1417464"/>
            <a:ext cx="5756887" cy="4640191"/>
          </a:xfrm>
          <a:custGeom>
            <a:avLst/>
            <a:gdLst>
              <a:gd name="connsiteX0" fmla="*/ 0 w 5756887"/>
              <a:gd name="connsiteY0" fmla="*/ 773381 h 4640191"/>
              <a:gd name="connsiteX1" fmla="*/ 773381 w 5756887"/>
              <a:gd name="connsiteY1" fmla="*/ 0 h 4640191"/>
              <a:gd name="connsiteX2" fmla="*/ 1374827 w 5756887"/>
              <a:gd name="connsiteY2" fmla="*/ 0 h 4640191"/>
              <a:gd name="connsiteX3" fmla="*/ 1892071 w 5756887"/>
              <a:gd name="connsiteY3" fmla="*/ 0 h 4640191"/>
              <a:gd name="connsiteX4" fmla="*/ 2367214 w 5756887"/>
              <a:gd name="connsiteY4" fmla="*/ 0 h 4640191"/>
              <a:gd name="connsiteX5" fmla="*/ 2884458 w 5756887"/>
              <a:gd name="connsiteY5" fmla="*/ 0 h 4640191"/>
              <a:gd name="connsiteX6" fmla="*/ 3528006 w 5756887"/>
              <a:gd name="connsiteY6" fmla="*/ 0 h 4640191"/>
              <a:gd name="connsiteX7" fmla="*/ 4045250 w 5756887"/>
              <a:gd name="connsiteY7" fmla="*/ 0 h 4640191"/>
              <a:gd name="connsiteX8" fmla="*/ 4983506 w 5756887"/>
              <a:gd name="connsiteY8" fmla="*/ 0 h 4640191"/>
              <a:gd name="connsiteX9" fmla="*/ 5756887 w 5756887"/>
              <a:gd name="connsiteY9" fmla="*/ 773381 h 4640191"/>
              <a:gd name="connsiteX10" fmla="*/ 5756887 w 5756887"/>
              <a:gd name="connsiteY10" fmla="*/ 1423001 h 4640191"/>
              <a:gd name="connsiteX11" fmla="*/ 5756887 w 5756887"/>
              <a:gd name="connsiteY11" fmla="*/ 1979818 h 4640191"/>
              <a:gd name="connsiteX12" fmla="*/ 5756887 w 5756887"/>
              <a:gd name="connsiteY12" fmla="*/ 2660373 h 4640191"/>
              <a:gd name="connsiteX13" fmla="*/ 5756887 w 5756887"/>
              <a:gd name="connsiteY13" fmla="*/ 3279058 h 4640191"/>
              <a:gd name="connsiteX14" fmla="*/ 5756887 w 5756887"/>
              <a:gd name="connsiteY14" fmla="*/ 3866810 h 4640191"/>
              <a:gd name="connsiteX15" fmla="*/ 4983506 w 5756887"/>
              <a:gd name="connsiteY15" fmla="*/ 4640191 h 4640191"/>
              <a:gd name="connsiteX16" fmla="*/ 4297857 w 5756887"/>
              <a:gd name="connsiteY16" fmla="*/ 4640191 h 4640191"/>
              <a:gd name="connsiteX17" fmla="*/ 3780613 w 5756887"/>
              <a:gd name="connsiteY17" fmla="*/ 4640191 h 4640191"/>
              <a:gd name="connsiteX18" fmla="*/ 3179167 w 5756887"/>
              <a:gd name="connsiteY18" fmla="*/ 4640191 h 4640191"/>
              <a:gd name="connsiteX19" fmla="*/ 2704024 w 5756887"/>
              <a:gd name="connsiteY19" fmla="*/ 4640191 h 4640191"/>
              <a:gd name="connsiteX20" fmla="*/ 2018375 w 5756887"/>
              <a:gd name="connsiteY20" fmla="*/ 4640191 h 4640191"/>
              <a:gd name="connsiteX21" fmla="*/ 1416929 w 5756887"/>
              <a:gd name="connsiteY21" fmla="*/ 4640191 h 4640191"/>
              <a:gd name="connsiteX22" fmla="*/ 773381 w 5756887"/>
              <a:gd name="connsiteY22" fmla="*/ 4640191 h 4640191"/>
              <a:gd name="connsiteX23" fmla="*/ 0 w 5756887"/>
              <a:gd name="connsiteY23" fmla="*/ 3866810 h 4640191"/>
              <a:gd name="connsiteX24" fmla="*/ 0 w 5756887"/>
              <a:gd name="connsiteY24" fmla="*/ 3217190 h 4640191"/>
              <a:gd name="connsiteX25" fmla="*/ 0 w 5756887"/>
              <a:gd name="connsiteY25" fmla="*/ 2567570 h 4640191"/>
              <a:gd name="connsiteX26" fmla="*/ 0 w 5756887"/>
              <a:gd name="connsiteY26" fmla="*/ 1887015 h 4640191"/>
              <a:gd name="connsiteX27" fmla="*/ 0 w 5756887"/>
              <a:gd name="connsiteY27" fmla="*/ 773381 h 4640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56887" h="4640191" fill="none" extrusionOk="0">
                <a:moveTo>
                  <a:pt x="0" y="773381"/>
                </a:moveTo>
                <a:cubicBezTo>
                  <a:pt x="-22473" y="416317"/>
                  <a:pt x="315057" y="-98245"/>
                  <a:pt x="773381" y="0"/>
                </a:cubicBezTo>
                <a:cubicBezTo>
                  <a:pt x="1050528" y="-16435"/>
                  <a:pt x="1113314" y="-23519"/>
                  <a:pt x="1374827" y="0"/>
                </a:cubicBezTo>
                <a:cubicBezTo>
                  <a:pt x="1636340" y="23519"/>
                  <a:pt x="1745916" y="-13302"/>
                  <a:pt x="1892071" y="0"/>
                </a:cubicBezTo>
                <a:cubicBezTo>
                  <a:pt x="2038226" y="13302"/>
                  <a:pt x="2263004" y="-18311"/>
                  <a:pt x="2367214" y="0"/>
                </a:cubicBezTo>
                <a:cubicBezTo>
                  <a:pt x="2471424" y="18311"/>
                  <a:pt x="2672083" y="-6530"/>
                  <a:pt x="2884458" y="0"/>
                </a:cubicBezTo>
                <a:cubicBezTo>
                  <a:pt x="3096833" y="6530"/>
                  <a:pt x="3341959" y="-5465"/>
                  <a:pt x="3528006" y="0"/>
                </a:cubicBezTo>
                <a:cubicBezTo>
                  <a:pt x="3714053" y="5465"/>
                  <a:pt x="3928383" y="14013"/>
                  <a:pt x="4045250" y="0"/>
                </a:cubicBezTo>
                <a:cubicBezTo>
                  <a:pt x="4162117" y="-14013"/>
                  <a:pt x="4789050" y="38401"/>
                  <a:pt x="4983506" y="0"/>
                </a:cubicBezTo>
                <a:cubicBezTo>
                  <a:pt x="5455627" y="8922"/>
                  <a:pt x="5699076" y="383581"/>
                  <a:pt x="5756887" y="773381"/>
                </a:cubicBezTo>
                <a:cubicBezTo>
                  <a:pt x="5729173" y="1077098"/>
                  <a:pt x="5740870" y="1284277"/>
                  <a:pt x="5756887" y="1423001"/>
                </a:cubicBezTo>
                <a:cubicBezTo>
                  <a:pt x="5772904" y="1561725"/>
                  <a:pt x="5782095" y="1807395"/>
                  <a:pt x="5756887" y="1979818"/>
                </a:cubicBezTo>
                <a:cubicBezTo>
                  <a:pt x="5731679" y="2152241"/>
                  <a:pt x="5757687" y="2494642"/>
                  <a:pt x="5756887" y="2660373"/>
                </a:cubicBezTo>
                <a:cubicBezTo>
                  <a:pt x="5756087" y="2826104"/>
                  <a:pt x="5779235" y="3099477"/>
                  <a:pt x="5756887" y="3279058"/>
                </a:cubicBezTo>
                <a:cubicBezTo>
                  <a:pt x="5734539" y="3458639"/>
                  <a:pt x="5777849" y="3736777"/>
                  <a:pt x="5756887" y="3866810"/>
                </a:cubicBezTo>
                <a:cubicBezTo>
                  <a:pt x="5720224" y="4251990"/>
                  <a:pt x="5437127" y="4611524"/>
                  <a:pt x="4983506" y="4640191"/>
                </a:cubicBezTo>
                <a:cubicBezTo>
                  <a:pt x="4806566" y="4625817"/>
                  <a:pt x="4530301" y="4611080"/>
                  <a:pt x="4297857" y="4640191"/>
                </a:cubicBezTo>
                <a:cubicBezTo>
                  <a:pt x="4065413" y="4669302"/>
                  <a:pt x="3982103" y="4624358"/>
                  <a:pt x="3780613" y="4640191"/>
                </a:cubicBezTo>
                <a:cubicBezTo>
                  <a:pt x="3579123" y="4656024"/>
                  <a:pt x="3479217" y="4614762"/>
                  <a:pt x="3179167" y="4640191"/>
                </a:cubicBezTo>
                <a:cubicBezTo>
                  <a:pt x="2879117" y="4665620"/>
                  <a:pt x="2834736" y="4639785"/>
                  <a:pt x="2704024" y="4640191"/>
                </a:cubicBezTo>
                <a:cubicBezTo>
                  <a:pt x="2573312" y="4640597"/>
                  <a:pt x="2203236" y="4668143"/>
                  <a:pt x="2018375" y="4640191"/>
                </a:cubicBezTo>
                <a:cubicBezTo>
                  <a:pt x="1833514" y="4612239"/>
                  <a:pt x="1698711" y="4668207"/>
                  <a:pt x="1416929" y="4640191"/>
                </a:cubicBezTo>
                <a:cubicBezTo>
                  <a:pt x="1135147" y="4612175"/>
                  <a:pt x="1036878" y="4650137"/>
                  <a:pt x="773381" y="4640191"/>
                </a:cubicBezTo>
                <a:cubicBezTo>
                  <a:pt x="380132" y="4712479"/>
                  <a:pt x="-6687" y="4321285"/>
                  <a:pt x="0" y="3866810"/>
                </a:cubicBezTo>
                <a:cubicBezTo>
                  <a:pt x="8250" y="3681269"/>
                  <a:pt x="-30190" y="3382758"/>
                  <a:pt x="0" y="3217190"/>
                </a:cubicBezTo>
                <a:cubicBezTo>
                  <a:pt x="30190" y="3051622"/>
                  <a:pt x="22068" y="2858092"/>
                  <a:pt x="0" y="2567570"/>
                </a:cubicBezTo>
                <a:cubicBezTo>
                  <a:pt x="-22068" y="2277048"/>
                  <a:pt x="1435" y="2166063"/>
                  <a:pt x="0" y="1887015"/>
                </a:cubicBezTo>
                <a:cubicBezTo>
                  <a:pt x="-1435" y="1607968"/>
                  <a:pt x="-8672" y="1258831"/>
                  <a:pt x="0" y="773381"/>
                </a:cubicBezTo>
                <a:close/>
              </a:path>
              <a:path w="5756887" h="4640191" stroke="0" extrusionOk="0">
                <a:moveTo>
                  <a:pt x="0" y="773381"/>
                </a:moveTo>
                <a:cubicBezTo>
                  <a:pt x="-39190" y="322081"/>
                  <a:pt x="333591" y="4753"/>
                  <a:pt x="773381" y="0"/>
                </a:cubicBezTo>
                <a:cubicBezTo>
                  <a:pt x="1075271" y="14034"/>
                  <a:pt x="1318101" y="4"/>
                  <a:pt x="1459030" y="0"/>
                </a:cubicBezTo>
                <a:cubicBezTo>
                  <a:pt x="1599959" y="-4"/>
                  <a:pt x="1846284" y="11758"/>
                  <a:pt x="2018375" y="0"/>
                </a:cubicBezTo>
                <a:cubicBezTo>
                  <a:pt x="2190466" y="-11758"/>
                  <a:pt x="2414964" y="5153"/>
                  <a:pt x="2535619" y="0"/>
                </a:cubicBezTo>
                <a:cubicBezTo>
                  <a:pt x="2656274" y="-5153"/>
                  <a:pt x="2865640" y="-17502"/>
                  <a:pt x="3179167" y="0"/>
                </a:cubicBezTo>
                <a:cubicBezTo>
                  <a:pt x="3492694" y="17502"/>
                  <a:pt x="3496724" y="-505"/>
                  <a:pt x="3738512" y="0"/>
                </a:cubicBezTo>
                <a:cubicBezTo>
                  <a:pt x="3980301" y="505"/>
                  <a:pt x="4271626" y="12505"/>
                  <a:pt x="4424161" y="0"/>
                </a:cubicBezTo>
                <a:cubicBezTo>
                  <a:pt x="4576696" y="-12505"/>
                  <a:pt x="4729466" y="-4101"/>
                  <a:pt x="4983506" y="0"/>
                </a:cubicBezTo>
                <a:cubicBezTo>
                  <a:pt x="5391738" y="31257"/>
                  <a:pt x="5699478" y="279668"/>
                  <a:pt x="5756887" y="773381"/>
                </a:cubicBezTo>
                <a:cubicBezTo>
                  <a:pt x="5735337" y="920522"/>
                  <a:pt x="5759473" y="1166960"/>
                  <a:pt x="5756887" y="1330198"/>
                </a:cubicBezTo>
                <a:cubicBezTo>
                  <a:pt x="5754301" y="1493436"/>
                  <a:pt x="5780866" y="1818250"/>
                  <a:pt x="5756887" y="1948884"/>
                </a:cubicBezTo>
                <a:cubicBezTo>
                  <a:pt x="5732908" y="2079518"/>
                  <a:pt x="5785312" y="2303416"/>
                  <a:pt x="5756887" y="2536636"/>
                </a:cubicBezTo>
                <a:cubicBezTo>
                  <a:pt x="5728462" y="2769856"/>
                  <a:pt x="5738977" y="3043038"/>
                  <a:pt x="5756887" y="3217190"/>
                </a:cubicBezTo>
                <a:cubicBezTo>
                  <a:pt x="5774797" y="3391342"/>
                  <a:pt x="5726135" y="3611129"/>
                  <a:pt x="5756887" y="3866810"/>
                </a:cubicBezTo>
                <a:cubicBezTo>
                  <a:pt x="5727172" y="4298817"/>
                  <a:pt x="5356038" y="4602522"/>
                  <a:pt x="4983506" y="4640191"/>
                </a:cubicBezTo>
                <a:cubicBezTo>
                  <a:pt x="4701373" y="4656347"/>
                  <a:pt x="4593692" y="4655725"/>
                  <a:pt x="4339958" y="4640191"/>
                </a:cubicBezTo>
                <a:cubicBezTo>
                  <a:pt x="4086224" y="4624657"/>
                  <a:pt x="4004735" y="4639328"/>
                  <a:pt x="3738512" y="4640191"/>
                </a:cubicBezTo>
                <a:cubicBezTo>
                  <a:pt x="3472289" y="4641054"/>
                  <a:pt x="3443275" y="4658634"/>
                  <a:pt x="3263369" y="4640191"/>
                </a:cubicBezTo>
                <a:cubicBezTo>
                  <a:pt x="3083463" y="4621748"/>
                  <a:pt x="2987461" y="4623737"/>
                  <a:pt x="2746125" y="4640191"/>
                </a:cubicBezTo>
                <a:cubicBezTo>
                  <a:pt x="2504789" y="4656645"/>
                  <a:pt x="2244206" y="4610249"/>
                  <a:pt x="2060476" y="4640191"/>
                </a:cubicBezTo>
                <a:cubicBezTo>
                  <a:pt x="1876746" y="4670133"/>
                  <a:pt x="1648295" y="4668724"/>
                  <a:pt x="1459030" y="4640191"/>
                </a:cubicBezTo>
                <a:cubicBezTo>
                  <a:pt x="1269765" y="4611658"/>
                  <a:pt x="1067966" y="4634052"/>
                  <a:pt x="773381" y="4640191"/>
                </a:cubicBezTo>
                <a:cubicBezTo>
                  <a:pt x="344504" y="4592999"/>
                  <a:pt x="89861" y="4312675"/>
                  <a:pt x="0" y="3866810"/>
                </a:cubicBezTo>
                <a:cubicBezTo>
                  <a:pt x="-10214" y="3639775"/>
                  <a:pt x="26011" y="3542691"/>
                  <a:pt x="0" y="3248124"/>
                </a:cubicBezTo>
                <a:cubicBezTo>
                  <a:pt x="-26011" y="2953557"/>
                  <a:pt x="-6362" y="2757494"/>
                  <a:pt x="0" y="2629438"/>
                </a:cubicBezTo>
                <a:cubicBezTo>
                  <a:pt x="6362" y="2501382"/>
                  <a:pt x="-11055" y="2221778"/>
                  <a:pt x="0" y="2072621"/>
                </a:cubicBezTo>
                <a:cubicBezTo>
                  <a:pt x="11055" y="1923464"/>
                  <a:pt x="7526" y="1594889"/>
                  <a:pt x="0" y="1423001"/>
                </a:cubicBezTo>
                <a:cubicBezTo>
                  <a:pt x="-7526" y="1251113"/>
                  <a:pt x="4409" y="997461"/>
                  <a:pt x="0" y="773381"/>
                </a:cubicBezTo>
                <a:close/>
              </a:path>
            </a:pathLst>
          </a:custGeom>
          <a:solidFill>
            <a:schemeClr val="bg1"/>
          </a:solidFill>
          <a:ln>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52CF27DF-0041-E89B-4C48-D5CB279E6867}"/>
              </a:ext>
            </a:extLst>
          </p:cNvPr>
          <p:cNvSpPr>
            <a:spLocks noGrp="1"/>
          </p:cNvSpPr>
          <p:nvPr>
            <p:ph type="title"/>
          </p:nvPr>
        </p:nvSpPr>
        <p:spPr/>
        <p:txBody>
          <a:bodyPr/>
          <a:lstStyle/>
          <a:p>
            <a:r>
              <a:rPr lang="en-AU" dirty="0"/>
              <a:t>UN and Human Rights</a:t>
            </a:r>
          </a:p>
        </p:txBody>
      </p:sp>
      <p:sp>
        <p:nvSpPr>
          <p:cNvPr id="9" name="Text Placeholder 8">
            <a:extLst>
              <a:ext uri="{FF2B5EF4-FFF2-40B4-BE49-F238E27FC236}">
                <a16:creationId xmlns:a16="http://schemas.microsoft.com/office/drawing/2014/main" id="{AAC4D491-E279-75B7-56F8-F50C85ABF2D6}"/>
              </a:ext>
            </a:extLst>
          </p:cNvPr>
          <p:cNvSpPr>
            <a:spLocks noGrp="1"/>
          </p:cNvSpPr>
          <p:nvPr>
            <p:ph type="body" sz="quarter" idx="13"/>
          </p:nvPr>
        </p:nvSpPr>
        <p:spPr/>
        <p:txBody>
          <a:bodyPr/>
          <a:lstStyle/>
          <a:p>
            <a:r>
              <a:rPr lang="en-AU" dirty="0"/>
              <a:t>ICCPR &amp; ICESCR</a:t>
            </a:r>
          </a:p>
        </p:txBody>
      </p:sp>
      <p:sp>
        <p:nvSpPr>
          <p:cNvPr id="8" name="Content Placeholder 7">
            <a:extLst>
              <a:ext uri="{FF2B5EF4-FFF2-40B4-BE49-F238E27FC236}">
                <a16:creationId xmlns:a16="http://schemas.microsoft.com/office/drawing/2014/main" id="{E17C430A-AFC8-9AFC-2529-686AFDDAAD15}"/>
              </a:ext>
            </a:extLst>
          </p:cNvPr>
          <p:cNvSpPr>
            <a:spLocks noGrp="1"/>
          </p:cNvSpPr>
          <p:nvPr>
            <p:ph idx="1"/>
          </p:nvPr>
        </p:nvSpPr>
        <p:spPr>
          <a:xfrm>
            <a:off x="1152188" y="1589682"/>
            <a:ext cx="11039812" cy="4640191"/>
          </a:xfrm>
        </p:spPr>
        <p:txBody>
          <a:bodyPr>
            <a:normAutofit/>
          </a:bodyPr>
          <a:lstStyle/>
          <a:p>
            <a:endParaRPr lang="en-US" sz="3200" dirty="0">
              <a:latin typeface="Work Sans Light" pitchFamily="2" charset="0"/>
            </a:endParaRPr>
          </a:p>
          <a:p>
            <a:endParaRPr lang="en-AU" sz="2400" dirty="0">
              <a:latin typeface="Aharoni" panose="02010803020104030203" pitchFamily="2" charset="-79"/>
              <a:cs typeface="Aharoni" panose="02010803020104030203" pitchFamily="2" charset="-79"/>
            </a:endParaRPr>
          </a:p>
        </p:txBody>
      </p:sp>
      <p:sp>
        <p:nvSpPr>
          <p:cNvPr id="2" name="Slide Number Placeholder 1">
            <a:extLst>
              <a:ext uri="{FF2B5EF4-FFF2-40B4-BE49-F238E27FC236}">
                <a16:creationId xmlns:a16="http://schemas.microsoft.com/office/drawing/2014/main" id="{FA6F8690-6B53-DF41-3E85-CBFCEAFD6C24}"/>
              </a:ext>
            </a:extLst>
          </p:cNvPr>
          <p:cNvSpPr>
            <a:spLocks noGrp="1"/>
          </p:cNvSpPr>
          <p:nvPr>
            <p:ph type="sldNum" sz="quarter" idx="12"/>
          </p:nvPr>
        </p:nvSpPr>
        <p:spPr/>
        <p:txBody>
          <a:bodyPr/>
          <a:lstStyle/>
          <a:p>
            <a:fld id="{6F6F96F8-3C4A-44BA-8813-69AD9933C9F2}" type="slidenum">
              <a:rPr lang="en-AU" smtClean="0"/>
              <a:t>9</a:t>
            </a:fld>
            <a:endParaRPr lang="en-AU"/>
          </a:p>
        </p:txBody>
      </p:sp>
      <p:sp>
        <p:nvSpPr>
          <p:cNvPr id="3" name="Content Placeholder 2">
            <a:extLst>
              <a:ext uri="{FF2B5EF4-FFF2-40B4-BE49-F238E27FC236}">
                <a16:creationId xmlns:a16="http://schemas.microsoft.com/office/drawing/2014/main" id="{535A49EA-332C-4FC3-FC5D-4FFEBDC1AB8C}"/>
              </a:ext>
            </a:extLst>
          </p:cNvPr>
          <p:cNvSpPr txBox="1">
            <a:spLocks/>
          </p:cNvSpPr>
          <p:nvPr/>
        </p:nvSpPr>
        <p:spPr>
          <a:xfrm>
            <a:off x="623418" y="1824303"/>
            <a:ext cx="5329910" cy="4250033"/>
          </a:xfrm>
          <a:prstGeom prst="rect">
            <a:avLst/>
          </a:prstGeom>
          <a:noFill/>
        </p:spPr>
        <p:txBody>
          <a:bodyPr vert="horz" lIns="0" tIns="45720" rIns="91440" bIns="45720" rtlCol="0">
            <a:normAutofit/>
          </a:bodyPr>
          <a:lstStyle>
            <a:lvl1pPr marL="0" indent="0" algn="l" defTabSz="914400" rtl="0" eaLnBrk="1" latinLnBrk="0" hangingPunct="1">
              <a:lnSpc>
                <a:spcPct val="100000"/>
              </a:lnSpc>
              <a:spcBef>
                <a:spcPts val="600"/>
              </a:spcBef>
              <a:spcAft>
                <a:spcPts val="600"/>
              </a:spcAft>
              <a:buFont typeface="Arial" panose="020B0604020202020204" pitchFamily="34" charset="0"/>
              <a:buNone/>
              <a:defRPr sz="1800" kern="1200">
                <a:solidFill>
                  <a:schemeClr val="tx1"/>
                </a:solidFill>
                <a:latin typeface="+mn-lt"/>
                <a:ea typeface="+mn-ea"/>
                <a:cs typeface="+mn-cs"/>
              </a:defRPr>
            </a:lvl1pPr>
            <a:lvl2pPr marL="742950" indent="-285750" algn="l" defTabSz="914400" rtl="0" eaLnBrk="1" latinLnBrk="0" hangingPunct="1">
              <a:lnSpc>
                <a:spcPct val="90000"/>
              </a:lnSpc>
              <a:spcBef>
                <a:spcPts val="600"/>
              </a:spcBef>
              <a:spcAft>
                <a:spcPts val="600"/>
              </a:spcAft>
              <a:buFont typeface="Arial" panose="020B0604020202020204" pitchFamily="34" charset="0"/>
              <a:buChar char="•"/>
              <a:defRPr sz="1800" kern="1200">
                <a:solidFill>
                  <a:schemeClr val="tx1"/>
                </a:solidFill>
                <a:latin typeface="+mn-lt"/>
                <a:ea typeface="+mn-ea"/>
                <a:cs typeface="+mn-cs"/>
              </a:defRPr>
            </a:lvl2pPr>
            <a:lvl3pPr marL="1200150" indent="-285750" algn="l" defTabSz="914400" rtl="0" eaLnBrk="1" latinLnBrk="0" hangingPunct="1">
              <a:lnSpc>
                <a:spcPct val="90000"/>
              </a:lnSpc>
              <a:spcBef>
                <a:spcPts val="600"/>
              </a:spcBef>
              <a:spcAft>
                <a:spcPts val="600"/>
              </a:spcAft>
              <a:buFont typeface="Courier New" panose="02070309020205020404" pitchFamily="49"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b="1" dirty="0">
                <a:solidFill>
                  <a:schemeClr val="tx1">
                    <a:lumMod val="75000"/>
                    <a:lumOff val="25000"/>
                  </a:schemeClr>
                </a:solidFill>
              </a:rPr>
              <a:t>ICCPR</a:t>
            </a:r>
          </a:p>
          <a:p>
            <a:br>
              <a:rPr lang="en-GB" dirty="0"/>
            </a:br>
            <a:r>
              <a:rPr lang="en-GB" sz="2000" dirty="0">
                <a:solidFill>
                  <a:schemeClr val="tx1">
                    <a:lumMod val="75000"/>
                    <a:lumOff val="25000"/>
                  </a:schemeClr>
                </a:solidFill>
              </a:rPr>
              <a:t>Art 6: Right to life</a:t>
            </a:r>
            <a:br>
              <a:rPr lang="en-GB" sz="2000" dirty="0">
                <a:solidFill>
                  <a:schemeClr val="tx1">
                    <a:lumMod val="75000"/>
                    <a:lumOff val="25000"/>
                  </a:schemeClr>
                </a:solidFill>
              </a:rPr>
            </a:br>
            <a:r>
              <a:rPr lang="en-GB" sz="2000" dirty="0">
                <a:solidFill>
                  <a:schemeClr val="tx1">
                    <a:lumMod val="75000"/>
                    <a:lumOff val="25000"/>
                  </a:schemeClr>
                </a:solidFill>
              </a:rPr>
              <a:t>Art 7: Prohibition on torture</a:t>
            </a:r>
            <a:br>
              <a:rPr lang="en-GB" sz="2000" dirty="0">
                <a:solidFill>
                  <a:schemeClr val="tx1">
                    <a:lumMod val="75000"/>
                    <a:lumOff val="25000"/>
                  </a:schemeClr>
                </a:solidFill>
              </a:rPr>
            </a:br>
            <a:r>
              <a:rPr lang="en-GB" sz="2000" dirty="0">
                <a:solidFill>
                  <a:schemeClr val="tx1">
                    <a:lumMod val="75000"/>
                    <a:lumOff val="25000"/>
                  </a:schemeClr>
                </a:solidFill>
              </a:rPr>
              <a:t>Art 8: Prohibition on slavery</a:t>
            </a:r>
            <a:br>
              <a:rPr lang="en-GB" sz="2000" dirty="0">
                <a:solidFill>
                  <a:schemeClr val="tx1">
                    <a:lumMod val="75000"/>
                    <a:lumOff val="25000"/>
                  </a:schemeClr>
                </a:solidFill>
              </a:rPr>
            </a:br>
            <a:r>
              <a:rPr lang="en-GB" sz="2000" dirty="0">
                <a:solidFill>
                  <a:schemeClr val="tx1">
                    <a:lumMod val="75000"/>
                    <a:lumOff val="25000"/>
                  </a:schemeClr>
                </a:solidFill>
              </a:rPr>
              <a:t>Art 9: Right to liberty and security</a:t>
            </a:r>
            <a:br>
              <a:rPr lang="en-GB" sz="2000" dirty="0">
                <a:solidFill>
                  <a:schemeClr val="tx1">
                    <a:lumMod val="75000"/>
                    <a:lumOff val="25000"/>
                  </a:schemeClr>
                </a:solidFill>
              </a:rPr>
            </a:br>
            <a:r>
              <a:rPr lang="en-GB" sz="2000" dirty="0">
                <a:solidFill>
                  <a:schemeClr val="tx1">
                    <a:lumMod val="75000"/>
                    <a:lumOff val="25000"/>
                  </a:schemeClr>
                </a:solidFill>
              </a:rPr>
              <a:t>Art 10: Rights in detention</a:t>
            </a:r>
            <a:br>
              <a:rPr lang="en-GB" sz="2000" dirty="0">
                <a:solidFill>
                  <a:schemeClr val="tx1">
                    <a:lumMod val="75000"/>
                    <a:lumOff val="25000"/>
                  </a:schemeClr>
                </a:solidFill>
              </a:rPr>
            </a:br>
            <a:r>
              <a:rPr lang="en-GB" sz="2000" dirty="0">
                <a:solidFill>
                  <a:schemeClr val="tx1">
                    <a:lumMod val="75000"/>
                    <a:lumOff val="25000"/>
                  </a:schemeClr>
                </a:solidFill>
              </a:rPr>
              <a:t>Art 11: No imprisonment for breach of contract</a:t>
            </a:r>
            <a:br>
              <a:rPr lang="en-GB" sz="2000" dirty="0">
                <a:solidFill>
                  <a:schemeClr val="tx1">
                    <a:lumMod val="75000"/>
                    <a:lumOff val="25000"/>
                  </a:schemeClr>
                </a:solidFill>
              </a:rPr>
            </a:br>
            <a:r>
              <a:rPr lang="en-GB" sz="2000" dirty="0">
                <a:solidFill>
                  <a:schemeClr val="tx1">
                    <a:lumMod val="75000"/>
                    <a:lumOff val="25000"/>
                  </a:schemeClr>
                </a:solidFill>
              </a:rPr>
              <a:t>Art 12: Freedom of movement</a:t>
            </a:r>
            <a:br>
              <a:rPr lang="en-GB" sz="2000" dirty="0">
                <a:solidFill>
                  <a:schemeClr val="tx1">
                    <a:lumMod val="75000"/>
                    <a:lumOff val="25000"/>
                  </a:schemeClr>
                </a:solidFill>
              </a:rPr>
            </a:br>
            <a:r>
              <a:rPr lang="en-GB" sz="2000" dirty="0">
                <a:solidFill>
                  <a:schemeClr val="tx1">
                    <a:lumMod val="75000"/>
                    <a:lumOff val="25000"/>
                  </a:schemeClr>
                </a:solidFill>
              </a:rPr>
              <a:t>Art 13: Rights of aliens</a:t>
            </a:r>
            <a:br>
              <a:rPr lang="en-GB" sz="2000" dirty="0">
                <a:solidFill>
                  <a:schemeClr val="tx1">
                    <a:lumMod val="75000"/>
                    <a:lumOff val="25000"/>
                  </a:schemeClr>
                </a:solidFill>
              </a:rPr>
            </a:br>
            <a:endParaRPr lang="en-AU" sz="2000" dirty="0">
              <a:solidFill>
                <a:schemeClr val="tx1">
                  <a:lumMod val="75000"/>
                  <a:lumOff val="25000"/>
                </a:schemeClr>
              </a:solidFill>
            </a:endParaRPr>
          </a:p>
        </p:txBody>
      </p:sp>
      <p:sp>
        <p:nvSpPr>
          <p:cNvPr id="4" name="Content Placeholder 2">
            <a:extLst>
              <a:ext uri="{FF2B5EF4-FFF2-40B4-BE49-F238E27FC236}">
                <a16:creationId xmlns:a16="http://schemas.microsoft.com/office/drawing/2014/main" id="{8DB8ED16-DBD2-7AAB-5E68-F1E9F6C7077D}"/>
              </a:ext>
            </a:extLst>
          </p:cNvPr>
          <p:cNvSpPr txBox="1">
            <a:spLocks/>
          </p:cNvSpPr>
          <p:nvPr/>
        </p:nvSpPr>
        <p:spPr>
          <a:xfrm>
            <a:off x="6096001" y="1824303"/>
            <a:ext cx="5472582" cy="4234740"/>
          </a:xfrm>
          <a:prstGeom prst="rect">
            <a:avLst/>
          </a:prstGeom>
          <a:noFill/>
        </p:spPr>
        <p:txBody>
          <a:bodyPr vert="horz" lIns="0" tIns="45720" rIns="0" bIns="45720" rtlCol="0">
            <a:normAutofit lnSpcReduction="10000"/>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GB" b="1" i="0" dirty="0">
                <a:effectLst/>
              </a:rPr>
              <a:t>ICESCR </a:t>
            </a:r>
          </a:p>
          <a:p>
            <a:br>
              <a:rPr lang="en-GB" dirty="0"/>
            </a:br>
            <a:r>
              <a:rPr lang="en-GB" b="0" i="0" dirty="0">
                <a:effectLst/>
              </a:rPr>
              <a:t>Art 6: right to work</a:t>
            </a:r>
            <a:br>
              <a:rPr lang="en-GB" dirty="0"/>
            </a:br>
            <a:r>
              <a:rPr lang="en-GB" b="0" i="0" dirty="0">
                <a:effectLst/>
              </a:rPr>
              <a:t>At 7: just and favourable conditions of work</a:t>
            </a:r>
            <a:br>
              <a:rPr lang="en-GB" dirty="0"/>
            </a:br>
            <a:r>
              <a:rPr lang="en-GB" b="0" i="0" dirty="0">
                <a:effectLst/>
              </a:rPr>
              <a:t>Art 8: right to form trade unions</a:t>
            </a:r>
            <a:br>
              <a:rPr lang="en-GB" dirty="0"/>
            </a:br>
            <a:r>
              <a:rPr lang="en-GB" b="0" i="0" dirty="0">
                <a:effectLst/>
              </a:rPr>
              <a:t>Art 9: right to social security</a:t>
            </a:r>
            <a:br>
              <a:rPr lang="en-GB" dirty="0"/>
            </a:br>
            <a:r>
              <a:rPr lang="en-GB" b="0" i="0" dirty="0">
                <a:effectLst/>
              </a:rPr>
              <a:t>Art 10: protection of the family</a:t>
            </a:r>
            <a:br>
              <a:rPr lang="en-GB" dirty="0"/>
            </a:br>
            <a:r>
              <a:rPr lang="en-GB" b="0" i="0" dirty="0">
                <a:effectLst/>
              </a:rPr>
              <a:t>Art 11: right to ‘adequate food, clothing and housing’</a:t>
            </a:r>
            <a:br>
              <a:rPr lang="en-GB" dirty="0"/>
            </a:br>
            <a:r>
              <a:rPr lang="en-GB" b="0" i="0" dirty="0">
                <a:effectLst/>
              </a:rPr>
              <a:t>Art 12: right to the ‘highest attainable </a:t>
            </a:r>
            <a:br>
              <a:rPr lang="en-GB" dirty="0"/>
            </a:br>
            <a:r>
              <a:rPr lang="en-GB" b="0" i="0" dirty="0">
                <a:effectLst/>
              </a:rPr>
              <a:t>standard of physical and mental health’</a:t>
            </a:r>
            <a:endParaRPr lang="en-AU" dirty="0"/>
          </a:p>
        </p:txBody>
      </p:sp>
    </p:spTree>
    <p:extLst>
      <p:ext uri="{BB962C8B-B14F-4D97-AF65-F5344CB8AC3E}">
        <p14:creationId xmlns:p14="http://schemas.microsoft.com/office/powerpoint/2010/main" val="3523170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6EF46-7FD0-2DBB-6656-D8AC40BCD9D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1AA6887-B82F-2ACC-58FB-579E531FDF43}"/>
              </a:ext>
            </a:extLst>
          </p:cNvPr>
          <p:cNvSpPr>
            <a:spLocks noGrp="1"/>
          </p:cNvSpPr>
          <p:nvPr>
            <p:ph type="title"/>
          </p:nvPr>
        </p:nvSpPr>
        <p:spPr>
          <a:xfrm>
            <a:off x="624357" y="245155"/>
            <a:ext cx="9030697" cy="538616"/>
          </a:xfrm>
        </p:spPr>
        <p:txBody>
          <a:bodyPr anchor="ctr">
            <a:normAutofit/>
          </a:bodyPr>
          <a:lstStyle/>
          <a:p>
            <a:r>
              <a:rPr lang="en-AU" dirty="0"/>
              <a:t>UN and Human Rights </a:t>
            </a:r>
          </a:p>
        </p:txBody>
      </p:sp>
      <p:sp>
        <p:nvSpPr>
          <p:cNvPr id="5127" name="Text Placeholder 2">
            <a:extLst>
              <a:ext uri="{FF2B5EF4-FFF2-40B4-BE49-F238E27FC236}">
                <a16:creationId xmlns:a16="http://schemas.microsoft.com/office/drawing/2014/main" id="{CA4895F9-704A-EE36-3DEA-DB54D23BD1E3}"/>
              </a:ext>
            </a:extLst>
          </p:cNvPr>
          <p:cNvSpPr>
            <a:spLocks noGrp="1"/>
          </p:cNvSpPr>
          <p:nvPr>
            <p:ph type="body" sz="quarter" idx="13"/>
          </p:nvPr>
        </p:nvSpPr>
        <p:spPr>
          <a:xfrm>
            <a:off x="623888" y="741399"/>
            <a:ext cx="9030697" cy="314516"/>
          </a:xfrm>
        </p:spPr>
        <p:txBody>
          <a:bodyPr/>
          <a:lstStyle/>
          <a:p>
            <a:r>
              <a:rPr lang="en-US" dirty="0"/>
              <a:t>Core Internation IHRL </a:t>
            </a:r>
            <a:r>
              <a:rPr lang="en-US" dirty="0" err="1"/>
              <a:t>INstruments</a:t>
            </a:r>
            <a:endParaRPr lang="en-US" dirty="0"/>
          </a:p>
        </p:txBody>
      </p:sp>
      <p:graphicFrame>
        <p:nvGraphicFramePr>
          <p:cNvPr id="3" name="Content Placeholder 2">
            <a:extLst>
              <a:ext uri="{FF2B5EF4-FFF2-40B4-BE49-F238E27FC236}">
                <a16:creationId xmlns:a16="http://schemas.microsoft.com/office/drawing/2014/main" id="{F53F79D2-7BFB-BA04-44A4-5DF7E6515684}"/>
              </a:ext>
            </a:extLst>
          </p:cNvPr>
          <p:cNvGraphicFramePr>
            <a:graphicFrameLocks noGrp="1"/>
          </p:cNvGraphicFramePr>
          <p:nvPr>
            <p:ph idx="1"/>
            <p:extLst>
              <p:ext uri="{D42A27DB-BD31-4B8C-83A1-F6EECF244321}">
                <p14:modId xmlns:p14="http://schemas.microsoft.com/office/powerpoint/2010/main" val="2086226170"/>
              </p:ext>
            </p:extLst>
          </p:nvPr>
        </p:nvGraphicFramePr>
        <p:xfrm>
          <a:off x="623888" y="1354543"/>
          <a:ext cx="11039813" cy="4762058"/>
        </p:xfrm>
        <a:graphic>
          <a:graphicData uri="http://schemas.openxmlformats.org/drawingml/2006/table">
            <a:tbl>
              <a:tblPr/>
              <a:tblGrid>
                <a:gridCol w="9413596">
                  <a:extLst>
                    <a:ext uri="{9D8B030D-6E8A-4147-A177-3AD203B41FA5}">
                      <a16:colId xmlns:a16="http://schemas.microsoft.com/office/drawing/2014/main" val="3525382927"/>
                    </a:ext>
                  </a:extLst>
                </a:gridCol>
                <a:gridCol w="1626217">
                  <a:extLst>
                    <a:ext uri="{9D8B030D-6E8A-4147-A177-3AD203B41FA5}">
                      <a16:colId xmlns:a16="http://schemas.microsoft.com/office/drawing/2014/main" val="2382692824"/>
                    </a:ext>
                  </a:extLst>
                </a:gridCol>
              </a:tblGrid>
              <a:tr h="7074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u="none" strike="noStrike" dirty="0">
                          <a:solidFill>
                            <a:srgbClr val="006FB7"/>
                          </a:solidFill>
                          <a:effectLst/>
                          <a:latin typeface="Speak Pro" panose="020B0504020101020102" pitchFamily="34" charset="0"/>
                          <a:hlinkClick r:id="rId3" tooltip="International Convention on the Elimination of All Forms of Racial Discrimination"/>
                        </a:rPr>
                        <a:t>International Convention on the Elimination of All Forms of Racial Discrimination</a:t>
                      </a:r>
                      <a:endParaRPr lang="en-US" sz="1800" dirty="0">
                        <a:effectLst/>
                        <a:latin typeface="Speak Pro" panose="020B0504020101020102" pitchFamily="34" charset="0"/>
                      </a:endParaRPr>
                    </a:p>
                  </a:txBody>
                  <a:tcPr marL="45493" marR="45493" marT="22746" marB="22746" anchor="ctr">
                    <a:lnL w="28575" cap="flat" cmpd="sng" algn="ctr">
                      <a:solidFill>
                        <a:srgbClr val="F5F5F1"/>
                      </a:solidFill>
                      <a:prstDash val="solid"/>
                      <a:round/>
                      <a:headEnd type="none" w="med" len="med"/>
                      <a:tailEnd type="none" w="med" len="med"/>
                    </a:lnL>
                    <a:lnR w="28575" cap="flat" cmpd="sng" algn="ctr">
                      <a:solidFill>
                        <a:srgbClr val="F5F5F1"/>
                      </a:solidFill>
                      <a:prstDash val="solid"/>
                      <a:round/>
                      <a:headEnd type="none" w="med" len="med"/>
                      <a:tailEnd type="none" w="med" len="med"/>
                    </a:lnR>
                    <a:lnT w="28575" cap="flat" cmpd="sng" algn="ctr">
                      <a:solidFill>
                        <a:srgbClr val="F5F5F1"/>
                      </a:solidFill>
                      <a:prstDash val="solid"/>
                      <a:round/>
                      <a:headEnd type="none" w="med" len="med"/>
                      <a:tailEnd type="none" w="med" len="med"/>
                    </a:lnT>
                    <a:lnB w="28575" cap="flat" cmpd="sng" algn="ctr">
                      <a:solidFill>
                        <a:srgbClr val="F5F5F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Speak Pro" panose="020B0504020101020102" pitchFamily="34" charset="0"/>
                        </a:rPr>
                        <a:t>21 Dec 1965</a:t>
                      </a:r>
                    </a:p>
                  </a:txBody>
                  <a:tcPr marL="45493" marR="45493" marT="22746" marB="22746" anchor="ctr">
                    <a:lnL w="28575" cap="flat" cmpd="sng" algn="ctr">
                      <a:solidFill>
                        <a:srgbClr val="F5F5F1"/>
                      </a:solidFill>
                      <a:prstDash val="solid"/>
                      <a:round/>
                      <a:headEnd type="none" w="med" len="med"/>
                      <a:tailEnd type="none" w="med" len="med"/>
                    </a:lnL>
                    <a:lnR w="28575" cap="flat" cmpd="sng" algn="ctr">
                      <a:solidFill>
                        <a:srgbClr val="F5F5F1"/>
                      </a:solidFill>
                      <a:prstDash val="solid"/>
                      <a:round/>
                      <a:headEnd type="none" w="med" len="med"/>
                      <a:tailEnd type="none" w="med" len="med"/>
                    </a:lnR>
                    <a:lnT w="28575" cap="flat" cmpd="sng" algn="ctr">
                      <a:solidFill>
                        <a:srgbClr val="F5F5F1"/>
                      </a:solidFill>
                      <a:prstDash val="solid"/>
                      <a:round/>
                      <a:headEnd type="none" w="med" len="med"/>
                      <a:tailEnd type="none" w="med" len="med"/>
                    </a:lnT>
                    <a:lnB w="28575" cap="flat" cmpd="sng" algn="ctr">
                      <a:solidFill>
                        <a:srgbClr val="F5F5F1"/>
                      </a:solidFill>
                      <a:prstDash val="solid"/>
                      <a:round/>
                      <a:headEnd type="none" w="med" len="med"/>
                      <a:tailEnd type="none" w="med" len="med"/>
                    </a:lnB>
                    <a:noFill/>
                  </a:tcPr>
                </a:tc>
                <a:extLst>
                  <a:ext uri="{0D108BD9-81ED-4DB2-BD59-A6C34878D82A}">
                    <a16:rowId xmlns:a16="http://schemas.microsoft.com/office/drawing/2014/main" val="3572521778"/>
                  </a:ext>
                </a:extLst>
              </a:tr>
              <a:tr h="473967">
                <a:tc>
                  <a:txBody>
                    <a:bodyPr/>
                    <a:lstStyle/>
                    <a:p>
                      <a:r>
                        <a:rPr lang="en-US" sz="1800" b="1" u="none" strike="noStrike" dirty="0">
                          <a:solidFill>
                            <a:srgbClr val="006FB7"/>
                          </a:solidFill>
                          <a:effectLst/>
                          <a:latin typeface="Speak Pro" panose="020B0504020101020102" pitchFamily="34" charset="0"/>
                          <a:hlinkClick r:id="rId4" tooltip="International Covenant on Civil and Political Rights"/>
                        </a:rPr>
                        <a:t>International Covenant on Civil and Political Rights</a:t>
                      </a:r>
                      <a:endParaRPr lang="en-US" sz="1800" dirty="0">
                        <a:effectLst/>
                        <a:latin typeface="Speak Pro" panose="020B0504020101020102" pitchFamily="34" charset="0"/>
                      </a:endParaRPr>
                    </a:p>
                  </a:txBody>
                  <a:tcPr marL="45493" marR="45493" marT="22746" marB="22746" anchor="ctr">
                    <a:lnL w="28575" cap="flat" cmpd="sng" algn="ctr">
                      <a:solidFill>
                        <a:srgbClr val="F5F5F1"/>
                      </a:solidFill>
                      <a:prstDash val="solid"/>
                      <a:round/>
                      <a:headEnd type="none" w="med" len="med"/>
                      <a:tailEnd type="none" w="med" len="med"/>
                    </a:lnL>
                    <a:lnR w="28575" cap="flat" cmpd="sng" algn="ctr">
                      <a:solidFill>
                        <a:srgbClr val="F5F5F1"/>
                      </a:solidFill>
                      <a:prstDash val="solid"/>
                      <a:round/>
                      <a:headEnd type="none" w="med" len="med"/>
                      <a:tailEnd type="none" w="med" len="med"/>
                    </a:lnR>
                    <a:lnT w="28575" cap="flat" cmpd="sng" algn="ctr">
                      <a:solidFill>
                        <a:srgbClr val="F5F5F1"/>
                      </a:solidFill>
                      <a:prstDash val="solid"/>
                      <a:round/>
                      <a:headEnd type="none" w="med" len="med"/>
                      <a:tailEnd type="none" w="med" len="med"/>
                    </a:lnT>
                    <a:lnB w="28575" cap="flat" cmpd="sng" algn="ctr">
                      <a:solidFill>
                        <a:srgbClr val="F5F5F1"/>
                      </a:solidFill>
                      <a:prstDash val="solid"/>
                      <a:round/>
                      <a:headEnd type="none" w="med" len="med"/>
                      <a:tailEnd type="none" w="med" len="med"/>
                    </a:lnB>
                    <a:solidFill>
                      <a:srgbClr val="FAFAF8"/>
                    </a:solidFill>
                  </a:tcPr>
                </a:tc>
                <a:tc>
                  <a:txBody>
                    <a:bodyPr/>
                    <a:lstStyle/>
                    <a:p>
                      <a:pPr>
                        <a:buNone/>
                      </a:pPr>
                      <a:r>
                        <a:rPr lang="en-US" sz="1800">
                          <a:effectLst/>
                          <a:latin typeface="Speak Pro" panose="020B0504020101020102" pitchFamily="34" charset="0"/>
                        </a:rPr>
                        <a:t>16 Dec 1966</a:t>
                      </a:r>
                    </a:p>
                  </a:txBody>
                  <a:tcPr marL="45493" marR="45493" marT="22746" marB="22746" anchor="ctr">
                    <a:lnL w="28575" cap="flat" cmpd="sng" algn="ctr">
                      <a:solidFill>
                        <a:srgbClr val="F5F5F1"/>
                      </a:solidFill>
                      <a:prstDash val="solid"/>
                      <a:round/>
                      <a:headEnd type="none" w="med" len="med"/>
                      <a:tailEnd type="none" w="med" len="med"/>
                    </a:lnL>
                    <a:lnR w="28575" cap="flat" cmpd="sng" algn="ctr">
                      <a:solidFill>
                        <a:srgbClr val="F5F5F1"/>
                      </a:solidFill>
                      <a:prstDash val="solid"/>
                      <a:round/>
                      <a:headEnd type="none" w="med" len="med"/>
                      <a:tailEnd type="none" w="med" len="med"/>
                    </a:lnR>
                    <a:lnT w="28575" cap="flat" cmpd="sng" algn="ctr">
                      <a:solidFill>
                        <a:srgbClr val="F5F5F1"/>
                      </a:solidFill>
                      <a:prstDash val="solid"/>
                      <a:round/>
                      <a:headEnd type="none" w="med" len="med"/>
                      <a:tailEnd type="none" w="med" len="med"/>
                    </a:lnT>
                    <a:lnB w="28575" cap="flat" cmpd="sng" algn="ctr">
                      <a:solidFill>
                        <a:srgbClr val="F5F5F1"/>
                      </a:solidFill>
                      <a:prstDash val="solid"/>
                      <a:round/>
                      <a:headEnd type="none" w="med" len="med"/>
                      <a:tailEnd type="none" w="med" len="med"/>
                    </a:lnB>
                    <a:solidFill>
                      <a:srgbClr val="FAFAF8"/>
                    </a:solidFill>
                  </a:tcPr>
                </a:tc>
                <a:extLst>
                  <a:ext uri="{0D108BD9-81ED-4DB2-BD59-A6C34878D82A}">
                    <a16:rowId xmlns:a16="http://schemas.microsoft.com/office/drawing/2014/main" val="3810526556"/>
                  </a:ext>
                </a:extLst>
              </a:tr>
              <a:tr h="525293">
                <a:tc>
                  <a:txBody>
                    <a:bodyPr/>
                    <a:lstStyle/>
                    <a:p>
                      <a:r>
                        <a:rPr lang="en-US" sz="1800" b="1" u="none" strike="noStrike">
                          <a:solidFill>
                            <a:srgbClr val="006FB7"/>
                          </a:solidFill>
                          <a:effectLst/>
                          <a:latin typeface="Speak Pro" panose="020B0504020101020102" pitchFamily="34" charset="0"/>
                          <a:hlinkClick r:id="rId5" tooltip="International Covenant on Economic, Social and Cultural Rights"/>
                        </a:rPr>
                        <a:t>International Covenant on Economic, Social and Cultural Rights</a:t>
                      </a:r>
                      <a:endParaRPr lang="en-US" sz="1800">
                        <a:effectLst/>
                        <a:latin typeface="Speak Pro" panose="020B0504020101020102" pitchFamily="34" charset="0"/>
                      </a:endParaRPr>
                    </a:p>
                  </a:txBody>
                  <a:tcPr marL="45493" marR="45493" marT="22746" marB="22746" anchor="ctr">
                    <a:lnL w="28575" cap="flat" cmpd="sng" algn="ctr">
                      <a:solidFill>
                        <a:srgbClr val="F5F5F1"/>
                      </a:solidFill>
                      <a:prstDash val="solid"/>
                      <a:round/>
                      <a:headEnd type="none" w="med" len="med"/>
                      <a:tailEnd type="none" w="med" len="med"/>
                    </a:lnL>
                    <a:lnR w="28575" cap="flat" cmpd="sng" algn="ctr">
                      <a:solidFill>
                        <a:srgbClr val="F5F5F1"/>
                      </a:solidFill>
                      <a:prstDash val="solid"/>
                      <a:round/>
                      <a:headEnd type="none" w="med" len="med"/>
                      <a:tailEnd type="none" w="med" len="med"/>
                    </a:lnR>
                    <a:lnT w="28575" cap="flat" cmpd="sng" algn="ctr">
                      <a:solidFill>
                        <a:srgbClr val="F5F5F1"/>
                      </a:solidFill>
                      <a:prstDash val="solid"/>
                      <a:round/>
                      <a:headEnd type="none" w="med" len="med"/>
                      <a:tailEnd type="none" w="med" len="med"/>
                    </a:lnT>
                    <a:lnB w="28575" cap="flat" cmpd="sng" algn="ctr">
                      <a:solidFill>
                        <a:srgbClr val="F5F5F1"/>
                      </a:solidFill>
                      <a:prstDash val="solid"/>
                      <a:round/>
                      <a:headEnd type="none" w="med" len="med"/>
                      <a:tailEnd type="none" w="med" len="med"/>
                    </a:lnB>
                    <a:noFill/>
                  </a:tcPr>
                </a:tc>
                <a:tc>
                  <a:txBody>
                    <a:bodyPr/>
                    <a:lstStyle/>
                    <a:p>
                      <a:pPr>
                        <a:buNone/>
                      </a:pPr>
                      <a:r>
                        <a:rPr lang="en-US" sz="1800">
                          <a:effectLst/>
                          <a:latin typeface="Speak Pro" panose="020B0504020101020102" pitchFamily="34" charset="0"/>
                        </a:rPr>
                        <a:t>16 Dec 1966</a:t>
                      </a:r>
                    </a:p>
                  </a:txBody>
                  <a:tcPr marL="45493" marR="45493" marT="22746" marB="22746" anchor="ctr">
                    <a:lnL w="28575" cap="flat" cmpd="sng" algn="ctr">
                      <a:solidFill>
                        <a:srgbClr val="F5F5F1"/>
                      </a:solidFill>
                      <a:prstDash val="solid"/>
                      <a:round/>
                      <a:headEnd type="none" w="med" len="med"/>
                      <a:tailEnd type="none" w="med" len="med"/>
                    </a:lnL>
                    <a:lnR w="28575" cap="flat" cmpd="sng" algn="ctr">
                      <a:solidFill>
                        <a:srgbClr val="F5F5F1"/>
                      </a:solidFill>
                      <a:prstDash val="solid"/>
                      <a:round/>
                      <a:headEnd type="none" w="med" len="med"/>
                      <a:tailEnd type="none" w="med" len="med"/>
                    </a:lnR>
                    <a:lnT w="28575" cap="flat" cmpd="sng" algn="ctr">
                      <a:solidFill>
                        <a:srgbClr val="F5F5F1"/>
                      </a:solidFill>
                      <a:prstDash val="solid"/>
                      <a:round/>
                      <a:headEnd type="none" w="med" len="med"/>
                      <a:tailEnd type="none" w="med" len="med"/>
                    </a:lnT>
                    <a:lnB w="28575" cap="flat" cmpd="sng" algn="ctr">
                      <a:solidFill>
                        <a:srgbClr val="F5F5F1"/>
                      </a:solidFill>
                      <a:prstDash val="solid"/>
                      <a:round/>
                      <a:headEnd type="none" w="med" len="med"/>
                      <a:tailEnd type="none" w="med" len="med"/>
                    </a:lnB>
                    <a:noFill/>
                  </a:tcPr>
                </a:tc>
                <a:extLst>
                  <a:ext uri="{0D108BD9-81ED-4DB2-BD59-A6C34878D82A}">
                    <a16:rowId xmlns:a16="http://schemas.microsoft.com/office/drawing/2014/main" val="3554846832"/>
                  </a:ext>
                </a:extLst>
              </a:tr>
              <a:tr h="505839">
                <a:tc>
                  <a:txBody>
                    <a:bodyPr/>
                    <a:lstStyle/>
                    <a:p>
                      <a:r>
                        <a:rPr lang="en-US" sz="1800" b="1" u="none" strike="noStrike">
                          <a:solidFill>
                            <a:srgbClr val="006FB7"/>
                          </a:solidFill>
                          <a:effectLst/>
                          <a:latin typeface="Speak Pro" panose="020B0504020101020102" pitchFamily="34" charset="0"/>
                          <a:hlinkClick r:id="rId6" tooltip="Convention on the Elimination of All Forms of Discrimination against Women"/>
                        </a:rPr>
                        <a:t>Convention on the Elimination of All Forms of Discrimination against Women</a:t>
                      </a:r>
                      <a:endParaRPr lang="en-US" sz="1800">
                        <a:effectLst/>
                        <a:latin typeface="Speak Pro" panose="020B0504020101020102" pitchFamily="34" charset="0"/>
                      </a:endParaRPr>
                    </a:p>
                  </a:txBody>
                  <a:tcPr marL="45493" marR="45493" marT="22746" marB="22746" anchor="ctr">
                    <a:lnL w="28575" cap="flat" cmpd="sng" algn="ctr">
                      <a:solidFill>
                        <a:srgbClr val="F5F5F1"/>
                      </a:solidFill>
                      <a:prstDash val="solid"/>
                      <a:round/>
                      <a:headEnd type="none" w="med" len="med"/>
                      <a:tailEnd type="none" w="med" len="med"/>
                    </a:lnL>
                    <a:lnR w="28575" cap="flat" cmpd="sng" algn="ctr">
                      <a:solidFill>
                        <a:srgbClr val="F5F5F1"/>
                      </a:solidFill>
                      <a:prstDash val="solid"/>
                      <a:round/>
                      <a:headEnd type="none" w="med" len="med"/>
                      <a:tailEnd type="none" w="med" len="med"/>
                    </a:lnR>
                    <a:lnT w="28575" cap="flat" cmpd="sng" algn="ctr">
                      <a:solidFill>
                        <a:srgbClr val="F5F5F1"/>
                      </a:solidFill>
                      <a:prstDash val="solid"/>
                      <a:round/>
                      <a:headEnd type="none" w="med" len="med"/>
                      <a:tailEnd type="none" w="med" len="med"/>
                    </a:lnT>
                    <a:lnB w="28575" cap="flat" cmpd="sng" algn="ctr">
                      <a:solidFill>
                        <a:srgbClr val="F5F5F1"/>
                      </a:solidFill>
                      <a:prstDash val="solid"/>
                      <a:round/>
                      <a:headEnd type="none" w="med" len="med"/>
                      <a:tailEnd type="none" w="med" len="med"/>
                    </a:lnB>
                    <a:solidFill>
                      <a:srgbClr val="FAFAF8"/>
                    </a:solidFill>
                  </a:tcPr>
                </a:tc>
                <a:tc>
                  <a:txBody>
                    <a:bodyPr/>
                    <a:lstStyle/>
                    <a:p>
                      <a:pPr>
                        <a:buNone/>
                      </a:pPr>
                      <a:r>
                        <a:rPr lang="en-US" sz="1800">
                          <a:effectLst/>
                          <a:latin typeface="Speak Pro" panose="020B0504020101020102" pitchFamily="34" charset="0"/>
                        </a:rPr>
                        <a:t>18 Dec 1979</a:t>
                      </a:r>
                    </a:p>
                  </a:txBody>
                  <a:tcPr marL="45493" marR="45493" marT="22746" marB="22746" anchor="ctr">
                    <a:lnL w="28575" cap="flat" cmpd="sng" algn="ctr">
                      <a:solidFill>
                        <a:srgbClr val="F5F5F1"/>
                      </a:solidFill>
                      <a:prstDash val="solid"/>
                      <a:round/>
                      <a:headEnd type="none" w="med" len="med"/>
                      <a:tailEnd type="none" w="med" len="med"/>
                    </a:lnL>
                    <a:lnR w="28575" cap="flat" cmpd="sng" algn="ctr">
                      <a:solidFill>
                        <a:srgbClr val="F5F5F1"/>
                      </a:solidFill>
                      <a:prstDash val="solid"/>
                      <a:round/>
                      <a:headEnd type="none" w="med" len="med"/>
                      <a:tailEnd type="none" w="med" len="med"/>
                    </a:lnR>
                    <a:lnT w="28575" cap="flat" cmpd="sng" algn="ctr">
                      <a:solidFill>
                        <a:srgbClr val="F5F5F1"/>
                      </a:solidFill>
                      <a:prstDash val="solid"/>
                      <a:round/>
                      <a:headEnd type="none" w="med" len="med"/>
                      <a:tailEnd type="none" w="med" len="med"/>
                    </a:lnT>
                    <a:lnB w="28575" cap="flat" cmpd="sng" algn="ctr">
                      <a:solidFill>
                        <a:srgbClr val="F5F5F1"/>
                      </a:solidFill>
                      <a:prstDash val="solid"/>
                      <a:round/>
                      <a:headEnd type="none" w="med" len="med"/>
                      <a:tailEnd type="none" w="med" len="med"/>
                    </a:lnB>
                    <a:solidFill>
                      <a:srgbClr val="FAFAF8"/>
                    </a:solidFill>
                  </a:tcPr>
                </a:tc>
                <a:extLst>
                  <a:ext uri="{0D108BD9-81ED-4DB2-BD59-A6C34878D82A}">
                    <a16:rowId xmlns:a16="http://schemas.microsoft.com/office/drawing/2014/main" val="1737740489"/>
                  </a:ext>
                </a:extLst>
              </a:tr>
              <a:tr h="525293">
                <a:tc>
                  <a:txBody>
                    <a:bodyPr/>
                    <a:lstStyle/>
                    <a:p>
                      <a:r>
                        <a:rPr lang="en-US" sz="1800" b="1" u="none" strike="noStrike">
                          <a:solidFill>
                            <a:srgbClr val="006FB7"/>
                          </a:solidFill>
                          <a:effectLst/>
                          <a:latin typeface="Speak Pro" panose="020B0504020101020102" pitchFamily="34" charset="0"/>
                          <a:hlinkClick r:id="rId7" tooltip="Convention against Torture and Other Cruel, Inhuman or Degrading Treatment or Punishment"/>
                        </a:rPr>
                        <a:t>Convention against Torture and Other Cruel, Inhuman or Degrading Treatment or Punishment</a:t>
                      </a:r>
                      <a:endParaRPr lang="en-US" sz="1800">
                        <a:effectLst/>
                        <a:latin typeface="Speak Pro" panose="020B0504020101020102" pitchFamily="34" charset="0"/>
                      </a:endParaRPr>
                    </a:p>
                  </a:txBody>
                  <a:tcPr marL="45493" marR="45493" marT="22746" marB="22746" anchor="ctr">
                    <a:lnL w="28575" cap="flat" cmpd="sng" algn="ctr">
                      <a:solidFill>
                        <a:srgbClr val="F5F5F1"/>
                      </a:solidFill>
                      <a:prstDash val="solid"/>
                      <a:round/>
                      <a:headEnd type="none" w="med" len="med"/>
                      <a:tailEnd type="none" w="med" len="med"/>
                    </a:lnL>
                    <a:lnR w="28575" cap="flat" cmpd="sng" algn="ctr">
                      <a:solidFill>
                        <a:srgbClr val="F5F5F1"/>
                      </a:solidFill>
                      <a:prstDash val="solid"/>
                      <a:round/>
                      <a:headEnd type="none" w="med" len="med"/>
                      <a:tailEnd type="none" w="med" len="med"/>
                    </a:lnR>
                    <a:lnT w="28575" cap="flat" cmpd="sng" algn="ctr">
                      <a:solidFill>
                        <a:srgbClr val="F5F5F1"/>
                      </a:solidFill>
                      <a:prstDash val="solid"/>
                      <a:round/>
                      <a:headEnd type="none" w="med" len="med"/>
                      <a:tailEnd type="none" w="med" len="med"/>
                    </a:lnT>
                    <a:lnB w="28575" cap="flat" cmpd="sng" algn="ctr">
                      <a:solidFill>
                        <a:srgbClr val="F5F5F1"/>
                      </a:solidFill>
                      <a:prstDash val="solid"/>
                      <a:round/>
                      <a:headEnd type="none" w="med" len="med"/>
                      <a:tailEnd type="none" w="med" len="med"/>
                    </a:lnB>
                    <a:noFill/>
                  </a:tcPr>
                </a:tc>
                <a:tc>
                  <a:txBody>
                    <a:bodyPr/>
                    <a:lstStyle/>
                    <a:p>
                      <a:pPr>
                        <a:buNone/>
                      </a:pPr>
                      <a:r>
                        <a:rPr lang="en-US" sz="1800">
                          <a:effectLst/>
                          <a:latin typeface="Speak Pro" panose="020B0504020101020102" pitchFamily="34" charset="0"/>
                        </a:rPr>
                        <a:t>10 Dec 1984</a:t>
                      </a:r>
                    </a:p>
                  </a:txBody>
                  <a:tcPr marL="45493" marR="45493" marT="22746" marB="22746" anchor="ctr">
                    <a:lnL w="28575" cap="flat" cmpd="sng" algn="ctr">
                      <a:solidFill>
                        <a:srgbClr val="F5F5F1"/>
                      </a:solidFill>
                      <a:prstDash val="solid"/>
                      <a:round/>
                      <a:headEnd type="none" w="med" len="med"/>
                      <a:tailEnd type="none" w="med" len="med"/>
                    </a:lnL>
                    <a:lnR w="28575" cap="flat" cmpd="sng" algn="ctr">
                      <a:solidFill>
                        <a:srgbClr val="F5F5F1"/>
                      </a:solidFill>
                      <a:prstDash val="solid"/>
                      <a:round/>
                      <a:headEnd type="none" w="med" len="med"/>
                      <a:tailEnd type="none" w="med" len="med"/>
                    </a:lnR>
                    <a:lnT w="28575" cap="flat" cmpd="sng" algn="ctr">
                      <a:solidFill>
                        <a:srgbClr val="F5F5F1"/>
                      </a:solidFill>
                      <a:prstDash val="solid"/>
                      <a:round/>
                      <a:headEnd type="none" w="med" len="med"/>
                      <a:tailEnd type="none" w="med" len="med"/>
                    </a:lnT>
                    <a:lnB w="28575" cap="flat" cmpd="sng" algn="ctr">
                      <a:solidFill>
                        <a:srgbClr val="F5F5F1"/>
                      </a:solidFill>
                      <a:prstDash val="solid"/>
                      <a:round/>
                      <a:headEnd type="none" w="med" len="med"/>
                      <a:tailEnd type="none" w="med" len="med"/>
                    </a:lnB>
                    <a:noFill/>
                  </a:tcPr>
                </a:tc>
                <a:extLst>
                  <a:ext uri="{0D108BD9-81ED-4DB2-BD59-A6C34878D82A}">
                    <a16:rowId xmlns:a16="http://schemas.microsoft.com/office/drawing/2014/main" val="371393045"/>
                  </a:ext>
                </a:extLst>
              </a:tr>
              <a:tr h="428017">
                <a:tc>
                  <a:txBody>
                    <a:bodyPr/>
                    <a:lstStyle/>
                    <a:p>
                      <a:r>
                        <a:rPr lang="en-US" sz="1800" b="1" u="none" strike="noStrike" dirty="0">
                          <a:solidFill>
                            <a:srgbClr val="006FB7"/>
                          </a:solidFill>
                          <a:effectLst/>
                          <a:latin typeface="Speak Pro" panose="020B0504020101020102" pitchFamily="34" charset="0"/>
                          <a:hlinkClick r:id="rId8" tooltip="Convention on the Rights of the Child"/>
                        </a:rPr>
                        <a:t>Convention on the Rights of the Child</a:t>
                      </a:r>
                      <a:endParaRPr lang="en-US" sz="1800" dirty="0">
                        <a:effectLst/>
                        <a:latin typeface="Speak Pro" panose="020B0504020101020102" pitchFamily="34" charset="0"/>
                      </a:endParaRPr>
                    </a:p>
                  </a:txBody>
                  <a:tcPr marL="45493" marR="45493" marT="22746" marB="22746" anchor="ctr">
                    <a:lnL w="28575" cap="flat" cmpd="sng" algn="ctr">
                      <a:solidFill>
                        <a:srgbClr val="F5F5F1"/>
                      </a:solidFill>
                      <a:prstDash val="solid"/>
                      <a:round/>
                      <a:headEnd type="none" w="med" len="med"/>
                      <a:tailEnd type="none" w="med" len="med"/>
                    </a:lnL>
                    <a:lnR w="28575" cap="flat" cmpd="sng" algn="ctr">
                      <a:solidFill>
                        <a:srgbClr val="F5F5F1"/>
                      </a:solidFill>
                      <a:prstDash val="solid"/>
                      <a:round/>
                      <a:headEnd type="none" w="med" len="med"/>
                      <a:tailEnd type="none" w="med" len="med"/>
                    </a:lnR>
                    <a:lnT w="28575" cap="flat" cmpd="sng" algn="ctr">
                      <a:solidFill>
                        <a:srgbClr val="F5F5F1"/>
                      </a:solidFill>
                      <a:prstDash val="solid"/>
                      <a:round/>
                      <a:headEnd type="none" w="med" len="med"/>
                      <a:tailEnd type="none" w="med" len="med"/>
                    </a:lnT>
                    <a:lnB w="28575" cap="flat" cmpd="sng" algn="ctr">
                      <a:solidFill>
                        <a:srgbClr val="F5F5F1"/>
                      </a:solidFill>
                      <a:prstDash val="solid"/>
                      <a:round/>
                      <a:headEnd type="none" w="med" len="med"/>
                      <a:tailEnd type="none" w="med" len="med"/>
                    </a:lnB>
                    <a:solidFill>
                      <a:srgbClr val="FAFAF8"/>
                    </a:solidFill>
                  </a:tcPr>
                </a:tc>
                <a:tc>
                  <a:txBody>
                    <a:bodyPr/>
                    <a:lstStyle/>
                    <a:p>
                      <a:pPr>
                        <a:buNone/>
                      </a:pPr>
                      <a:r>
                        <a:rPr lang="en-US" sz="1800">
                          <a:effectLst/>
                          <a:latin typeface="Speak Pro" panose="020B0504020101020102" pitchFamily="34" charset="0"/>
                        </a:rPr>
                        <a:t>20 Nov 1989</a:t>
                      </a:r>
                    </a:p>
                  </a:txBody>
                  <a:tcPr marL="45493" marR="45493" marT="22746" marB="22746" anchor="ctr">
                    <a:lnL w="28575" cap="flat" cmpd="sng" algn="ctr">
                      <a:solidFill>
                        <a:srgbClr val="F5F5F1"/>
                      </a:solidFill>
                      <a:prstDash val="solid"/>
                      <a:round/>
                      <a:headEnd type="none" w="med" len="med"/>
                      <a:tailEnd type="none" w="med" len="med"/>
                    </a:lnL>
                    <a:lnR w="28575" cap="flat" cmpd="sng" algn="ctr">
                      <a:solidFill>
                        <a:srgbClr val="F5F5F1"/>
                      </a:solidFill>
                      <a:prstDash val="solid"/>
                      <a:round/>
                      <a:headEnd type="none" w="med" len="med"/>
                      <a:tailEnd type="none" w="med" len="med"/>
                    </a:lnR>
                    <a:lnT w="28575" cap="flat" cmpd="sng" algn="ctr">
                      <a:solidFill>
                        <a:srgbClr val="F5F5F1"/>
                      </a:solidFill>
                      <a:prstDash val="solid"/>
                      <a:round/>
                      <a:headEnd type="none" w="med" len="med"/>
                      <a:tailEnd type="none" w="med" len="med"/>
                    </a:lnT>
                    <a:lnB w="28575" cap="flat" cmpd="sng" algn="ctr">
                      <a:solidFill>
                        <a:srgbClr val="F5F5F1"/>
                      </a:solidFill>
                      <a:prstDash val="solid"/>
                      <a:round/>
                      <a:headEnd type="none" w="med" len="med"/>
                      <a:tailEnd type="none" w="med" len="med"/>
                    </a:lnB>
                    <a:solidFill>
                      <a:srgbClr val="FAFAF8"/>
                    </a:solidFill>
                  </a:tcPr>
                </a:tc>
                <a:extLst>
                  <a:ext uri="{0D108BD9-81ED-4DB2-BD59-A6C34878D82A}">
                    <a16:rowId xmlns:a16="http://schemas.microsoft.com/office/drawing/2014/main" val="587700044"/>
                  </a:ext>
                </a:extLst>
              </a:tr>
              <a:tr h="758758">
                <a:tc>
                  <a:txBody>
                    <a:bodyPr/>
                    <a:lstStyle/>
                    <a:p>
                      <a:r>
                        <a:rPr lang="en-US" sz="1800" b="1" u="none" strike="noStrike" dirty="0">
                          <a:solidFill>
                            <a:srgbClr val="006FB7"/>
                          </a:solidFill>
                          <a:effectLst/>
                          <a:latin typeface="Speak Pro" panose="020B0504020101020102" pitchFamily="34" charset="0"/>
                          <a:hlinkClick r:id="rId9" tooltip="International Convention on the Protection of the Rights of All Migrant Workers and Members of Their Families"/>
                        </a:rPr>
                        <a:t>International Convention on the Protection of the Rights of All Migrant Workers and Members of Their Families</a:t>
                      </a:r>
                      <a:endParaRPr lang="en-US" sz="1800" dirty="0">
                        <a:effectLst/>
                        <a:latin typeface="Speak Pro" panose="020B0504020101020102" pitchFamily="34" charset="0"/>
                      </a:endParaRPr>
                    </a:p>
                  </a:txBody>
                  <a:tcPr marL="45493" marR="45493" marT="22746" marB="22746" anchor="ctr">
                    <a:lnL w="28575" cap="flat" cmpd="sng" algn="ctr">
                      <a:solidFill>
                        <a:srgbClr val="F5F5F1"/>
                      </a:solidFill>
                      <a:prstDash val="solid"/>
                      <a:round/>
                      <a:headEnd type="none" w="med" len="med"/>
                      <a:tailEnd type="none" w="med" len="med"/>
                    </a:lnL>
                    <a:lnR w="28575" cap="flat" cmpd="sng" algn="ctr">
                      <a:solidFill>
                        <a:srgbClr val="F5F5F1"/>
                      </a:solidFill>
                      <a:prstDash val="solid"/>
                      <a:round/>
                      <a:headEnd type="none" w="med" len="med"/>
                      <a:tailEnd type="none" w="med" len="med"/>
                    </a:lnR>
                    <a:lnT w="28575" cap="flat" cmpd="sng" algn="ctr">
                      <a:solidFill>
                        <a:srgbClr val="F5F5F1"/>
                      </a:solidFill>
                      <a:prstDash val="solid"/>
                      <a:round/>
                      <a:headEnd type="none" w="med" len="med"/>
                      <a:tailEnd type="none" w="med" len="med"/>
                    </a:lnT>
                    <a:lnB w="28575" cap="flat" cmpd="sng" algn="ctr">
                      <a:solidFill>
                        <a:srgbClr val="F5F5F1"/>
                      </a:solidFill>
                      <a:prstDash val="solid"/>
                      <a:round/>
                      <a:headEnd type="none" w="med" len="med"/>
                      <a:tailEnd type="none" w="med" len="med"/>
                    </a:lnB>
                    <a:noFill/>
                  </a:tcPr>
                </a:tc>
                <a:tc>
                  <a:txBody>
                    <a:bodyPr/>
                    <a:lstStyle/>
                    <a:p>
                      <a:pPr>
                        <a:buNone/>
                      </a:pPr>
                      <a:r>
                        <a:rPr lang="en-US" sz="1800">
                          <a:effectLst/>
                          <a:latin typeface="Speak Pro" panose="020B0504020101020102" pitchFamily="34" charset="0"/>
                        </a:rPr>
                        <a:t>18 Dec 1990</a:t>
                      </a:r>
                    </a:p>
                  </a:txBody>
                  <a:tcPr marL="45493" marR="45493" marT="22746" marB="22746" anchor="ctr">
                    <a:lnL w="28575" cap="flat" cmpd="sng" algn="ctr">
                      <a:solidFill>
                        <a:srgbClr val="F5F5F1"/>
                      </a:solidFill>
                      <a:prstDash val="solid"/>
                      <a:round/>
                      <a:headEnd type="none" w="med" len="med"/>
                      <a:tailEnd type="none" w="med" len="med"/>
                    </a:lnL>
                    <a:lnR w="28575" cap="flat" cmpd="sng" algn="ctr">
                      <a:solidFill>
                        <a:srgbClr val="F5F5F1"/>
                      </a:solidFill>
                      <a:prstDash val="solid"/>
                      <a:round/>
                      <a:headEnd type="none" w="med" len="med"/>
                      <a:tailEnd type="none" w="med" len="med"/>
                    </a:lnR>
                    <a:lnT w="28575" cap="flat" cmpd="sng" algn="ctr">
                      <a:solidFill>
                        <a:srgbClr val="F5F5F1"/>
                      </a:solidFill>
                      <a:prstDash val="solid"/>
                      <a:round/>
                      <a:headEnd type="none" w="med" len="med"/>
                      <a:tailEnd type="none" w="med" len="med"/>
                    </a:lnT>
                    <a:lnB w="28575" cap="flat" cmpd="sng" algn="ctr">
                      <a:solidFill>
                        <a:srgbClr val="F5F5F1"/>
                      </a:solidFill>
                      <a:prstDash val="solid"/>
                      <a:round/>
                      <a:headEnd type="none" w="med" len="med"/>
                      <a:tailEnd type="none" w="med" len="med"/>
                    </a:lnB>
                    <a:noFill/>
                  </a:tcPr>
                </a:tc>
                <a:extLst>
                  <a:ext uri="{0D108BD9-81ED-4DB2-BD59-A6C34878D82A}">
                    <a16:rowId xmlns:a16="http://schemas.microsoft.com/office/drawing/2014/main" val="1350962843"/>
                  </a:ext>
                </a:extLst>
              </a:tr>
              <a:tr h="466927">
                <a:tc>
                  <a:txBody>
                    <a:bodyPr/>
                    <a:lstStyle/>
                    <a:p>
                      <a:r>
                        <a:rPr lang="en-US" sz="1800" b="1" u="none" strike="noStrike" dirty="0">
                          <a:solidFill>
                            <a:srgbClr val="006FB7"/>
                          </a:solidFill>
                          <a:effectLst/>
                          <a:latin typeface="Speak Pro" panose="020B0504020101020102" pitchFamily="34" charset="0"/>
                          <a:hlinkClick r:id="rId10" tooltip="International Convention for the Protection of All Persons from Enforced Disappearance"/>
                        </a:rPr>
                        <a:t>International Convention for the Protection of All Persons from Enforced Disappearance</a:t>
                      </a:r>
                      <a:endParaRPr lang="en-US" sz="1800" dirty="0">
                        <a:effectLst/>
                        <a:latin typeface="Speak Pro" panose="020B0504020101020102" pitchFamily="34" charset="0"/>
                      </a:endParaRPr>
                    </a:p>
                  </a:txBody>
                  <a:tcPr marL="45493" marR="45493" marT="22746" marB="22746" anchor="ctr">
                    <a:lnL w="28575" cap="flat" cmpd="sng" algn="ctr">
                      <a:solidFill>
                        <a:srgbClr val="F5F5F1"/>
                      </a:solidFill>
                      <a:prstDash val="solid"/>
                      <a:round/>
                      <a:headEnd type="none" w="med" len="med"/>
                      <a:tailEnd type="none" w="med" len="med"/>
                    </a:lnL>
                    <a:lnR w="28575" cap="flat" cmpd="sng" algn="ctr">
                      <a:solidFill>
                        <a:srgbClr val="F5F5F1"/>
                      </a:solidFill>
                      <a:prstDash val="solid"/>
                      <a:round/>
                      <a:headEnd type="none" w="med" len="med"/>
                      <a:tailEnd type="none" w="med" len="med"/>
                    </a:lnR>
                    <a:lnT w="28575" cap="flat" cmpd="sng" algn="ctr">
                      <a:solidFill>
                        <a:srgbClr val="F5F5F1"/>
                      </a:solidFill>
                      <a:prstDash val="solid"/>
                      <a:round/>
                      <a:headEnd type="none" w="med" len="med"/>
                      <a:tailEnd type="none" w="med" len="med"/>
                    </a:lnT>
                    <a:lnB w="28575" cap="flat" cmpd="sng" algn="ctr">
                      <a:solidFill>
                        <a:srgbClr val="F5F5F1"/>
                      </a:solidFill>
                      <a:prstDash val="solid"/>
                      <a:round/>
                      <a:headEnd type="none" w="med" len="med"/>
                      <a:tailEnd type="none" w="med" len="med"/>
                    </a:lnB>
                    <a:solidFill>
                      <a:srgbClr val="FAFAF8"/>
                    </a:solidFill>
                  </a:tcPr>
                </a:tc>
                <a:tc>
                  <a:txBody>
                    <a:bodyPr/>
                    <a:lstStyle/>
                    <a:p>
                      <a:pPr>
                        <a:buNone/>
                      </a:pPr>
                      <a:r>
                        <a:rPr lang="en-US" sz="1800">
                          <a:effectLst/>
                          <a:latin typeface="Speak Pro" panose="020B0504020101020102" pitchFamily="34" charset="0"/>
                        </a:rPr>
                        <a:t>20 Dec 2006</a:t>
                      </a:r>
                    </a:p>
                  </a:txBody>
                  <a:tcPr marL="45493" marR="45493" marT="22746" marB="22746" anchor="ctr">
                    <a:lnL w="28575" cap="flat" cmpd="sng" algn="ctr">
                      <a:solidFill>
                        <a:srgbClr val="F5F5F1"/>
                      </a:solidFill>
                      <a:prstDash val="solid"/>
                      <a:round/>
                      <a:headEnd type="none" w="med" len="med"/>
                      <a:tailEnd type="none" w="med" len="med"/>
                    </a:lnL>
                    <a:lnR w="28575" cap="flat" cmpd="sng" algn="ctr">
                      <a:solidFill>
                        <a:srgbClr val="F5F5F1"/>
                      </a:solidFill>
                      <a:prstDash val="solid"/>
                      <a:round/>
                      <a:headEnd type="none" w="med" len="med"/>
                      <a:tailEnd type="none" w="med" len="med"/>
                    </a:lnR>
                    <a:lnT w="28575" cap="flat" cmpd="sng" algn="ctr">
                      <a:solidFill>
                        <a:srgbClr val="F5F5F1"/>
                      </a:solidFill>
                      <a:prstDash val="solid"/>
                      <a:round/>
                      <a:headEnd type="none" w="med" len="med"/>
                      <a:tailEnd type="none" w="med" len="med"/>
                    </a:lnT>
                    <a:lnB>
                      <a:noFill/>
                    </a:lnB>
                    <a:solidFill>
                      <a:srgbClr val="FAFAF8"/>
                    </a:solidFill>
                  </a:tcPr>
                </a:tc>
                <a:extLst>
                  <a:ext uri="{0D108BD9-81ED-4DB2-BD59-A6C34878D82A}">
                    <a16:rowId xmlns:a16="http://schemas.microsoft.com/office/drawing/2014/main" val="818814854"/>
                  </a:ext>
                </a:extLst>
              </a:tr>
              <a:tr h="370484">
                <a:tc>
                  <a:txBody>
                    <a:bodyPr/>
                    <a:lstStyle/>
                    <a:p>
                      <a:r>
                        <a:rPr lang="en-US" sz="1800" b="1" u="none" strike="noStrike" dirty="0">
                          <a:solidFill>
                            <a:srgbClr val="006FB7"/>
                          </a:solidFill>
                          <a:effectLst/>
                          <a:latin typeface="Speak Pro" panose="020B0504020101020102" pitchFamily="34" charset="0"/>
                          <a:hlinkClick r:id="rId11" tooltip="Convention on the Rights of Persons with Disabilities"/>
                        </a:rPr>
                        <a:t>Convention on the Rights of Persons with Disabilities</a:t>
                      </a:r>
                      <a:endParaRPr lang="en-US" sz="1800" dirty="0">
                        <a:effectLst/>
                        <a:latin typeface="Speak Pro" panose="020B0504020101020102" pitchFamily="34" charset="0"/>
                      </a:endParaRPr>
                    </a:p>
                  </a:txBody>
                  <a:tcPr marL="45493" marR="45493" marT="22746" marB="22746" anchor="ctr">
                    <a:lnL w="28575" cap="flat" cmpd="sng" algn="ctr">
                      <a:solidFill>
                        <a:srgbClr val="F5F5F1"/>
                      </a:solidFill>
                      <a:prstDash val="solid"/>
                      <a:round/>
                      <a:headEnd type="none" w="med" len="med"/>
                      <a:tailEnd type="none" w="med" len="med"/>
                    </a:lnL>
                    <a:lnR w="28575" cap="flat" cmpd="sng" algn="ctr">
                      <a:solidFill>
                        <a:srgbClr val="F5F5F1"/>
                      </a:solidFill>
                      <a:prstDash val="solid"/>
                      <a:round/>
                      <a:headEnd type="none" w="med" len="med"/>
                      <a:tailEnd type="none" w="med" len="med"/>
                    </a:lnR>
                    <a:lnT w="28575" cap="flat" cmpd="sng" algn="ctr">
                      <a:solidFill>
                        <a:srgbClr val="F5F5F1"/>
                      </a:solidFill>
                      <a:prstDash val="solid"/>
                      <a:round/>
                      <a:headEnd type="none" w="med" len="med"/>
                      <a:tailEnd type="none" w="med" len="med"/>
                    </a:lnT>
                    <a:lnB>
                      <a:noFill/>
                    </a:lnB>
                    <a:noFill/>
                  </a:tcPr>
                </a:tc>
                <a:tc>
                  <a:txBody>
                    <a:bodyPr/>
                    <a:lstStyle/>
                    <a:p>
                      <a:r>
                        <a:rPr lang="en-US" sz="1800" b="0" i="0" kern="1200" dirty="0">
                          <a:solidFill>
                            <a:schemeClr val="tx1"/>
                          </a:solidFill>
                          <a:effectLst/>
                          <a:latin typeface="Speak Pro" panose="020B0504020101020102" pitchFamily="34" charset="0"/>
                          <a:ea typeface="+mn-ea"/>
                          <a:cs typeface="+mn-cs"/>
                        </a:rPr>
                        <a:t>13 Dec 2006</a:t>
                      </a:r>
                      <a:endParaRPr lang="en-US" sz="1800" dirty="0">
                        <a:latin typeface="Speak Pro" panose="020B0504020101020102" pitchFamily="34" charset="0"/>
                      </a:endParaRPr>
                    </a:p>
                  </a:txBody>
                  <a:tcPr marL="45493" marR="45493" marT="22746" marB="22746">
                    <a:lnL w="28575" cap="flat" cmpd="sng" algn="ctr">
                      <a:solidFill>
                        <a:srgbClr val="F5F5F1"/>
                      </a:solidFill>
                      <a:prstDash val="solid"/>
                      <a:round/>
                      <a:headEnd type="none" w="med" len="med"/>
                      <a:tailEnd type="none" w="med" len="med"/>
                    </a:lnL>
                    <a:lnT>
                      <a:noFill/>
                    </a:lnT>
                  </a:tcPr>
                </a:tc>
                <a:extLst>
                  <a:ext uri="{0D108BD9-81ED-4DB2-BD59-A6C34878D82A}">
                    <a16:rowId xmlns:a16="http://schemas.microsoft.com/office/drawing/2014/main" val="3519502404"/>
                  </a:ext>
                </a:extLst>
              </a:tr>
            </a:tbl>
          </a:graphicData>
        </a:graphic>
      </p:graphicFrame>
      <p:sp>
        <p:nvSpPr>
          <p:cNvPr id="2" name="Slide Number Placeholder 1">
            <a:extLst>
              <a:ext uri="{FF2B5EF4-FFF2-40B4-BE49-F238E27FC236}">
                <a16:creationId xmlns:a16="http://schemas.microsoft.com/office/drawing/2014/main" id="{DAC5F046-EA59-7B4E-0307-6EDFCD84DDFC}"/>
              </a:ext>
            </a:extLst>
          </p:cNvPr>
          <p:cNvSpPr>
            <a:spLocks noGrp="1"/>
          </p:cNvSpPr>
          <p:nvPr>
            <p:ph type="sldNum" sz="quarter" idx="12"/>
          </p:nvPr>
        </p:nvSpPr>
        <p:spPr>
          <a:xfrm>
            <a:off x="8920501" y="6356350"/>
            <a:ext cx="2743200" cy="365125"/>
          </a:xfrm>
        </p:spPr>
        <p:txBody>
          <a:bodyPr anchor="ctr">
            <a:normAutofit/>
          </a:bodyPr>
          <a:lstStyle/>
          <a:p>
            <a:pPr>
              <a:spcAft>
                <a:spcPts val="600"/>
              </a:spcAft>
            </a:pPr>
            <a:fld id="{6F6F96F8-3C4A-44BA-8813-69AD9933C9F2}" type="slidenum">
              <a:rPr lang="en-AU" smtClean="0"/>
              <a:pPr>
                <a:spcAft>
                  <a:spcPts val="600"/>
                </a:spcAft>
              </a:pPr>
              <a:t>10</a:t>
            </a:fld>
            <a:endParaRPr lang="en-AU"/>
          </a:p>
        </p:txBody>
      </p:sp>
    </p:spTree>
    <p:extLst>
      <p:ext uri="{BB962C8B-B14F-4D97-AF65-F5344CB8AC3E}">
        <p14:creationId xmlns:p14="http://schemas.microsoft.com/office/powerpoint/2010/main" val="1955823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17027-F351-72D7-CE1B-8968C692386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F8521FD-9110-7FE2-93B7-936A0D0C46B2}"/>
              </a:ext>
            </a:extLst>
          </p:cNvPr>
          <p:cNvSpPr>
            <a:spLocks noGrp="1"/>
          </p:cNvSpPr>
          <p:nvPr>
            <p:ph type="title"/>
          </p:nvPr>
        </p:nvSpPr>
        <p:spPr/>
        <p:txBody>
          <a:bodyPr/>
          <a:lstStyle/>
          <a:p>
            <a:r>
              <a:rPr lang="en-AU" dirty="0"/>
              <a:t>Sources of HR Obligations</a:t>
            </a:r>
          </a:p>
        </p:txBody>
      </p:sp>
      <p:sp>
        <p:nvSpPr>
          <p:cNvPr id="9" name="Text Placeholder 8">
            <a:extLst>
              <a:ext uri="{FF2B5EF4-FFF2-40B4-BE49-F238E27FC236}">
                <a16:creationId xmlns:a16="http://schemas.microsoft.com/office/drawing/2014/main" id="{24BFBB44-1FB9-EC30-3746-22FBA9F8A70C}"/>
              </a:ext>
            </a:extLst>
          </p:cNvPr>
          <p:cNvSpPr>
            <a:spLocks noGrp="1"/>
          </p:cNvSpPr>
          <p:nvPr>
            <p:ph type="body" sz="quarter" idx="13"/>
          </p:nvPr>
        </p:nvSpPr>
        <p:spPr/>
        <p:txBody>
          <a:bodyPr/>
          <a:lstStyle/>
          <a:p>
            <a:endParaRPr lang="en-AU" dirty="0"/>
          </a:p>
        </p:txBody>
      </p:sp>
      <p:sp>
        <p:nvSpPr>
          <p:cNvPr id="8" name="Content Placeholder 7">
            <a:extLst>
              <a:ext uri="{FF2B5EF4-FFF2-40B4-BE49-F238E27FC236}">
                <a16:creationId xmlns:a16="http://schemas.microsoft.com/office/drawing/2014/main" id="{A966E9E6-8936-68BB-F8A3-B7E11748DC0C}"/>
              </a:ext>
            </a:extLst>
          </p:cNvPr>
          <p:cNvSpPr>
            <a:spLocks noGrp="1"/>
          </p:cNvSpPr>
          <p:nvPr>
            <p:ph idx="1"/>
          </p:nvPr>
        </p:nvSpPr>
        <p:spPr>
          <a:xfrm>
            <a:off x="813075" y="1552159"/>
            <a:ext cx="11039812" cy="4640191"/>
          </a:xfrm>
        </p:spPr>
        <p:txBody>
          <a:bodyPr>
            <a:normAutofit fontScale="92500" lnSpcReduction="20000"/>
          </a:bodyPr>
          <a:lstStyle/>
          <a:p>
            <a:r>
              <a:rPr lang="en-US" sz="3200" b="1" dirty="0">
                <a:latin typeface="Aharoni" panose="02010803020104030203" pitchFamily="2" charset="-79"/>
                <a:cs typeface="Aharoni" panose="02010803020104030203" pitchFamily="2" charset="-79"/>
              </a:rPr>
              <a:t>Treaty Law </a:t>
            </a:r>
          </a:p>
          <a:p>
            <a:pPr marL="342900" indent="-342900">
              <a:buFont typeface="Wingdings" pitchFamily="2" charset="2"/>
              <a:buChar char="§"/>
            </a:pPr>
            <a:r>
              <a:rPr lang="en-US" sz="2800" dirty="0">
                <a:latin typeface="Work Sans Light" pitchFamily="2" charset="0"/>
              </a:rPr>
              <a:t>Previous core instruments</a:t>
            </a:r>
          </a:p>
          <a:p>
            <a:pPr marL="342900" indent="-342900">
              <a:buFont typeface="Wingdings" pitchFamily="2" charset="2"/>
              <a:buChar char="§"/>
            </a:pPr>
            <a:r>
              <a:rPr lang="en-US" sz="2800" dirty="0">
                <a:latin typeface="Work Sans Light" pitchFamily="2" charset="0"/>
              </a:rPr>
              <a:t>European Convention on Human Rights</a:t>
            </a:r>
          </a:p>
          <a:p>
            <a:pPr marL="342900" indent="-342900">
              <a:buFont typeface="Wingdings" pitchFamily="2" charset="2"/>
              <a:buChar char="§"/>
            </a:pPr>
            <a:r>
              <a:rPr lang="en-US" sz="2800" dirty="0">
                <a:latin typeface="Work Sans Light" pitchFamily="2" charset="0"/>
              </a:rPr>
              <a:t>American Convention on Human Rights</a:t>
            </a:r>
          </a:p>
          <a:p>
            <a:endParaRPr lang="en-US" sz="2800" dirty="0">
              <a:latin typeface="Work Sans Light" pitchFamily="2" charset="0"/>
            </a:endParaRPr>
          </a:p>
          <a:p>
            <a:endParaRPr lang="en-US" sz="2800" dirty="0">
              <a:latin typeface="Work Sans Light" pitchFamily="2" charset="0"/>
            </a:endParaRPr>
          </a:p>
          <a:p>
            <a:r>
              <a:rPr lang="en-US" sz="3200" b="1" dirty="0">
                <a:latin typeface="Aharoni" panose="02010803020104030203" pitchFamily="2" charset="-79"/>
                <a:cs typeface="Aharoni" panose="02010803020104030203" pitchFamily="2" charset="-79"/>
              </a:rPr>
              <a:t>Customary International Law </a:t>
            </a:r>
          </a:p>
          <a:p>
            <a:pPr marL="457200" indent="-457200">
              <a:buFont typeface="Wingdings" pitchFamily="2" charset="2"/>
              <a:buChar char="§"/>
            </a:pPr>
            <a:r>
              <a:rPr lang="en-US" sz="2800" dirty="0">
                <a:latin typeface="Work Sans Light" pitchFamily="2" charset="0"/>
              </a:rPr>
              <a:t>E.g. Torture, genocide, racial discrimination </a:t>
            </a:r>
          </a:p>
          <a:p>
            <a:pPr marL="457200" indent="-457200">
              <a:buFont typeface="Wingdings" pitchFamily="2" charset="2"/>
              <a:buChar char="§"/>
            </a:pPr>
            <a:r>
              <a:rPr lang="en-US" sz="2800" dirty="0">
                <a:latin typeface="Work Sans Light" pitchFamily="2" charset="0"/>
              </a:rPr>
              <a:t>Some are considered </a:t>
            </a:r>
            <a:r>
              <a:rPr lang="en-US" sz="2800" i="1" dirty="0">
                <a:latin typeface="Work Sans Light" pitchFamily="2" charset="0"/>
              </a:rPr>
              <a:t>Jus Cogens</a:t>
            </a:r>
          </a:p>
          <a:p>
            <a:endParaRPr lang="en-AU" sz="2400" dirty="0">
              <a:latin typeface="Aharoni" panose="02010803020104030203" pitchFamily="2" charset="-79"/>
              <a:cs typeface="Aharoni" panose="02010803020104030203" pitchFamily="2" charset="-79"/>
            </a:endParaRPr>
          </a:p>
        </p:txBody>
      </p:sp>
      <p:sp>
        <p:nvSpPr>
          <p:cNvPr id="2" name="Slide Number Placeholder 1">
            <a:extLst>
              <a:ext uri="{FF2B5EF4-FFF2-40B4-BE49-F238E27FC236}">
                <a16:creationId xmlns:a16="http://schemas.microsoft.com/office/drawing/2014/main" id="{F5E898D6-02B8-9506-2306-8CEC9032D77A}"/>
              </a:ext>
            </a:extLst>
          </p:cNvPr>
          <p:cNvSpPr>
            <a:spLocks noGrp="1"/>
          </p:cNvSpPr>
          <p:nvPr>
            <p:ph type="sldNum" sz="quarter" idx="12"/>
          </p:nvPr>
        </p:nvSpPr>
        <p:spPr/>
        <p:txBody>
          <a:bodyPr/>
          <a:lstStyle/>
          <a:p>
            <a:fld id="{6F6F96F8-3C4A-44BA-8813-69AD9933C9F2}" type="slidenum">
              <a:rPr lang="en-AU" smtClean="0"/>
              <a:t>11</a:t>
            </a:fld>
            <a:endParaRPr lang="en-AU"/>
          </a:p>
        </p:txBody>
      </p:sp>
    </p:spTree>
    <p:extLst>
      <p:ext uri="{BB962C8B-B14F-4D97-AF65-F5344CB8AC3E}">
        <p14:creationId xmlns:p14="http://schemas.microsoft.com/office/powerpoint/2010/main" val="16730688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7149E-53E4-DEB5-D20F-6F3924B0D192}"/>
            </a:ext>
          </a:extLst>
        </p:cNvPr>
        <p:cNvGrpSpPr/>
        <p:nvPr/>
      </p:nvGrpSpPr>
      <p:grpSpPr>
        <a:xfrm>
          <a:off x="0" y="0"/>
          <a:ext cx="0" cy="0"/>
          <a:chOff x="0" y="0"/>
          <a:chExt cx="0" cy="0"/>
        </a:xfrm>
      </p:grpSpPr>
      <p:sp>
        <p:nvSpPr>
          <p:cNvPr id="15" name="Title 14">
            <a:extLst>
              <a:ext uri="{FF2B5EF4-FFF2-40B4-BE49-F238E27FC236}">
                <a16:creationId xmlns:a16="http://schemas.microsoft.com/office/drawing/2014/main" id="{B5CDD1C7-A479-436A-548E-AE63F3622C9C}"/>
              </a:ext>
            </a:extLst>
          </p:cNvPr>
          <p:cNvSpPr>
            <a:spLocks noGrp="1"/>
          </p:cNvSpPr>
          <p:nvPr>
            <p:ph type="title"/>
          </p:nvPr>
        </p:nvSpPr>
        <p:spPr/>
        <p:txBody>
          <a:bodyPr/>
          <a:lstStyle/>
          <a:p>
            <a:r>
              <a:rPr lang="en-AU" dirty="0"/>
              <a:t>Generations of Rights</a:t>
            </a:r>
          </a:p>
        </p:txBody>
      </p:sp>
      <p:sp>
        <p:nvSpPr>
          <p:cNvPr id="17" name="Text Placeholder 16">
            <a:extLst>
              <a:ext uri="{FF2B5EF4-FFF2-40B4-BE49-F238E27FC236}">
                <a16:creationId xmlns:a16="http://schemas.microsoft.com/office/drawing/2014/main" id="{13F52539-1957-AC8F-76E3-5877DCC0ACC8}"/>
              </a:ext>
            </a:extLst>
          </p:cNvPr>
          <p:cNvSpPr>
            <a:spLocks noGrp="1"/>
          </p:cNvSpPr>
          <p:nvPr>
            <p:ph type="body" sz="quarter" idx="13"/>
          </p:nvPr>
        </p:nvSpPr>
        <p:spPr/>
        <p:txBody>
          <a:bodyPr/>
          <a:lstStyle/>
          <a:p>
            <a:endParaRPr lang="en-AU" dirty="0"/>
          </a:p>
        </p:txBody>
      </p:sp>
      <p:sp>
        <p:nvSpPr>
          <p:cNvPr id="16" name="Content Placeholder 15">
            <a:extLst>
              <a:ext uri="{FF2B5EF4-FFF2-40B4-BE49-F238E27FC236}">
                <a16:creationId xmlns:a16="http://schemas.microsoft.com/office/drawing/2014/main" id="{1DE2D28E-368E-5CE6-2F4E-A0EB412F06AE}"/>
              </a:ext>
            </a:extLst>
          </p:cNvPr>
          <p:cNvSpPr>
            <a:spLocks noGrp="1"/>
          </p:cNvSpPr>
          <p:nvPr>
            <p:ph idx="1"/>
          </p:nvPr>
        </p:nvSpPr>
        <p:spPr/>
        <p:txBody>
          <a:bodyPr>
            <a:normAutofit fontScale="92500" lnSpcReduction="20000"/>
          </a:bodyPr>
          <a:lstStyle/>
          <a:p>
            <a:r>
              <a:rPr lang="en-US" b="1" dirty="0"/>
              <a:t>First Generation: Civil and Political Rights</a:t>
            </a:r>
            <a:endParaRPr lang="en-US" dirty="0"/>
          </a:p>
          <a:p>
            <a:r>
              <a:rPr lang="en-US" dirty="0"/>
              <a:t>E.g. Right to life, freedom from torture, freedom of expression, right to fair trial, political participation rights</a:t>
            </a:r>
          </a:p>
          <a:p>
            <a:endParaRPr lang="en-AU" dirty="0"/>
          </a:p>
        </p:txBody>
      </p:sp>
      <p:pic>
        <p:nvPicPr>
          <p:cNvPr id="24" name="Picture Placeholder 23">
            <a:extLst>
              <a:ext uri="{FF2B5EF4-FFF2-40B4-BE49-F238E27FC236}">
                <a16:creationId xmlns:a16="http://schemas.microsoft.com/office/drawing/2014/main" id="{D2BC43D4-8649-8194-093B-52D77B9F8145}"/>
              </a:ext>
              <a:ext uri="{C183D7F6-B498-43B3-948B-1728B52AA6E4}">
                <adec:decorative xmlns:adec="http://schemas.microsoft.com/office/drawing/2017/decorative" val="1"/>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a:stretch/>
        </p:blipFill>
        <p:spPr/>
      </p:pic>
      <p:sp>
        <p:nvSpPr>
          <p:cNvPr id="19" name="Content Placeholder 18">
            <a:extLst>
              <a:ext uri="{FF2B5EF4-FFF2-40B4-BE49-F238E27FC236}">
                <a16:creationId xmlns:a16="http://schemas.microsoft.com/office/drawing/2014/main" id="{1125D082-2CA0-0E44-BAAE-572DC0CD547A}"/>
              </a:ext>
            </a:extLst>
          </p:cNvPr>
          <p:cNvSpPr>
            <a:spLocks noGrp="1"/>
          </p:cNvSpPr>
          <p:nvPr>
            <p:ph idx="17"/>
          </p:nvPr>
        </p:nvSpPr>
        <p:spPr/>
        <p:txBody>
          <a:bodyPr>
            <a:normAutofit fontScale="92500" lnSpcReduction="20000"/>
          </a:bodyPr>
          <a:lstStyle/>
          <a:p>
            <a:r>
              <a:rPr lang="en-US" b="1" dirty="0"/>
              <a:t>Second Generation: Economic, Social and Cultural Rights</a:t>
            </a:r>
            <a:endParaRPr lang="en-US" dirty="0"/>
          </a:p>
          <a:p>
            <a:r>
              <a:rPr lang="en-US" dirty="0"/>
              <a:t>E.g. Right to education, Right to health, Right to adequate standard of living, Right to work, Cultural rights</a:t>
            </a:r>
          </a:p>
        </p:txBody>
      </p:sp>
      <p:sp>
        <p:nvSpPr>
          <p:cNvPr id="20" name="Content Placeholder 19">
            <a:extLst>
              <a:ext uri="{FF2B5EF4-FFF2-40B4-BE49-F238E27FC236}">
                <a16:creationId xmlns:a16="http://schemas.microsoft.com/office/drawing/2014/main" id="{585CA433-D82D-519B-9D24-0BE8F4839FEA}"/>
              </a:ext>
            </a:extLst>
          </p:cNvPr>
          <p:cNvSpPr>
            <a:spLocks noGrp="1"/>
          </p:cNvSpPr>
          <p:nvPr>
            <p:ph idx="18"/>
          </p:nvPr>
        </p:nvSpPr>
        <p:spPr/>
        <p:txBody>
          <a:bodyPr>
            <a:normAutofit fontScale="92500" lnSpcReduction="20000"/>
          </a:bodyPr>
          <a:lstStyle/>
          <a:p>
            <a:r>
              <a:rPr lang="en-US" b="1" dirty="0"/>
              <a:t>Third Generation: Collective Rights</a:t>
            </a:r>
            <a:endParaRPr lang="en-US" dirty="0"/>
          </a:p>
          <a:p>
            <a:r>
              <a:rPr lang="en-AU" dirty="0"/>
              <a:t>E.g. Self-determination (potentially, </a:t>
            </a:r>
            <a:r>
              <a:rPr lang="en-US" dirty="0"/>
              <a:t>right to development, right to a healthy environment </a:t>
            </a:r>
            <a:endParaRPr lang="en-AU" dirty="0"/>
          </a:p>
        </p:txBody>
      </p:sp>
      <p:pic>
        <p:nvPicPr>
          <p:cNvPr id="26" name="Picture Placeholder 25">
            <a:extLst>
              <a:ext uri="{FF2B5EF4-FFF2-40B4-BE49-F238E27FC236}">
                <a16:creationId xmlns:a16="http://schemas.microsoft.com/office/drawing/2014/main" id="{7B8263EF-6B0A-A21D-A667-C83A44942DF2}"/>
              </a:ext>
              <a:ext uri="{C183D7F6-B498-43B3-948B-1728B52AA6E4}">
                <adec:decorative xmlns:adec="http://schemas.microsoft.com/office/drawing/2017/decorative" val="1"/>
              </a:ext>
            </a:extLst>
          </p:cNvPr>
          <p:cNvPicPr>
            <a:picLocks noGrp="1" noChangeAspect="1"/>
          </p:cNvPicPr>
          <p:nvPr>
            <p:ph type="pic" sz="quarter" idx="20"/>
          </p:nvPr>
        </p:nvPicPr>
        <p:blipFill>
          <a:blip r:embed="rId4">
            <a:extLst>
              <a:ext uri="{28A0092B-C50C-407E-A947-70E740481C1C}">
                <a14:useLocalDpi xmlns:a14="http://schemas.microsoft.com/office/drawing/2010/main" val="0"/>
              </a:ext>
            </a:extLst>
          </a:blip>
          <a:srcRect/>
          <a:stretch/>
        </p:blipFill>
        <p:spPr/>
      </p:pic>
      <p:pic>
        <p:nvPicPr>
          <p:cNvPr id="28" name="Picture Placeholder 27">
            <a:extLst>
              <a:ext uri="{FF2B5EF4-FFF2-40B4-BE49-F238E27FC236}">
                <a16:creationId xmlns:a16="http://schemas.microsoft.com/office/drawing/2014/main" id="{C44EF823-D9E7-49D1-0D6E-616A7DC5E7AB}"/>
              </a:ext>
              <a:ext uri="{C183D7F6-B498-43B3-948B-1728B52AA6E4}">
                <adec:decorative xmlns:adec="http://schemas.microsoft.com/office/drawing/2017/decorative" val="1"/>
              </a:ext>
            </a:extLst>
          </p:cNvPr>
          <p:cNvPicPr>
            <a:picLocks noGrp="1" noChangeAspect="1"/>
          </p:cNvPicPr>
          <p:nvPr>
            <p:ph type="pic" sz="quarter" idx="21"/>
          </p:nvPr>
        </p:nvPicPr>
        <p:blipFill>
          <a:blip r:embed="rId5">
            <a:extLst>
              <a:ext uri="{28A0092B-C50C-407E-A947-70E740481C1C}">
                <a14:useLocalDpi xmlns:a14="http://schemas.microsoft.com/office/drawing/2010/main" val="0"/>
              </a:ext>
            </a:extLst>
          </a:blip>
          <a:srcRect/>
          <a:stretch/>
        </p:blipFill>
        <p:spPr/>
      </p:pic>
      <p:sp>
        <p:nvSpPr>
          <p:cNvPr id="9" name="Slide Number Placeholder 8">
            <a:extLst>
              <a:ext uri="{FF2B5EF4-FFF2-40B4-BE49-F238E27FC236}">
                <a16:creationId xmlns:a16="http://schemas.microsoft.com/office/drawing/2014/main" id="{005FC2CA-980C-576F-C1BE-03898BED8BF4}"/>
              </a:ext>
            </a:extLst>
          </p:cNvPr>
          <p:cNvSpPr>
            <a:spLocks noGrp="1"/>
          </p:cNvSpPr>
          <p:nvPr>
            <p:ph type="sldNum" sz="quarter" idx="12"/>
          </p:nvPr>
        </p:nvSpPr>
        <p:spPr/>
        <p:txBody>
          <a:bodyPr/>
          <a:lstStyle/>
          <a:p>
            <a:fld id="{6F6F96F8-3C4A-44BA-8813-69AD9933C9F2}" type="slidenum">
              <a:rPr lang="en-AU" smtClean="0"/>
              <a:pPr/>
              <a:t>12</a:t>
            </a:fld>
            <a:endParaRPr lang="en-AU"/>
          </a:p>
        </p:txBody>
      </p:sp>
    </p:spTree>
    <p:extLst>
      <p:ext uri="{BB962C8B-B14F-4D97-AF65-F5344CB8AC3E}">
        <p14:creationId xmlns:p14="http://schemas.microsoft.com/office/powerpoint/2010/main" val="24531936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3DCC9-F2E8-2B21-DFAA-ACD40CC66A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36A6854-9512-F8A1-CB9B-2BD2854C8DD3}"/>
              </a:ext>
            </a:extLst>
          </p:cNvPr>
          <p:cNvSpPr>
            <a:spLocks noGrp="1"/>
          </p:cNvSpPr>
          <p:nvPr>
            <p:ph type="title"/>
          </p:nvPr>
        </p:nvSpPr>
        <p:spPr/>
        <p:txBody>
          <a:bodyPr/>
          <a:lstStyle/>
          <a:p>
            <a:r>
              <a:rPr lang="en-AU" dirty="0"/>
              <a:t>Key Principles</a:t>
            </a:r>
          </a:p>
        </p:txBody>
      </p:sp>
      <p:sp>
        <p:nvSpPr>
          <p:cNvPr id="9" name="Text Placeholder 8">
            <a:extLst>
              <a:ext uri="{FF2B5EF4-FFF2-40B4-BE49-F238E27FC236}">
                <a16:creationId xmlns:a16="http://schemas.microsoft.com/office/drawing/2014/main" id="{046B0F56-55F2-BCDC-2667-0939DA0363B0}"/>
              </a:ext>
            </a:extLst>
          </p:cNvPr>
          <p:cNvSpPr>
            <a:spLocks noGrp="1"/>
          </p:cNvSpPr>
          <p:nvPr>
            <p:ph type="body" sz="quarter" idx="13"/>
          </p:nvPr>
        </p:nvSpPr>
        <p:spPr/>
        <p:txBody>
          <a:bodyPr/>
          <a:lstStyle/>
          <a:p>
            <a:r>
              <a:rPr lang="en-AU" dirty="0"/>
              <a:t>Universality</a:t>
            </a:r>
          </a:p>
        </p:txBody>
      </p:sp>
      <p:sp>
        <p:nvSpPr>
          <p:cNvPr id="8" name="Content Placeholder 7">
            <a:extLst>
              <a:ext uri="{FF2B5EF4-FFF2-40B4-BE49-F238E27FC236}">
                <a16:creationId xmlns:a16="http://schemas.microsoft.com/office/drawing/2014/main" id="{B9CC0280-91BF-0383-07D6-D92B0BD0E335}"/>
              </a:ext>
            </a:extLst>
          </p:cNvPr>
          <p:cNvSpPr>
            <a:spLocks noGrp="1"/>
          </p:cNvSpPr>
          <p:nvPr>
            <p:ph idx="1"/>
          </p:nvPr>
        </p:nvSpPr>
        <p:spPr>
          <a:xfrm>
            <a:off x="623418" y="1552159"/>
            <a:ext cx="11040283" cy="5060686"/>
          </a:xfrm>
        </p:spPr>
        <p:txBody>
          <a:bodyPr>
            <a:normAutofit fontScale="92500" lnSpcReduction="10000"/>
          </a:bodyPr>
          <a:lstStyle/>
          <a:p>
            <a:r>
              <a:rPr lang="en-US" sz="2800" dirty="0">
                <a:latin typeface="Work Sans Light" pitchFamily="2" charset="0"/>
              </a:rPr>
              <a:t>Universality</a:t>
            </a:r>
            <a:r>
              <a:rPr lang="en-US" sz="2800" dirty="0">
                <a:latin typeface="Work Sans Light" pitchFamily="2" charset="0"/>
                <a:sym typeface="Wingdings" pitchFamily="2" charset="2"/>
              </a:rPr>
              <a:t> = Rights apply to all humans everywhere</a:t>
            </a:r>
            <a:endParaRPr lang="en-US" sz="1600" dirty="0">
              <a:latin typeface="Aharoni" panose="02010803020104030203" pitchFamily="2" charset="-79"/>
              <a:cs typeface="Aharoni" panose="02010803020104030203" pitchFamily="2" charset="-79"/>
            </a:endParaRPr>
          </a:p>
          <a:p>
            <a:r>
              <a:rPr lang="en-US" sz="2800" dirty="0">
                <a:latin typeface="Aharoni" panose="02010803020104030203" pitchFamily="2" charset="-79"/>
                <a:cs typeface="Aharoni" panose="02010803020104030203" pitchFamily="2" charset="-79"/>
              </a:rPr>
              <a:t>Cultural Relativism vs. Universalism</a:t>
            </a:r>
          </a:p>
          <a:p>
            <a:r>
              <a:rPr lang="en-US" sz="2800" b="1" dirty="0">
                <a:latin typeface="Arial Nova Cond" panose="020B0306020202020204" pitchFamily="34" charset="0"/>
              </a:rPr>
              <a:t>Cultural relativist</a:t>
            </a:r>
          </a:p>
          <a:p>
            <a:pPr marL="342900" lvl="0" indent="-342900">
              <a:buFont typeface="Wingdings" pitchFamily="2" charset="2"/>
              <a:buChar char="§"/>
            </a:pPr>
            <a:r>
              <a:rPr lang="en-US" sz="2100" dirty="0">
                <a:latin typeface="Work Sans Light" pitchFamily="2" charset="0"/>
              </a:rPr>
              <a:t>Different societies have different values and conceptions of rights</a:t>
            </a:r>
          </a:p>
          <a:p>
            <a:pPr marL="342900" lvl="0" indent="-342900">
              <a:buFont typeface="Wingdings" pitchFamily="2" charset="2"/>
              <a:buChar char="§"/>
            </a:pPr>
            <a:r>
              <a:rPr lang="en-US" sz="2100" dirty="0">
                <a:latin typeface="Work Sans Light" pitchFamily="2" charset="0"/>
              </a:rPr>
              <a:t>Western individualism doesn't reflect all worldviews, and Universal rights represent cultural imperialism (in other words, IHRL is ethnocentric) </a:t>
            </a:r>
          </a:p>
          <a:p>
            <a:pPr marL="342900" lvl="0" indent="-342900">
              <a:buFont typeface="Wingdings" pitchFamily="2" charset="2"/>
              <a:buChar char="§"/>
            </a:pPr>
            <a:r>
              <a:rPr lang="en-US" sz="2100" dirty="0">
                <a:latin typeface="Work Sans Light" pitchFamily="2" charset="0"/>
              </a:rPr>
              <a:t>Rights must be understood in context</a:t>
            </a:r>
          </a:p>
          <a:p>
            <a:pPr lvl="0"/>
            <a:r>
              <a:rPr lang="en-US" sz="2800" b="1" dirty="0">
                <a:latin typeface="Arial Nova Cond" panose="020B0306020202020204" pitchFamily="34" charset="0"/>
              </a:rPr>
              <a:t>Universalists</a:t>
            </a:r>
          </a:p>
          <a:p>
            <a:pPr marL="342900" lvl="0" indent="-342900">
              <a:buFont typeface="Wingdings" pitchFamily="2" charset="2"/>
              <a:buChar char="§"/>
            </a:pPr>
            <a:r>
              <a:rPr lang="en-US" sz="2100" dirty="0">
                <a:latin typeface="Work Sans Light" pitchFamily="2" charset="0"/>
              </a:rPr>
              <a:t>Basic rights like life and freedom from torture cannot depend on culture</a:t>
            </a:r>
          </a:p>
          <a:p>
            <a:pPr marL="342900" lvl="0" indent="-342900">
              <a:buFont typeface="Wingdings" pitchFamily="2" charset="2"/>
              <a:buChar char="§"/>
            </a:pPr>
            <a:r>
              <a:rPr lang="en-US" sz="2100" dirty="0">
                <a:latin typeface="Work Sans Light" pitchFamily="2" charset="0"/>
              </a:rPr>
              <a:t>Cultural relativism often masks oppression, particularly of women and minorities</a:t>
            </a:r>
          </a:p>
          <a:p>
            <a:pPr marL="342900" lvl="0" indent="-342900">
              <a:buFont typeface="Wingdings" pitchFamily="2" charset="2"/>
              <a:buChar char="§"/>
            </a:pPr>
            <a:r>
              <a:rPr lang="en-US" sz="2100" dirty="0">
                <a:latin typeface="Work Sans Light" pitchFamily="2" charset="0"/>
              </a:rPr>
              <a:t>Culture isn't static—it changes and evolves</a:t>
            </a:r>
          </a:p>
          <a:p>
            <a:pPr lvl="0"/>
            <a:endParaRPr lang="en-US" sz="2800" dirty="0">
              <a:latin typeface="Work Sans Light" pitchFamily="2" charset="0"/>
            </a:endParaRPr>
          </a:p>
          <a:p>
            <a:endParaRPr lang="en-US" sz="2800" dirty="0">
              <a:latin typeface="Work Sans Light" pitchFamily="2" charset="0"/>
            </a:endParaRPr>
          </a:p>
          <a:p>
            <a:endParaRPr lang="en-AU" sz="2400" dirty="0">
              <a:latin typeface="Aharoni" panose="02010803020104030203" pitchFamily="2" charset="-79"/>
              <a:cs typeface="Aharoni" panose="02010803020104030203" pitchFamily="2" charset="-79"/>
            </a:endParaRPr>
          </a:p>
        </p:txBody>
      </p:sp>
      <p:sp>
        <p:nvSpPr>
          <p:cNvPr id="2" name="Slide Number Placeholder 1">
            <a:extLst>
              <a:ext uri="{FF2B5EF4-FFF2-40B4-BE49-F238E27FC236}">
                <a16:creationId xmlns:a16="http://schemas.microsoft.com/office/drawing/2014/main" id="{96EC7B44-6E6F-462E-63CC-4F8C5668A6FC}"/>
              </a:ext>
            </a:extLst>
          </p:cNvPr>
          <p:cNvSpPr>
            <a:spLocks noGrp="1"/>
          </p:cNvSpPr>
          <p:nvPr>
            <p:ph type="sldNum" sz="quarter" idx="12"/>
          </p:nvPr>
        </p:nvSpPr>
        <p:spPr/>
        <p:txBody>
          <a:bodyPr/>
          <a:lstStyle/>
          <a:p>
            <a:fld id="{6F6F96F8-3C4A-44BA-8813-69AD9933C9F2}" type="slidenum">
              <a:rPr lang="en-AU" smtClean="0"/>
              <a:t>13</a:t>
            </a:fld>
            <a:endParaRPr lang="en-AU"/>
          </a:p>
        </p:txBody>
      </p:sp>
    </p:spTree>
    <p:extLst>
      <p:ext uri="{BB962C8B-B14F-4D97-AF65-F5344CB8AC3E}">
        <p14:creationId xmlns:p14="http://schemas.microsoft.com/office/powerpoint/2010/main" val="3480503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B43B1-6A37-76C4-4EBD-CB0FB80A5E8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07640DC-21D9-3861-404C-CF5BC435C803}"/>
              </a:ext>
            </a:extLst>
          </p:cNvPr>
          <p:cNvSpPr>
            <a:spLocks noGrp="1"/>
          </p:cNvSpPr>
          <p:nvPr>
            <p:ph type="title"/>
          </p:nvPr>
        </p:nvSpPr>
        <p:spPr/>
        <p:txBody>
          <a:bodyPr/>
          <a:lstStyle/>
          <a:p>
            <a:r>
              <a:rPr lang="en-AU" dirty="0"/>
              <a:t>Key Principles</a:t>
            </a:r>
          </a:p>
        </p:txBody>
      </p:sp>
      <p:sp>
        <p:nvSpPr>
          <p:cNvPr id="9" name="Text Placeholder 8">
            <a:extLst>
              <a:ext uri="{FF2B5EF4-FFF2-40B4-BE49-F238E27FC236}">
                <a16:creationId xmlns:a16="http://schemas.microsoft.com/office/drawing/2014/main" id="{A75DBEE5-4C25-BAF9-93C4-CE178BCC8374}"/>
              </a:ext>
            </a:extLst>
          </p:cNvPr>
          <p:cNvSpPr>
            <a:spLocks noGrp="1"/>
          </p:cNvSpPr>
          <p:nvPr>
            <p:ph type="body" sz="quarter" idx="13"/>
          </p:nvPr>
        </p:nvSpPr>
        <p:spPr/>
        <p:txBody>
          <a:bodyPr/>
          <a:lstStyle/>
          <a:p>
            <a:r>
              <a:rPr lang="en-AU" dirty="0"/>
              <a:t>Indivisibility and Interdependence</a:t>
            </a:r>
          </a:p>
        </p:txBody>
      </p:sp>
      <p:sp>
        <p:nvSpPr>
          <p:cNvPr id="8" name="Content Placeholder 7">
            <a:extLst>
              <a:ext uri="{FF2B5EF4-FFF2-40B4-BE49-F238E27FC236}">
                <a16:creationId xmlns:a16="http://schemas.microsoft.com/office/drawing/2014/main" id="{80352844-F3B3-28EA-78AF-238C71CDC93D}"/>
              </a:ext>
            </a:extLst>
          </p:cNvPr>
          <p:cNvSpPr>
            <a:spLocks noGrp="1"/>
          </p:cNvSpPr>
          <p:nvPr>
            <p:ph idx="1"/>
          </p:nvPr>
        </p:nvSpPr>
        <p:spPr>
          <a:xfrm>
            <a:off x="623418" y="1797314"/>
            <a:ext cx="11040283" cy="4559036"/>
          </a:xfrm>
        </p:spPr>
        <p:txBody>
          <a:bodyPr>
            <a:normAutofit fontScale="92500"/>
          </a:bodyPr>
          <a:lstStyle/>
          <a:p>
            <a:pPr marL="342900" indent="-342900">
              <a:buFont typeface="Wingdings" pitchFamily="2" charset="2"/>
              <a:buChar char="§"/>
            </a:pPr>
            <a:r>
              <a:rPr lang="en-US" sz="2400" dirty="0">
                <a:latin typeface="Work Sans Light" pitchFamily="2" charset="0"/>
              </a:rPr>
              <a:t>All rights are interconnected and equally important.</a:t>
            </a:r>
          </a:p>
          <a:p>
            <a:pPr marL="342900" indent="-342900">
              <a:buFont typeface="Wingdings" pitchFamily="2" charset="2"/>
              <a:buChar char="§"/>
            </a:pPr>
            <a:endParaRPr lang="en-US" sz="1400" dirty="0">
              <a:latin typeface="Work Sans Light" pitchFamily="2" charset="0"/>
            </a:endParaRPr>
          </a:p>
          <a:p>
            <a:pPr marL="342900" indent="-342900">
              <a:buFont typeface="Wingdings" pitchFamily="2" charset="2"/>
              <a:buChar char="§"/>
            </a:pPr>
            <a:r>
              <a:rPr lang="en-US" sz="2400" dirty="0">
                <a:latin typeface="Work Sans Light" pitchFamily="2" charset="0"/>
              </a:rPr>
              <a:t>All human rights have equal status and cannot be positioned in a hierarchical order. </a:t>
            </a:r>
          </a:p>
          <a:p>
            <a:pPr marL="342900" indent="-342900">
              <a:buFont typeface="Wingdings" pitchFamily="2" charset="2"/>
              <a:buChar char="§"/>
            </a:pPr>
            <a:endParaRPr lang="en-US" sz="1400" dirty="0">
              <a:latin typeface="Work Sans Light" pitchFamily="2" charset="0"/>
            </a:endParaRPr>
          </a:p>
          <a:p>
            <a:pPr marL="342900" indent="-342900">
              <a:buFont typeface="Wingdings" pitchFamily="2" charset="2"/>
              <a:buChar char="§"/>
            </a:pPr>
            <a:r>
              <a:rPr lang="en-US" sz="2400" dirty="0">
                <a:latin typeface="Work Sans Light" pitchFamily="2" charset="0"/>
              </a:rPr>
              <a:t>Denial of one right invariably impedes the enjoyment of other rights. E.g. the right of everyone to an adequate standard of living cannot be compromised at the expense of other rights, such as the right to health or the right to education.</a:t>
            </a:r>
          </a:p>
          <a:p>
            <a:pPr marL="342900" indent="-342900">
              <a:buFont typeface="Wingdings" pitchFamily="2" charset="2"/>
              <a:buChar char="§"/>
            </a:pPr>
            <a:endParaRPr lang="en-US" sz="1400" dirty="0">
              <a:latin typeface="Work Sans Light" pitchFamily="2" charset="0"/>
            </a:endParaRPr>
          </a:p>
          <a:p>
            <a:pPr marL="342900" indent="-342900">
              <a:buFont typeface="Wingdings" pitchFamily="2" charset="2"/>
              <a:buChar char="§"/>
            </a:pPr>
            <a:r>
              <a:rPr lang="en-US" sz="2400" dirty="0">
                <a:latin typeface="Work Sans Light" pitchFamily="2" charset="0"/>
              </a:rPr>
              <a:t>Being able to benefit from one right may depend upon the fulfilment of others.</a:t>
            </a:r>
          </a:p>
          <a:p>
            <a:endParaRPr lang="en-US" sz="2400" dirty="0"/>
          </a:p>
          <a:p>
            <a:endParaRPr lang="en-US" sz="2800" dirty="0">
              <a:latin typeface="Work Sans Light" pitchFamily="2" charset="0"/>
            </a:endParaRPr>
          </a:p>
          <a:p>
            <a:endParaRPr lang="en-AU" sz="2400" dirty="0">
              <a:latin typeface="Aharoni" panose="02010803020104030203" pitchFamily="2" charset="-79"/>
              <a:cs typeface="Aharoni" panose="02010803020104030203" pitchFamily="2" charset="-79"/>
            </a:endParaRPr>
          </a:p>
        </p:txBody>
      </p:sp>
      <p:sp>
        <p:nvSpPr>
          <p:cNvPr id="2" name="Slide Number Placeholder 1">
            <a:extLst>
              <a:ext uri="{FF2B5EF4-FFF2-40B4-BE49-F238E27FC236}">
                <a16:creationId xmlns:a16="http://schemas.microsoft.com/office/drawing/2014/main" id="{7CE8BDF2-9903-4595-9E0A-CFD88D05B480}"/>
              </a:ext>
            </a:extLst>
          </p:cNvPr>
          <p:cNvSpPr>
            <a:spLocks noGrp="1"/>
          </p:cNvSpPr>
          <p:nvPr>
            <p:ph type="sldNum" sz="quarter" idx="12"/>
          </p:nvPr>
        </p:nvSpPr>
        <p:spPr/>
        <p:txBody>
          <a:bodyPr/>
          <a:lstStyle/>
          <a:p>
            <a:fld id="{6F6F96F8-3C4A-44BA-8813-69AD9933C9F2}" type="slidenum">
              <a:rPr lang="en-AU" smtClean="0"/>
              <a:t>14</a:t>
            </a:fld>
            <a:endParaRPr lang="en-AU"/>
          </a:p>
        </p:txBody>
      </p:sp>
    </p:spTree>
    <p:extLst>
      <p:ext uri="{BB962C8B-B14F-4D97-AF65-F5344CB8AC3E}">
        <p14:creationId xmlns:p14="http://schemas.microsoft.com/office/powerpoint/2010/main" val="4035238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C790F13-128B-04FD-374E-8B5650C91B7D}"/>
              </a:ext>
            </a:extLst>
          </p:cNvPr>
          <p:cNvSpPr/>
          <p:nvPr/>
        </p:nvSpPr>
        <p:spPr>
          <a:xfrm>
            <a:off x="659944" y="4270604"/>
            <a:ext cx="10570724" cy="2268308"/>
          </a:xfrm>
          <a:prstGeom prst="rect">
            <a:avLst/>
          </a:prstGeom>
          <a:solidFill>
            <a:srgbClr val="A1BBF1">
              <a:alpha val="25989"/>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i="1" dirty="0">
                <a:solidFill>
                  <a:schemeClr val="tx1"/>
                </a:solidFill>
              </a:rPr>
              <a:t>Human Rights Committee, General Comment No. 31, para 8.</a:t>
            </a:r>
          </a:p>
          <a:p>
            <a:endParaRPr lang="en-US" b="1" i="1" dirty="0">
              <a:solidFill>
                <a:schemeClr val="tx1"/>
              </a:solidFill>
            </a:endParaRPr>
          </a:p>
          <a:p>
            <a:r>
              <a:rPr lang="en-US" dirty="0">
                <a:solidFill>
                  <a:schemeClr val="tx1"/>
                </a:solidFill>
              </a:rPr>
              <a:t>The Covenant cannot be viewed as a substitute for domestic criminal or civil law. However the positive obligations on States Parties to ensure Covenant rights will only be fully discharged if individuals are protected by the State, not just against violations of Covenant rights by its agents, but also against acts committed by private persons or entities …. in so far as they are amenable to application between private persons or entities</a:t>
            </a:r>
          </a:p>
        </p:txBody>
      </p:sp>
      <p:sp>
        <p:nvSpPr>
          <p:cNvPr id="9" name="Title 8">
            <a:extLst>
              <a:ext uri="{FF2B5EF4-FFF2-40B4-BE49-F238E27FC236}">
                <a16:creationId xmlns:a16="http://schemas.microsoft.com/office/drawing/2014/main" id="{329189C6-F92C-12DA-4ECA-3155B880C595}"/>
              </a:ext>
            </a:extLst>
          </p:cNvPr>
          <p:cNvSpPr>
            <a:spLocks noGrp="1"/>
          </p:cNvSpPr>
          <p:nvPr>
            <p:ph type="title"/>
          </p:nvPr>
        </p:nvSpPr>
        <p:spPr>
          <a:xfrm>
            <a:off x="623888" y="411729"/>
            <a:ext cx="8921510" cy="538616"/>
          </a:xfrm>
        </p:spPr>
        <p:txBody>
          <a:bodyPr>
            <a:normAutofit fontScale="90000"/>
          </a:bodyPr>
          <a:lstStyle/>
          <a:p>
            <a:r>
              <a:rPr lang="en-US" dirty="0"/>
              <a:t>Rights Holders and Duty Bearers</a:t>
            </a:r>
            <a:br>
              <a:rPr lang="en-US" dirty="0"/>
            </a:br>
            <a:endParaRPr lang="en-AU" dirty="0"/>
          </a:p>
        </p:txBody>
      </p:sp>
      <p:sp>
        <p:nvSpPr>
          <p:cNvPr id="2" name="Slide Number Placeholder 1">
            <a:extLst>
              <a:ext uri="{FF2B5EF4-FFF2-40B4-BE49-F238E27FC236}">
                <a16:creationId xmlns:a16="http://schemas.microsoft.com/office/drawing/2014/main" id="{90897D07-B6D1-50B4-AE0D-972EA9B1D6DE}"/>
              </a:ext>
            </a:extLst>
          </p:cNvPr>
          <p:cNvSpPr>
            <a:spLocks noGrp="1"/>
          </p:cNvSpPr>
          <p:nvPr>
            <p:ph type="sldNum" sz="quarter" idx="12"/>
          </p:nvPr>
        </p:nvSpPr>
        <p:spPr>
          <a:xfrm>
            <a:off x="8920501" y="6356350"/>
            <a:ext cx="2743200" cy="365125"/>
          </a:xfrm>
        </p:spPr>
        <p:txBody>
          <a:bodyPr/>
          <a:lstStyle/>
          <a:p>
            <a:fld id="{6F6F96F8-3C4A-44BA-8813-69AD9933C9F2}" type="slidenum">
              <a:rPr lang="en-AU" smtClean="0"/>
              <a:pPr/>
              <a:t>15</a:t>
            </a:fld>
            <a:endParaRPr lang="en-AU"/>
          </a:p>
        </p:txBody>
      </p:sp>
      <p:sp>
        <p:nvSpPr>
          <p:cNvPr id="7" name="Content Placeholder 6">
            <a:extLst>
              <a:ext uri="{FF2B5EF4-FFF2-40B4-BE49-F238E27FC236}">
                <a16:creationId xmlns:a16="http://schemas.microsoft.com/office/drawing/2014/main" id="{0BDD9E41-E282-8602-C114-9B51740770AF}"/>
              </a:ext>
            </a:extLst>
          </p:cNvPr>
          <p:cNvSpPr>
            <a:spLocks noGrp="1"/>
          </p:cNvSpPr>
          <p:nvPr>
            <p:ph idx="1"/>
          </p:nvPr>
        </p:nvSpPr>
        <p:spPr>
          <a:xfrm>
            <a:off x="659944" y="1340586"/>
            <a:ext cx="10757474" cy="972963"/>
          </a:xfrm>
        </p:spPr>
        <p:txBody>
          <a:bodyPr/>
          <a:lstStyle/>
          <a:p>
            <a:r>
              <a:rPr lang="en-US" sz="2000" dirty="0">
                <a:latin typeface="Aharoni" panose="02010803020104030203" pitchFamily="2" charset="-79"/>
                <a:cs typeface="Aharoni" panose="02010803020104030203" pitchFamily="2" charset="-79"/>
              </a:rPr>
              <a:t>Right bearers</a:t>
            </a:r>
          </a:p>
          <a:p>
            <a:r>
              <a:rPr lang="en-US" dirty="0"/>
              <a:t>The individual, Groups (collective rights)</a:t>
            </a:r>
          </a:p>
          <a:p>
            <a:endParaRPr lang="en-US" dirty="0"/>
          </a:p>
        </p:txBody>
      </p:sp>
      <p:sp>
        <p:nvSpPr>
          <p:cNvPr id="12" name="Content Placeholder 11">
            <a:extLst>
              <a:ext uri="{FF2B5EF4-FFF2-40B4-BE49-F238E27FC236}">
                <a16:creationId xmlns:a16="http://schemas.microsoft.com/office/drawing/2014/main" id="{9E0F2344-8E58-5982-6507-02AF13DEA8BC}"/>
              </a:ext>
            </a:extLst>
          </p:cNvPr>
          <p:cNvSpPr>
            <a:spLocks noGrp="1"/>
          </p:cNvSpPr>
          <p:nvPr>
            <p:ph idx="14"/>
          </p:nvPr>
        </p:nvSpPr>
        <p:spPr>
          <a:xfrm>
            <a:off x="659944" y="2122060"/>
            <a:ext cx="10570724" cy="1960882"/>
          </a:xfrm>
        </p:spPr>
        <p:txBody>
          <a:bodyPr>
            <a:noAutofit/>
          </a:bodyPr>
          <a:lstStyle/>
          <a:p>
            <a:r>
              <a:rPr lang="en-US" sz="2000" dirty="0">
                <a:latin typeface="Aharoni" panose="02010803020104030203" pitchFamily="2" charset="-79"/>
                <a:cs typeface="Aharoni" panose="02010803020104030203" pitchFamily="2" charset="-79"/>
              </a:rPr>
              <a:t>Duty bearers</a:t>
            </a:r>
          </a:p>
          <a:p>
            <a:pPr marL="285750" indent="-285750">
              <a:buFont typeface="Wingdings" pitchFamily="2" charset="2"/>
              <a:buChar char="ü"/>
            </a:pPr>
            <a:r>
              <a:rPr lang="en-US" dirty="0"/>
              <a:t>States (primarily)</a:t>
            </a:r>
          </a:p>
          <a:p>
            <a:pPr marL="519113"/>
            <a:r>
              <a:rPr lang="en-US" i="1" dirty="0">
                <a:latin typeface="Segoe UI" panose="020B0502040204020203" pitchFamily="34" charset="0"/>
                <a:cs typeface="Segoe UI" panose="020B0502040204020203" pitchFamily="34" charset="0"/>
              </a:rPr>
              <a:t>Vertical obligations</a:t>
            </a:r>
            <a:r>
              <a:rPr lang="en-US" b="1" dirty="0">
                <a:latin typeface="Segoe UI" panose="020B0502040204020203" pitchFamily="34" charset="0"/>
                <a:cs typeface="Segoe UI" panose="020B0502040204020203" pitchFamily="34" charset="0"/>
              </a:rPr>
              <a:t>: </a:t>
            </a:r>
            <a:r>
              <a:rPr lang="en-US" dirty="0"/>
              <a:t>state's duties toward individuals under its jurisdiction </a:t>
            </a:r>
          </a:p>
          <a:p>
            <a:pPr marL="519113"/>
            <a:r>
              <a:rPr lang="en-US" i="1" dirty="0">
                <a:latin typeface="Segoe UI" panose="020B0502040204020203" pitchFamily="34" charset="0"/>
                <a:cs typeface="Segoe UI" panose="020B0502040204020203" pitchFamily="34" charset="0"/>
              </a:rPr>
              <a:t>Horizontal obligations: </a:t>
            </a:r>
            <a:r>
              <a:rPr lang="en-US" dirty="0"/>
              <a:t>state's duty to protect individuals from violations by other private actors. E.g. Torture, non-discrimination in housing </a:t>
            </a:r>
          </a:p>
        </p:txBody>
      </p:sp>
    </p:spTree>
    <p:extLst>
      <p:ext uri="{BB962C8B-B14F-4D97-AF65-F5344CB8AC3E}">
        <p14:creationId xmlns:p14="http://schemas.microsoft.com/office/powerpoint/2010/main" val="12922780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EC890-4F13-505C-DB86-650CF94A3636}"/>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7A0BD41D-5E1E-7414-E01B-527CDD261D5E}"/>
              </a:ext>
            </a:extLst>
          </p:cNvPr>
          <p:cNvSpPr/>
          <p:nvPr/>
        </p:nvSpPr>
        <p:spPr>
          <a:xfrm>
            <a:off x="579162" y="3204588"/>
            <a:ext cx="10685362" cy="3151762"/>
          </a:xfrm>
          <a:prstGeom prst="rect">
            <a:avLst/>
          </a:prstGeom>
          <a:solidFill>
            <a:srgbClr val="A1BBF1">
              <a:alpha val="25989"/>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07CBD236-8A0C-A5C2-A746-6E761E51965F}"/>
              </a:ext>
            </a:extLst>
          </p:cNvPr>
          <p:cNvSpPr>
            <a:spLocks noGrp="1"/>
          </p:cNvSpPr>
          <p:nvPr>
            <p:ph type="title"/>
          </p:nvPr>
        </p:nvSpPr>
        <p:spPr>
          <a:xfrm>
            <a:off x="623888" y="411729"/>
            <a:ext cx="8921510" cy="538616"/>
          </a:xfrm>
        </p:spPr>
        <p:txBody>
          <a:bodyPr>
            <a:normAutofit fontScale="90000"/>
          </a:bodyPr>
          <a:lstStyle/>
          <a:p>
            <a:r>
              <a:rPr lang="en-US" dirty="0"/>
              <a:t>Rights Holders and Duty Bearers</a:t>
            </a:r>
            <a:br>
              <a:rPr lang="en-US" dirty="0"/>
            </a:br>
            <a:endParaRPr lang="en-AU" dirty="0"/>
          </a:p>
        </p:txBody>
      </p:sp>
      <p:sp>
        <p:nvSpPr>
          <p:cNvPr id="2" name="Slide Number Placeholder 1">
            <a:extLst>
              <a:ext uri="{FF2B5EF4-FFF2-40B4-BE49-F238E27FC236}">
                <a16:creationId xmlns:a16="http://schemas.microsoft.com/office/drawing/2014/main" id="{2D43F623-A059-7990-BCF5-956A54F3EC42}"/>
              </a:ext>
            </a:extLst>
          </p:cNvPr>
          <p:cNvSpPr>
            <a:spLocks noGrp="1"/>
          </p:cNvSpPr>
          <p:nvPr>
            <p:ph type="sldNum" sz="quarter" idx="12"/>
          </p:nvPr>
        </p:nvSpPr>
        <p:spPr>
          <a:xfrm>
            <a:off x="8920501" y="6356350"/>
            <a:ext cx="2743200" cy="365125"/>
          </a:xfrm>
        </p:spPr>
        <p:txBody>
          <a:bodyPr/>
          <a:lstStyle/>
          <a:p>
            <a:fld id="{6F6F96F8-3C4A-44BA-8813-69AD9933C9F2}" type="slidenum">
              <a:rPr lang="en-AU" smtClean="0"/>
              <a:pPr/>
              <a:t>16</a:t>
            </a:fld>
            <a:endParaRPr lang="en-AU"/>
          </a:p>
        </p:txBody>
      </p:sp>
      <p:sp>
        <p:nvSpPr>
          <p:cNvPr id="12" name="Content Placeholder 11">
            <a:extLst>
              <a:ext uri="{FF2B5EF4-FFF2-40B4-BE49-F238E27FC236}">
                <a16:creationId xmlns:a16="http://schemas.microsoft.com/office/drawing/2014/main" id="{CE18DAC4-FFC9-24CF-5BDB-15BC52E04055}"/>
              </a:ext>
            </a:extLst>
          </p:cNvPr>
          <p:cNvSpPr>
            <a:spLocks noGrp="1"/>
          </p:cNvSpPr>
          <p:nvPr>
            <p:ph idx="14"/>
          </p:nvPr>
        </p:nvSpPr>
        <p:spPr>
          <a:xfrm>
            <a:off x="693800" y="1714294"/>
            <a:ext cx="10570724" cy="1262369"/>
          </a:xfrm>
        </p:spPr>
        <p:txBody>
          <a:bodyPr>
            <a:noAutofit/>
          </a:bodyPr>
          <a:lstStyle/>
          <a:p>
            <a:r>
              <a:rPr lang="en-US" sz="2800" dirty="0">
                <a:latin typeface="Aharoni" panose="02010803020104030203" pitchFamily="2" charset="-79"/>
                <a:cs typeface="Aharoni" panose="02010803020104030203" pitchFamily="2" charset="-79"/>
              </a:rPr>
              <a:t>Duty bearers</a:t>
            </a:r>
          </a:p>
          <a:p>
            <a:r>
              <a:rPr lang="en-US" sz="2400" dirty="0"/>
              <a:t>International </a:t>
            </a:r>
            <a:r>
              <a:rPr lang="en-US" sz="2400" dirty="0" err="1"/>
              <a:t>organisations</a:t>
            </a:r>
            <a:r>
              <a:rPr lang="en-US" sz="2400" dirty="0"/>
              <a:t> (e.g. Peacekeeping)</a:t>
            </a:r>
          </a:p>
          <a:p>
            <a:endParaRPr lang="en-US" sz="2000" dirty="0">
              <a:latin typeface="Aharoni" panose="02010803020104030203" pitchFamily="2" charset="-79"/>
              <a:cs typeface="Aharoni" panose="02010803020104030203" pitchFamily="2" charset="-79"/>
            </a:endParaRPr>
          </a:p>
        </p:txBody>
      </p:sp>
      <p:sp>
        <p:nvSpPr>
          <p:cNvPr id="13" name="Content Placeholder 6">
            <a:extLst>
              <a:ext uri="{FF2B5EF4-FFF2-40B4-BE49-F238E27FC236}">
                <a16:creationId xmlns:a16="http://schemas.microsoft.com/office/drawing/2014/main" id="{E74BC342-3D4E-12E2-17FF-F88C8DD81C65}"/>
              </a:ext>
            </a:extLst>
          </p:cNvPr>
          <p:cNvSpPr txBox="1">
            <a:spLocks/>
          </p:cNvSpPr>
          <p:nvPr/>
        </p:nvSpPr>
        <p:spPr>
          <a:xfrm>
            <a:off x="747550" y="3429000"/>
            <a:ext cx="10516974" cy="1867856"/>
          </a:xfrm>
          <a:prstGeom prst="rect">
            <a:avLst/>
          </a:prstGeom>
        </p:spPr>
        <p:txBody>
          <a:bodyPr vert="horz" lIns="0" tIns="45720" rIns="91440" bIns="45720" numCol="1" spcCol="0" rtlCol="0">
            <a:noAutofit/>
          </a:bodyPr>
          <a:lstStyle>
            <a:lvl1pPr marL="0" indent="0" algn="l" defTabSz="914400" rtl="0" eaLnBrk="1" latinLnBrk="0" hangingPunct="1">
              <a:lnSpc>
                <a:spcPct val="100000"/>
              </a:lnSpc>
              <a:spcBef>
                <a:spcPts val="600"/>
              </a:spcBef>
              <a:spcAft>
                <a:spcPts val="600"/>
              </a:spcAft>
              <a:buFont typeface="Arial" panose="020B0604020202020204" pitchFamily="34" charset="0"/>
              <a:buNone/>
              <a:defRPr sz="1800" kern="1200">
                <a:solidFill>
                  <a:schemeClr val="tx1"/>
                </a:solidFill>
                <a:latin typeface="+mn-lt"/>
                <a:ea typeface="+mn-ea"/>
                <a:cs typeface="+mn-cs"/>
              </a:defRPr>
            </a:lvl1pPr>
            <a:lvl2pPr marL="742950" indent="-285750" algn="l" defTabSz="914400" rtl="0" eaLnBrk="1" latinLnBrk="0" hangingPunct="1">
              <a:lnSpc>
                <a:spcPct val="90000"/>
              </a:lnSpc>
              <a:spcBef>
                <a:spcPts val="600"/>
              </a:spcBef>
              <a:spcAft>
                <a:spcPts val="600"/>
              </a:spcAft>
              <a:buFont typeface="Arial" panose="020B0604020202020204" pitchFamily="34" charset="0"/>
              <a:buChar char="•"/>
              <a:defRPr sz="1800" kern="1200">
                <a:solidFill>
                  <a:schemeClr val="tx1"/>
                </a:solidFill>
                <a:latin typeface="+mn-lt"/>
                <a:ea typeface="+mn-ea"/>
                <a:cs typeface="+mn-cs"/>
              </a:defRPr>
            </a:lvl2pPr>
            <a:lvl3pPr marL="1200150" indent="-285750" algn="l" defTabSz="914400" rtl="0" eaLnBrk="1" latinLnBrk="0" hangingPunct="1">
              <a:lnSpc>
                <a:spcPct val="90000"/>
              </a:lnSpc>
              <a:spcBef>
                <a:spcPts val="600"/>
              </a:spcBef>
              <a:spcAft>
                <a:spcPts val="600"/>
              </a:spcAft>
              <a:buFont typeface="Courier New" panose="02070309020205020404" pitchFamily="49"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i="1" dirty="0"/>
              <a:t>Interpretation of the Agreement of 25 March 1951 between the WTO and Egypt, </a:t>
            </a:r>
            <a:r>
              <a:rPr lang="en-US" sz="2400" b="1" dirty="0"/>
              <a:t>Advisory Opinion, 1980, ICJ para 37.</a:t>
            </a:r>
          </a:p>
          <a:p>
            <a:r>
              <a:rPr lang="en-US" sz="2400" dirty="0"/>
              <a:t>“International organizations are subjects of international law and, as such, are bound by any obligations incumbent upon them under general rules of international law, under their constitutions or under international agreements to which they are parties…”</a:t>
            </a:r>
          </a:p>
          <a:p>
            <a:endParaRPr lang="en-US" sz="2400" dirty="0"/>
          </a:p>
          <a:p>
            <a:pPr marL="285750" indent="-285750">
              <a:buFont typeface="Wingdings" pitchFamily="2" charset="2"/>
              <a:buChar char="ü"/>
            </a:pPr>
            <a:endParaRPr lang="en-US" sz="2400" dirty="0"/>
          </a:p>
        </p:txBody>
      </p:sp>
    </p:spTree>
    <p:extLst>
      <p:ext uri="{BB962C8B-B14F-4D97-AF65-F5344CB8AC3E}">
        <p14:creationId xmlns:p14="http://schemas.microsoft.com/office/powerpoint/2010/main" val="32508110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F8B9A-B7D0-9795-C8B0-4FDB6AD3EBC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37B8981-0D74-00CE-BC0B-2FBDB34AE45E}"/>
              </a:ext>
            </a:extLst>
          </p:cNvPr>
          <p:cNvSpPr/>
          <p:nvPr/>
        </p:nvSpPr>
        <p:spPr>
          <a:xfrm>
            <a:off x="693800" y="3314369"/>
            <a:ext cx="10765383" cy="3041981"/>
          </a:xfrm>
          <a:prstGeom prst="rect">
            <a:avLst/>
          </a:prstGeom>
          <a:solidFill>
            <a:srgbClr val="A1BBF1">
              <a:alpha val="3809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80617AF9-41FE-9E57-AE0A-838D6485A077}"/>
              </a:ext>
            </a:extLst>
          </p:cNvPr>
          <p:cNvSpPr>
            <a:spLocks noGrp="1"/>
          </p:cNvSpPr>
          <p:nvPr>
            <p:ph type="title"/>
          </p:nvPr>
        </p:nvSpPr>
        <p:spPr>
          <a:xfrm>
            <a:off x="623888" y="411729"/>
            <a:ext cx="8921510" cy="538616"/>
          </a:xfrm>
        </p:spPr>
        <p:txBody>
          <a:bodyPr>
            <a:normAutofit/>
          </a:bodyPr>
          <a:lstStyle/>
          <a:p>
            <a:r>
              <a:rPr lang="en-US" dirty="0"/>
              <a:t>Scope of IHRL</a:t>
            </a:r>
            <a:endParaRPr lang="en-AU" dirty="0"/>
          </a:p>
        </p:txBody>
      </p:sp>
      <p:sp>
        <p:nvSpPr>
          <p:cNvPr id="2" name="Slide Number Placeholder 1">
            <a:extLst>
              <a:ext uri="{FF2B5EF4-FFF2-40B4-BE49-F238E27FC236}">
                <a16:creationId xmlns:a16="http://schemas.microsoft.com/office/drawing/2014/main" id="{6CBF64F2-7F16-2A17-5B2D-834B711FD870}"/>
              </a:ext>
            </a:extLst>
          </p:cNvPr>
          <p:cNvSpPr>
            <a:spLocks noGrp="1"/>
          </p:cNvSpPr>
          <p:nvPr>
            <p:ph type="sldNum" sz="quarter" idx="12"/>
          </p:nvPr>
        </p:nvSpPr>
        <p:spPr>
          <a:xfrm>
            <a:off x="8920501" y="6356350"/>
            <a:ext cx="2743200" cy="365125"/>
          </a:xfrm>
        </p:spPr>
        <p:txBody>
          <a:bodyPr/>
          <a:lstStyle/>
          <a:p>
            <a:fld id="{6F6F96F8-3C4A-44BA-8813-69AD9933C9F2}" type="slidenum">
              <a:rPr lang="en-AU" smtClean="0"/>
              <a:pPr/>
              <a:t>17</a:t>
            </a:fld>
            <a:endParaRPr lang="en-AU"/>
          </a:p>
        </p:txBody>
      </p:sp>
      <p:sp>
        <p:nvSpPr>
          <p:cNvPr id="12" name="Content Placeholder 11">
            <a:extLst>
              <a:ext uri="{FF2B5EF4-FFF2-40B4-BE49-F238E27FC236}">
                <a16:creationId xmlns:a16="http://schemas.microsoft.com/office/drawing/2014/main" id="{DA33826F-5AC2-8AE9-8666-704E1AD45597}"/>
              </a:ext>
            </a:extLst>
          </p:cNvPr>
          <p:cNvSpPr>
            <a:spLocks noGrp="1"/>
          </p:cNvSpPr>
          <p:nvPr>
            <p:ph idx="14"/>
          </p:nvPr>
        </p:nvSpPr>
        <p:spPr>
          <a:xfrm>
            <a:off x="693800" y="1502933"/>
            <a:ext cx="10570724" cy="1262369"/>
          </a:xfrm>
        </p:spPr>
        <p:txBody>
          <a:bodyPr>
            <a:noAutofit/>
          </a:bodyPr>
          <a:lstStyle/>
          <a:p>
            <a:r>
              <a:rPr lang="en-US" dirty="0"/>
              <a:t>States must respect the rights of people within their territory </a:t>
            </a:r>
            <a:r>
              <a:rPr lang="en-US" b="1" dirty="0"/>
              <a:t>and</a:t>
            </a:r>
            <a:r>
              <a:rPr lang="en-US" dirty="0"/>
              <a:t> those subject to their jurisdiction. See </a:t>
            </a:r>
            <a:r>
              <a:rPr lang="en-US" i="1" dirty="0"/>
              <a:t>ICCPR</a:t>
            </a:r>
            <a:r>
              <a:rPr lang="en-US" dirty="0"/>
              <a:t> Art. 2 (1)</a:t>
            </a:r>
          </a:p>
          <a:p>
            <a:pPr marL="285750" indent="-285750">
              <a:buFont typeface="Wingdings" pitchFamily="2" charset="2"/>
              <a:buChar char="è"/>
            </a:pPr>
            <a:r>
              <a:rPr lang="en-US" dirty="0"/>
              <a:t>Irrespective of nationality or legal status</a:t>
            </a:r>
          </a:p>
          <a:p>
            <a:pPr marL="285750" indent="-285750">
              <a:buFont typeface="Wingdings" pitchFamily="2" charset="2"/>
              <a:buChar char="è"/>
            </a:pPr>
            <a:r>
              <a:rPr lang="en-US" dirty="0"/>
              <a:t>Extra-territoriality </a:t>
            </a:r>
          </a:p>
        </p:txBody>
      </p:sp>
      <p:sp>
        <p:nvSpPr>
          <p:cNvPr id="3" name="TextBox 2">
            <a:extLst>
              <a:ext uri="{FF2B5EF4-FFF2-40B4-BE49-F238E27FC236}">
                <a16:creationId xmlns:a16="http://schemas.microsoft.com/office/drawing/2014/main" id="{E21EBF40-3370-BB53-88C3-72073B918876}"/>
              </a:ext>
            </a:extLst>
          </p:cNvPr>
          <p:cNvSpPr txBox="1"/>
          <p:nvPr/>
        </p:nvSpPr>
        <p:spPr>
          <a:xfrm>
            <a:off x="1164077" y="3429000"/>
            <a:ext cx="9863846" cy="2862322"/>
          </a:xfrm>
          <a:prstGeom prst="rect">
            <a:avLst/>
          </a:prstGeom>
          <a:solidFill>
            <a:srgbClr val="A1BBF1">
              <a:alpha val="0"/>
            </a:srgbClr>
          </a:solidFill>
        </p:spPr>
        <p:txBody>
          <a:bodyPr wrap="square" rtlCol="0">
            <a:spAutoFit/>
          </a:bodyPr>
          <a:lstStyle/>
          <a:p>
            <a:r>
              <a:rPr lang="en-US" b="1" i="1" dirty="0"/>
              <a:t>Legal Consequences of the Construction of a Wall in the Occupied Palestinian Territory</a:t>
            </a:r>
            <a:r>
              <a:rPr lang="en-US" dirty="0"/>
              <a:t>, </a:t>
            </a:r>
            <a:r>
              <a:rPr lang="en-US" b="1" dirty="0"/>
              <a:t>Advisory Opinion, ICJ, 2004, para 109</a:t>
            </a:r>
          </a:p>
          <a:p>
            <a:endParaRPr lang="en-US" b="1" dirty="0"/>
          </a:p>
          <a:p>
            <a:r>
              <a:rPr lang="en-US" dirty="0"/>
              <a:t>…while the jurisdiction of States is primarily territorial, it may sometimes be exercised outside the national territory. Considering the object and purpose of the International Covenant on Civil and Political Rights, it would seem natural that, even when such is the case, States parties to the Covenant should be bound to comply with its provisions…in adopting the wording chosen, the drafters of the Covenant did not intend to allow States to escape from their obligations when they exercise jurisdiction outside their national territory… </a:t>
            </a:r>
          </a:p>
        </p:txBody>
      </p:sp>
    </p:spTree>
    <p:extLst>
      <p:ext uri="{BB962C8B-B14F-4D97-AF65-F5344CB8AC3E}">
        <p14:creationId xmlns:p14="http://schemas.microsoft.com/office/powerpoint/2010/main" val="39684472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D551F-DFFA-52A9-8AAE-3889E4EB0C1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FC99CA2-439C-CF96-DE20-517979D56314}"/>
              </a:ext>
            </a:extLst>
          </p:cNvPr>
          <p:cNvSpPr/>
          <p:nvPr/>
        </p:nvSpPr>
        <p:spPr>
          <a:xfrm>
            <a:off x="732817" y="1876887"/>
            <a:ext cx="10765383" cy="3786909"/>
          </a:xfrm>
          <a:prstGeom prst="rect">
            <a:avLst/>
          </a:prstGeom>
          <a:solidFill>
            <a:srgbClr val="A1BBF1">
              <a:alpha val="3809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8">
            <a:extLst>
              <a:ext uri="{FF2B5EF4-FFF2-40B4-BE49-F238E27FC236}">
                <a16:creationId xmlns:a16="http://schemas.microsoft.com/office/drawing/2014/main" id="{AEEFEEC8-75C2-085E-E227-16B758A71D47}"/>
              </a:ext>
            </a:extLst>
          </p:cNvPr>
          <p:cNvSpPr>
            <a:spLocks noGrp="1"/>
          </p:cNvSpPr>
          <p:nvPr>
            <p:ph type="title"/>
          </p:nvPr>
        </p:nvSpPr>
        <p:spPr>
          <a:xfrm>
            <a:off x="623888" y="411729"/>
            <a:ext cx="8921510" cy="538616"/>
          </a:xfrm>
        </p:spPr>
        <p:txBody>
          <a:bodyPr>
            <a:normAutofit/>
          </a:bodyPr>
          <a:lstStyle/>
          <a:p>
            <a:r>
              <a:rPr lang="en-US" dirty="0"/>
              <a:t>Scope of IHRL</a:t>
            </a:r>
            <a:endParaRPr lang="en-AU" dirty="0"/>
          </a:p>
        </p:txBody>
      </p:sp>
      <p:sp>
        <p:nvSpPr>
          <p:cNvPr id="2" name="Slide Number Placeholder 1">
            <a:extLst>
              <a:ext uri="{FF2B5EF4-FFF2-40B4-BE49-F238E27FC236}">
                <a16:creationId xmlns:a16="http://schemas.microsoft.com/office/drawing/2014/main" id="{0B911D1F-A996-667D-A28F-EBA4D3B3F952}"/>
              </a:ext>
            </a:extLst>
          </p:cNvPr>
          <p:cNvSpPr>
            <a:spLocks noGrp="1"/>
          </p:cNvSpPr>
          <p:nvPr>
            <p:ph type="sldNum" sz="quarter" idx="12"/>
          </p:nvPr>
        </p:nvSpPr>
        <p:spPr>
          <a:xfrm>
            <a:off x="8920501" y="6356350"/>
            <a:ext cx="2743200" cy="365125"/>
          </a:xfrm>
        </p:spPr>
        <p:txBody>
          <a:bodyPr/>
          <a:lstStyle/>
          <a:p>
            <a:fld id="{6F6F96F8-3C4A-44BA-8813-69AD9933C9F2}" type="slidenum">
              <a:rPr lang="en-AU" smtClean="0"/>
              <a:pPr/>
              <a:t>18</a:t>
            </a:fld>
            <a:endParaRPr lang="en-AU"/>
          </a:p>
        </p:txBody>
      </p:sp>
      <p:sp>
        <p:nvSpPr>
          <p:cNvPr id="12" name="Content Placeholder 11">
            <a:extLst>
              <a:ext uri="{FF2B5EF4-FFF2-40B4-BE49-F238E27FC236}">
                <a16:creationId xmlns:a16="http://schemas.microsoft.com/office/drawing/2014/main" id="{A96392FF-806A-4790-677B-25B2FCA1D0DB}"/>
              </a:ext>
            </a:extLst>
          </p:cNvPr>
          <p:cNvSpPr>
            <a:spLocks noGrp="1"/>
          </p:cNvSpPr>
          <p:nvPr>
            <p:ph idx="14"/>
          </p:nvPr>
        </p:nvSpPr>
        <p:spPr>
          <a:xfrm>
            <a:off x="693800" y="1502934"/>
            <a:ext cx="10570724" cy="538616"/>
          </a:xfrm>
        </p:spPr>
        <p:txBody>
          <a:bodyPr>
            <a:noAutofit/>
          </a:bodyPr>
          <a:lstStyle/>
          <a:p>
            <a:r>
              <a:rPr lang="en-US" b="1" dirty="0"/>
              <a:t>Extra-territoriality </a:t>
            </a:r>
          </a:p>
        </p:txBody>
      </p:sp>
      <p:sp>
        <p:nvSpPr>
          <p:cNvPr id="3" name="TextBox 2">
            <a:extLst>
              <a:ext uri="{FF2B5EF4-FFF2-40B4-BE49-F238E27FC236}">
                <a16:creationId xmlns:a16="http://schemas.microsoft.com/office/drawing/2014/main" id="{EA18AEDE-E003-5509-51E0-804CE51232B8}"/>
              </a:ext>
            </a:extLst>
          </p:cNvPr>
          <p:cNvSpPr txBox="1"/>
          <p:nvPr/>
        </p:nvSpPr>
        <p:spPr>
          <a:xfrm>
            <a:off x="927476" y="1876887"/>
            <a:ext cx="10217285" cy="3970318"/>
          </a:xfrm>
          <a:prstGeom prst="rect">
            <a:avLst/>
          </a:prstGeom>
          <a:solidFill>
            <a:srgbClr val="A1BBF1">
              <a:alpha val="0"/>
            </a:srgbClr>
          </a:solidFill>
        </p:spPr>
        <p:txBody>
          <a:bodyPr wrap="square" rtlCol="0">
            <a:spAutoFit/>
          </a:bodyPr>
          <a:lstStyle/>
          <a:p>
            <a:r>
              <a:rPr lang="en-US" b="1" i="1" dirty="0"/>
              <a:t>Armed Activities on the Territory of the Congo (Democratic Republic of the Congo v. Uganda</a:t>
            </a:r>
            <a:r>
              <a:rPr lang="en-US" b="1" dirty="0"/>
              <a:t>), Judgment, I.C.J. Reports 2005.</a:t>
            </a:r>
          </a:p>
          <a:p>
            <a:endParaRPr lang="en-US" b="1" dirty="0"/>
          </a:p>
          <a:p>
            <a:r>
              <a:rPr lang="en-US" dirty="0"/>
              <a:t>The Court, having concluded that Uganda was an occupying Power in </a:t>
            </a:r>
            <a:r>
              <a:rPr lang="en-US" dirty="0" err="1"/>
              <a:t>Ituri</a:t>
            </a:r>
            <a:r>
              <a:rPr lang="en-US" dirty="0"/>
              <a:t> at the relevant time, finds that Uganda’s responsibility is engaged both for any acts of its military that violated its international obligations and for any lack of vigilance in preventing violations of human rights and international humanitarian law by other actors present in the occupied territory, including rebel groups acting on their own account. (para 179)</a:t>
            </a:r>
          </a:p>
          <a:p>
            <a:r>
              <a:rPr lang="en-US" b="1" dirty="0"/>
              <a:t>…</a:t>
            </a:r>
          </a:p>
          <a:p>
            <a:r>
              <a:rPr lang="en-US" dirty="0"/>
              <a:t>The Court further concluded that international human rights instruments are applicable “in respect of acts done by a State in the exercise of its jurisdiction outside its own territory”, particularly in occupied territories… (para 216) </a:t>
            </a:r>
          </a:p>
          <a:p>
            <a:endParaRPr lang="en-US" b="1" dirty="0"/>
          </a:p>
        </p:txBody>
      </p:sp>
      <p:sp>
        <p:nvSpPr>
          <p:cNvPr id="5" name="TextBox 4">
            <a:extLst>
              <a:ext uri="{FF2B5EF4-FFF2-40B4-BE49-F238E27FC236}">
                <a16:creationId xmlns:a16="http://schemas.microsoft.com/office/drawing/2014/main" id="{34C82E58-5A48-3404-C3DE-9DB013DCC519}"/>
              </a:ext>
            </a:extLst>
          </p:cNvPr>
          <p:cNvSpPr txBox="1"/>
          <p:nvPr/>
        </p:nvSpPr>
        <p:spPr>
          <a:xfrm>
            <a:off x="732817" y="5958398"/>
            <a:ext cx="10765383" cy="923330"/>
          </a:xfrm>
          <a:prstGeom prst="rect">
            <a:avLst/>
          </a:prstGeom>
          <a:noFill/>
        </p:spPr>
        <p:txBody>
          <a:bodyPr wrap="square" rtlCol="0">
            <a:spAutoFit/>
          </a:bodyPr>
          <a:lstStyle/>
          <a:p>
            <a:r>
              <a:rPr lang="en-US" b="1" dirty="0"/>
              <a:t>Even sometimes when the state has no effective control: </a:t>
            </a:r>
            <a:r>
              <a:rPr lang="en-US" dirty="0"/>
              <a:t>See also Human Rights Committee, </a:t>
            </a:r>
            <a:r>
              <a:rPr lang="en-US" dirty="0">
                <a:hlinkClick r:id="rId3"/>
              </a:rPr>
              <a:t>Sergio Euben Lopez Burgos v. Uruguay</a:t>
            </a:r>
            <a:r>
              <a:rPr lang="en-US" dirty="0"/>
              <a:t>, Communication No. R.12/52 (6 June 1979), U.N. Doc. Supp. No. 40 (A/36/40) at 176 (1981), para 12.3.</a:t>
            </a:r>
          </a:p>
        </p:txBody>
      </p:sp>
    </p:spTree>
    <p:extLst>
      <p:ext uri="{BB962C8B-B14F-4D97-AF65-F5344CB8AC3E}">
        <p14:creationId xmlns:p14="http://schemas.microsoft.com/office/powerpoint/2010/main" val="1425748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44AF7-97A4-BEE2-1795-83A1A2179701}"/>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0B77F26E-E139-2EB4-A08B-DC5355AC63C9}"/>
              </a:ext>
            </a:extLst>
          </p:cNvPr>
          <p:cNvSpPr>
            <a:spLocks noGrp="1"/>
          </p:cNvSpPr>
          <p:nvPr>
            <p:ph type="title"/>
          </p:nvPr>
        </p:nvSpPr>
        <p:spPr/>
        <p:txBody>
          <a:bodyPr/>
          <a:lstStyle/>
          <a:p>
            <a:r>
              <a:rPr lang="en-AU" dirty="0"/>
              <a:t>Derogations in Time of Emergency </a:t>
            </a:r>
          </a:p>
        </p:txBody>
      </p:sp>
      <p:sp>
        <p:nvSpPr>
          <p:cNvPr id="10" name="Content Placeholder 9">
            <a:extLst>
              <a:ext uri="{FF2B5EF4-FFF2-40B4-BE49-F238E27FC236}">
                <a16:creationId xmlns:a16="http://schemas.microsoft.com/office/drawing/2014/main" id="{7C989579-54C3-8E25-489D-4263E76913BF}"/>
              </a:ext>
            </a:extLst>
          </p:cNvPr>
          <p:cNvSpPr>
            <a:spLocks noGrp="1"/>
          </p:cNvSpPr>
          <p:nvPr>
            <p:ph idx="1"/>
          </p:nvPr>
        </p:nvSpPr>
        <p:spPr>
          <a:xfrm>
            <a:off x="673604" y="1628775"/>
            <a:ext cx="5304414" cy="4548187"/>
          </a:xfrm>
        </p:spPr>
        <p:txBody>
          <a:bodyPr>
            <a:normAutofit fontScale="92500" lnSpcReduction="10000"/>
          </a:bodyPr>
          <a:lstStyle/>
          <a:p>
            <a:r>
              <a:rPr lang="en-US" dirty="0">
                <a:latin typeface="+mj-lt"/>
              </a:rPr>
              <a:t>ICCPR Article 4</a:t>
            </a:r>
          </a:p>
          <a:p>
            <a:r>
              <a:rPr lang="en-US" dirty="0"/>
              <a:t>1 . In time of public emergency which threatens the life of the nation and the existence of which is officially proclaimed, the States Parties to the present Covenant may take measures derogating from their obligations under the present Covenant to the extent strictly required by the exigencies of the situation, provided that such measures are not inconsistent with their other obligations under international law and do not involve discrimination solely on the ground of race, </a:t>
            </a:r>
            <a:r>
              <a:rPr lang="en-US" dirty="0" err="1"/>
              <a:t>colour</a:t>
            </a:r>
            <a:r>
              <a:rPr lang="en-US" dirty="0"/>
              <a:t>, sex, language, religion or social origin.</a:t>
            </a:r>
          </a:p>
          <a:p>
            <a:r>
              <a:rPr lang="en-US" dirty="0"/>
              <a:t>2. No derogation from articles 6, 7, 8 (paragraphs I and 2), 11, 15, 16 and 18 may be made under this provision.</a:t>
            </a:r>
          </a:p>
          <a:p>
            <a:endParaRPr lang="en-AU" dirty="0">
              <a:latin typeface="+mj-lt"/>
            </a:endParaRPr>
          </a:p>
        </p:txBody>
      </p:sp>
      <p:sp>
        <p:nvSpPr>
          <p:cNvPr id="12" name="Content Placeholder 11">
            <a:extLst>
              <a:ext uri="{FF2B5EF4-FFF2-40B4-BE49-F238E27FC236}">
                <a16:creationId xmlns:a16="http://schemas.microsoft.com/office/drawing/2014/main" id="{8506073A-E985-9174-1DC4-33825B0EF52B}"/>
              </a:ext>
            </a:extLst>
          </p:cNvPr>
          <p:cNvSpPr>
            <a:spLocks noGrp="1"/>
          </p:cNvSpPr>
          <p:nvPr>
            <p:ph idx="14"/>
          </p:nvPr>
        </p:nvSpPr>
        <p:spPr>
          <a:xfrm>
            <a:off x="6419408" y="1653076"/>
            <a:ext cx="5304414" cy="4727575"/>
          </a:xfrm>
        </p:spPr>
        <p:txBody>
          <a:bodyPr>
            <a:normAutofit fontScale="62500" lnSpcReduction="20000"/>
          </a:bodyPr>
          <a:lstStyle/>
          <a:p>
            <a:pPr>
              <a:lnSpc>
                <a:spcPct val="90000"/>
              </a:lnSpc>
            </a:pPr>
            <a:r>
              <a:rPr lang="en-US" sz="2200" dirty="0">
                <a:latin typeface="+mj-lt"/>
              </a:rPr>
              <a:t>ACHR, Article 27</a:t>
            </a:r>
          </a:p>
          <a:p>
            <a:pPr>
              <a:lnSpc>
                <a:spcPct val="90000"/>
              </a:lnSpc>
            </a:pPr>
            <a:endParaRPr lang="en-US" sz="1500" dirty="0">
              <a:latin typeface="+mj-lt"/>
            </a:endParaRPr>
          </a:p>
          <a:p>
            <a:pPr>
              <a:lnSpc>
                <a:spcPct val="90000"/>
              </a:lnSpc>
            </a:pPr>
            <a:r>
              <a:rPr lang="en-US" sz="2600" dirty="0"/>
              <a:t>1. In time of war, public danger, or other emergency that threatens the independence or security of a State Party, it may take measures derogating from its obligations under the present Convention to the extent and for the period of</a:t>
            </a:r>
            <a:br>
              <a:rPr lang="en-US" sz="2600" dirty="0"/>
            </a:br>
            <a:r>
              <a:rPr lang="en-US" sz="2600" dirty="0"/>
              <a:t>time strictly required by the exigencies of the situation, provided that such measures are not inconsistent with its other obligations under international law and do not involve discrimination on the ground of race, color, sex, language, religion, or social origin.</a:t>
            </a:r>
          </a:p>
          <a:p>
            <a:pPr>
              <a:lnSpc>
                <a:spcPct val="90000"/>
              </a:lnSpc>
            </a:pPr>
            <a:br>
              <a:rPr lang="en-US" sz="2600" dirty="0"/>
            </a:br>
            <a:r>
              <a:rPr lang="en-US" sz="2600" dirty="0"/>
              <a:t>2. The foregoing provision does not authorize any suspension of the following articles: Article 3 (Right to Juridical Personality), Article 4 (Right to Life), Article 5 (Right to Humane Treatment), Article 6 (Freedom from Slavery), Article 9(Freedom from Ex Post Facto Laws), Article 12 (Freedom of Conscience and Religion), etc. </a:t>
            </a:r>
            <a:endParaRPr lang="en-US" sz="1500" dirty="0">
              <a:latin typeface="+mj-lt"/>
            </a:endParaRPr>
          </a:p>
        </p:txBody>
      </p:sp>
      <p:sp>
        <p:nvSpPr>
          <p:cNvPr id="3" name="Slide Number Placeholder 2">
            <a:extLst>
              <a:ext uri="{FF2B5EF4-FFF2-40B4-BE49-F238E27FC236}">
                <a16:creationId xmlns:a16="http://schemas.microsoft.com/office/drawing/2014/main" id="{CF1137DA-1CF4-D0C4-0185-CE025FA8F8E8}"/>
              </a:ext>
            </a:extLst>
          </p:cNvPr>
          <p:cNvSpPr>
            <a:spLocks noGrp="1"/>
          </p:cNvSpPr>
          <p:nvPr>
            <p:ph type="sldNum" sz="quarter" idx="12"/>
          </p:nvPr>
        </p:nvSpPr>
        <p:spPr/>
        <p:txBody>
          <a:bodyPr/>
          <a:lstStyle/>
          <a:p>
            <a:fld id="{6F6F96F8-3C4A-44BA-8813-69AD9933C9F2}" type="slidenum">
              <a:rPr lang="en-AU" smtClean="0"/>
              <a:pPr/>
              <a:t>19</a:t>
            </a:fld>
            <a:endParaRPr lang="en-AU"/>
          </a:p>
        </p:txBody>
      </p:sp>
      <p:sp>
        <p:nvSpPr>
          <p:cNvPr id="4" name="Text Placeholder 3">
            <a:extLst>
              <a:ext uri="{FF2B5EF4-FFF2-40B4-BE49-F238E27FC236}">
                <a16:creationId xmlns:a16="http://schemas.microsoft.com/office/drawing/2014/main" id="{7FBF62C7-66F1-72FA-1A65-53DAE2EB4384}"/>
              </a:ext>
            </a:extLst>
          </p:cNvPr>
          <p:cNvSpPr>
            <a:spLocks noGrp="1"/>
          </p:cNvSpPr>
          <p:nvPr>
            <p:ph type="body" sz="quarter" idx="13"/>
          </p:nvPr>
        </p:nvSpPr>
        <p:spPr/>
        <p:txBody>
          <a:bodyPr/>
          <a:lstStyle/>
          <a:p>
            <a:r>
              <a:rPr lang="en-US" dirty="0"/>
              <a:t>Absolute and limited Rights </a:t>
            </a:r>
          </a:p>
        </p:txBody>
      </p:sp>
      <p:sp>
        <p:nvSpPr>
          <p:cNvPr id="16" name="Rectangle 15">
            <a:extLst>
              <a:ext uri="{FF2B5EF4-FFF2-40B4-BE49-F238E27FC236}">
                <a16:creationId xmlns:a16="http://schemas.microsoft.com/office/drawing/2014/main" id="{0BA80D11-DDA6-A3BA-C864-7772DFB40E77}"/>
              </a:ext>
            </a:extLst>
          </p:cNvPr>
          <p:cNvSpPr/>
          <p:nvPr/>
        </p:nvSpPr>
        <p:spPr>
          <a:xfrm>
            <a:off x="350196" y="1400783"/>
            <a:ext cx="5745804" cy="4955567"/>
          </a:xfrm>
          <a:custGeom>
            <a:avLst/>
            <a:gdLst>
              <a:gd name="connsiteX0" fmla="*/ 0 w 5745804"/>
              <a:gd name="connsiteY0" fmla="*/ 0 h 4955567"/>
              <a:gd name="connsiteX1" fmla="*/ 402206 w 5745804"/>
              <a:gd name="connsiteY1" fmla="*/ 0 h 4955567"/>
              <a:gd name="connsiteX2" fmla="*/ 804413 w 5745804"/>
              <a:gd name="connsiteY2" fmla="*/ 0 h 4955567"/>
              <a:gd name="connsiteX3" fmla="*/ 1493909 w 5745804"/>
              <a:gd name="connsiteY3" fmla="*/ 0 h 4955567"/>
              <a:gd name="connsiteX4" fmla="*/ 1896115 w 5745804"/>
              <a:gd name="connsiteY4" fmla="*/ 0 h 4955567"/>
              <a:gd name="connsiteX5" fmla="*/ 2585612 w 5745804"/>
              <a:gd name="connsiteY5" fmla="*/ 0 h 4955567"/>
              <a:gd name="connsiteX6" fmla="*/ 3217650 w 5745804"/>
              <a:gd name="connsiteY6" fmla="*/ 0 h 4955567"/>
              <a:gd name="connsiteX7" fmla="*/ 3907147 w 5745804"/>
              <a:gd name="connsiteY7" fmla="*/ 0 h 4955567"/>
              <a:gd name="connsiteX8" fmla="*/ 4596643 w 5745804"/>
              <a:gd name="connsiteY8" fmla="*/ 0 h 4955567"/>
              <a:gd name="connsiteX9" fmla="*/ 5056308 w 5745804"/>
              <a:gd name="connsiteY9" fmla="*/ 0 h 4955567"/>
              <a:gd name="connsiteX10" fmla="*/ 5745804 w 5745804"/>
              <a:gd name="connsiteY10" fmla="*/ 0 h 4955567"/>
              <a:gd name="connsiteX11" fmla="*/ 5745804 w 5745804"/>
              <a:gd name="connsiteY11" fmla="*/ 501063 h 4955567"/>
              <a:gd name="connsiteX12" fmla="*/ 5745804 w 5745804"/>
              <a:gd name="connsiteY12" fmla="*/ 1150793 h 4955567"/>
              <a:gd name="connsiteX13" fmla="*/ 5745804 w 5745804"/>
              <a:gd name="connsiteY13" fmla="*/ 1651856 h 4955567"/>
              <a:gd name="connsiteX14" fmla="*/ 5745804 w 5745804"/>
              <a:gd name="connsiteY14" fmla="*/ 2301586 h 4955567"/>
              <a:gd name="connsiteX15" fmla="*/ 5745804 w 5745804"/>
              <a:gd name="connsiteY15" fmla="*/ 2703537 h 4955567"/>
              <a:gd name="connsiteX16" fmla="*/ 5745804 w 5745804"/>
              <a:gd name="connsiteY16" fmla="*/ 3303711 h 4955567"/>
              <a:gd name="connsiteX17" fmla="*/ 5745804 w 5745804"/>
              <a:gd name="connsiteY17" fmla="*/ 3705663 h 4955567"/>
              <a:gd name="connsiteX18" fmla="*/ 5745804 w 5745804"/>
              <a:gd name="connsiteY18" fmla="*/ 4107614 h 4955567"/>
              <a:gd name="connsiteX19" fmla="*/ 5745804 w 5745804"/>
              <a:gd name="connsiteY19" fmla="*/ 4955567 h 4955567"/>
              <a:gd name="connsiteX20" fmla="*/ 5171224 w 5745804"/>
              <a:gd name="connsiteY20" fmla="*/ 4955567 h 4955567"/>
              <a:gd name="connsiteX21" fmla="*/ 4539185 w 5745804"/>
              <a:gd name="connsiteY21" fmla="*/ 4955567 h 4955567"/>
              <a:gd name="connsiteX22" fmla="*/ 4079521 w 5745804"/>
              <a:gd name="connsiteY22" fmla="*/ 4955567 h 4955567"/>
              <a:gd name="connsiteX23" fmla="*/ 3677315 w 5745804"/>
              <a:gd name="connsiteY23" fmla="*/ 4955567 h 4955567"/>
              <a:gd name="connsiteX24" fmla="*/ 3102734 w 5745804"/>
              <a:gd name="connsiteY24" fmla="*/ 4955567 h 4955567"/>
              <a:gd name="connsiteX25" fmla="*/ 2528154 w 5745804"/>
              <a:gd name="connsiteY25" fmla="*/ 4955567 h 4955567"/>
              <a:gd name="connsiteX26" fmla="*/ 1896115 w 5745804"/>
              <a:gd name="connsiteY26" fmla="*/ 4955567 h 4955567"/>
              <a:gd name="connsiteX27" fmla="*/ 1321535 w 5745804"/>
              <a:gd name="connsiteY27" fmla="*/ 4955567 h 4955567"/>
              <a:gd name="connsiteX28" fmla="*/ 804413 w 5745804"/>
              <a:gd name="connsiteY28" fmla="*/ 4955567 h 4955567"/>
              <a:gd name="connsiteX29" fmla="*/ 0 w 5745804"/>
              <a:gd name="connsiteY29" fmla="*/ 4955567 h 4955567"/>
              <a:gd name="connsiteX30" fmla="*/ 0 w 5745804"/>
              <a:gd name="connsiteY30" fmla="*/ 4404948 h 4955567"/>
              <a:gd name="connsiteX31" fmla="*/ 0 w 5745804"/>
              <a:gd name="connsiteY31" fmla="*/ 3903886 h 4955567"/>
              <a:gd name="connsiteX32" fmla="*/ 0 w 5745804"/>
              <a:gd name="connsiteY32" fmla="*/ 3353267 h 4955567"/>
              <a:gd name="connsiteX33" fmla="*/ 0 w 5745804"/>
              <a:gd name="connsiteY33" fmla="*/ 2852204 h 4955567"/>
              <a:gd name="connsiteX34" fmla="*/ 0 w 5745804"/>
              <a:gd name="connsiteY34" fmla="*/ 2450253 h 4955567"/>
              <a:gd name="connsiteX35" fmla="*/ 0 w 5745804"/>
              <a:gd name="connsiteY35" fmla="*/ 1850078 h 4955567"/>
              <a:gd name="connsiteX36" fmla="*/ 0 w 5745804"/>
              <a:gd name="connsiteY36" fmla="*/ 1249904 h 4955567"/>
              <a:gd name="connsiteX37" fmla="*/ 0 w 5745804"/>
              <a:gd name="connsiteY37" fmla="*/ 600174 h 4955567"/>
              <a:gd name="connsiteX38" fmla="*/ 0 w 5745804"/>
              <a:gd name="connsiteY38" fmla="*/ 0 h 4955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745804" h="4955567" extrusionOk="0">
                <a:moveTo>
                  <a:pt x="0" y="0"/>
                </a:moveTo>
                <a:cubicBezTo>
                  <a:pt x="123113" y="-31197"/>
                  <a:pt x="279957" y="36985"/>
                  <a:pt x="402206" y="0"/>
                </a:cubicBezTo>
                <a:cubicBezTo>
                  <a:pt x="524455" y="-36985"/>
                  <a:pt x="685415" y="37658"/>
                  <a:pt x="804413" y="0"/>
                </a:cubicBezTo>
                <a:cubicBezTo>
                  <a:pt x="923411" y="-37658"/>
                  <a:pt x="1191853" y="36897"/>
                  <a:pt x="1493909" y="0"/>
                </a:cubicBezTo>
                <a:cubicBezTo>
                  <a:pt x="1795965" y="-36897"/>
                  <a:pt x="1809057" y="26311"/>
                  <a:pt x="1896115" y="0"/>
                </a:cubicBezTo>
                <a:cubicBezTo>
                  <a:pt x="1983173" y="-26311"/>
                  <a:pt x="2323683" y="64290"/>
                  <a:pt x="2585612" y="0"/>
                </a:cubicBezTo>
                <a:cubicBezTo>
                  <a:pt x="2847541" y="-64290"/>
                  <a:pt x="2952236" y="27946"/>
                  <a:pt x="3217650" y="0"/>
                </a:cubicBezTo>
                <a:cubicBezTo>
                  <a:pt x="3483064" y="-27946"/>
                  <a:pt x="3646919" y="40066"/>
                  <a:pt x="3907147" y="0"/>
                </a:cubicBezTo>
                <a:cubicBezTo>
                  <a:pt x="4167375" y="-40066"/>
                  <a:pt x="4436433" y="53513"/>
                  <a:pt x="4596643" y="0"/>
                </a:cubicBezTo>
                <a:cubicBezTo>
                  <a:pt x="4756853" y="-53513"/>
                  <a:pt x="4963285" y="39262"/>
                  <a:pt x="5056308" y="0"/>
                </a:cubicBezTo>
                <a:cubicBezTo>
                  <a:pt x="5149332" y="-39262"/>
                  <a:pt x="5447393" y="19665"/>
                  <a:pt x="5745804" y="0"/>
                </a:cubicBezTo>
                <a:cubicBezTo>
                  <a:pt x="5753113" y="227733"/>
                  <a:pt x="5718587" y="346183"/>
                  <a:pt x="5745804" y="501063"/>
                </a:cubicBezTo>
                <a:cubicBezTo>
                  <a:pt x="5773021" y="655943"/>
                  <a:pt x="5668569" y="899709"/>
                  <a:pt x="5745804" y="1150793"/>
                </a:cubicBezTo>
                <a:cubicBezTo>
                  <a:pt x="5823039" y="1401877"/>
                  <a:pt x="5695420" y="1412506"/>
                  <a:pt x="5745804" y="1651856"/>
                </a:cubicBezTo>
                <a:cubicBezTo>
                  <a:pt x="5796188" y="1891206"/>
                  <a:pt x="5688280" y="2008730"/>
                  <a:pt x="5745804" y="2301586"/>
                </a:cubicBezTo>
                <a:cubicBezTo>
                  <a:pt x="5803328" y="2594442"/>
                  <a:pt x="5724807" y="2609604"/>
                  <a:pt x="5745804" y="2703537"/>
                </a:cubicBezTo>
                <a:cubicBezTo>
                  <a:pt x="5766801" y="2797470"/>
                  <a:pt x="5724970" y="3023116"/>
                  <a:pt x="5745804" y="3303711"/>
                </a:cubicBezTo>
                <a:cubicBezTo>
                  <a:pt x="5766638" y="3584306"/>
                  <a:pt x="5726208" y="3548355"/>
                  <a:pt x="5745804" y="3705663"/>
                </a:cubicBezTo>
                <a:cubicBezTo>
                  <a:pt x="5765400" y="3862971"/>
                  <a:pt x="5739327" y="3962871"/>
                  <a:pt x="5745804" y="4107614"/>
                </a:cubicBezTo>
                <a:cubicBezTo>
                  <a:pt x="5752281" y="4252357"/>
                  <a:pt x="5654727" y="4698940"/>
                  <a:pt x="5745804" y="4955567"/>
                </a:cubicBezTo>
                <a:cubicBezTo>
                  <a:pt x="5484081" y="5000164"/>
                  <a:pt x="5379819" y="4908954"/>
                  <a:pt x="5171224" y="4955567"/>
                </a:cubicBezTo>
                <a:cubicBezTo>
                  <a:pt x="4962629" y="5002180"/>
                  <a:pt x="4743081" y="4882449"/>
                  <a:pt x="4539185" y="4955567"/>
                </a:cubicBezTo>
                <a:cubicBezTo>
                  <a:pt x="4335289" y="5028685"/>
                  <a:pt x="4216731" y="4915910"/>
                  <a:pt x="4079521" y="4955567"/>
                </a:cubicBezTo>
                <a:cubicBezTo>
                  <a:pt x="3942311" y="4995224"/>
                  <a:pt x="3841868" y="4914714"/>
                  <a:pt x="3677315" y="4955567"/>
                </a:cubicBezTo>
                <a:cubicBezTo>
                  <a:pt x="3512762" y="4996420"/>
                  <a:pt x="3322917" y="4912399"/>
                  <a:pt x="3102734" y="4955567"/>
                </a:cubicBezTo>
                <a:cubicBezTo>
                  <a:pt x="2882551" y="4998735"/>
                  <a:pt x="2700314" y="4954069"/>
                  <a:pt x="2528154" y="4955567"/>
                </a:cubicBezTo>
                <a:cubicBezTo>
                  <a:pt x="2355994" y="4957065"/>
                  <a:pt x="2187728" y="4950463"/>
                  <a:pt x="1896115" y="4955567"/>
                </a:cubicBezTo>
                <a:cubicBezTo>
                  <a:pt x="1604502" y="4960671"/>
                  <a:pt x="1489618" y="4887954"/>
                  <a:pt x="1321535" y="4955567"/>
                </a:cubicBezTo>
                <a:cubicBezTo>
                  <a:pt x="1153452" y="5023180"/>
                  <a:pt x="976070" y="4906925"/>
                  <a:pt x="804413" y="4955567"/>
                </a:cubicBezTo>
                <a:cubicBezTo>
                  <a:pt x="632756" y="5004209"/>
                  <a:pt x="386241" y="4902138"/>
                  <a:pt x="0" y="4955567"/>
                </a:cubicBezTo>
                <a:cubicBezTo>
                  <a:pt x="-57346" y="4720665"/>
                  <a:pt x="9375" y="4522135"/>
                  <a:pt x="0" y="4404948"/>
                </a:cubicBezTo>
                <a:cubicBezTo>
                  <a:pt x="-9375" y="4287761"/>
                  <a:pt x="13294" y="4069961"/>
                  <a:pt x="0" y="3903886"/>
                </a:cubicBezTo>
                <a:cubicBezTo>
                  <a:pt x="-13294" y="3737811"/>
                  <a:pt x="58703" y="3519283"/>
                  <a:pt x="0" y="3353267"/>
                </a:cubicBezTo>
                <a:cubicBezTo>
                  <a:pt x="-58703" y="3187251"/>
                  <a:pt x="32419" y="3039236"/>
                  <a:pt x="0" y="2852204"/>
                </a:cubicBezTo>
                <a:cubicBezTo>
                  <a:pt x="-32419" y="2665172"/>
                  <a:pt x="27121" y="2584503"/>
                  <a:pt x="0" y="2450253"/>
                </a:cubicBezTo>
                <a:cubicBezTo>
                  <a:pt x="-27121" y="2316003"/>
                  <a:pt x="21154" y="2016373"/>
                  <a:pt x="0" y="1850078"/>
                </a:cubicBezTo>
                <a:cubicBezTo>
                  <a:pt x="-21154" y="1683783"/>
                  <a:pt x="506" y="1426265"/>
                  <a:pt x="0" y="1249904"/>
                </a:cubicBezTo>
                <a:cubicBezTo>
                  <a:pt x="-506" y="1073543"/>
                  <a:pt x="32513" y="819005"/>
                  <a:pt x="0" y="600174"/>
                </a:cubicBezTo>
                <a:cubicBezTo>
                  <a:pt x="-32513" y="381343"/>
                  <a:pt x="27594" y="213438"/>
                  <a:pt x="0" y="0"/>
                </a:cubicBezTo>
                <a:close/>
              </a:path>
            </a:pathLst>
          </a:custGeom>
          <a:noFill/>
          <a:ln w="28575">
            <a:solidFill>
              <a:schemeClr val="tx1"/>
            </a:solidFill>
            <a:extLst>
              <a:ext uri="{C807C97D-BFC1-408E-A445-0C87EB9F89A2}">
                <ask:lineSketchStyleProps xmlns:ask="http://schemas.microsoft.com/office/drawing/2018/sketchyshapes" sd="2851133033">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9883AD4-B47A-9CED-16A6-D2DB41ACA633}"/>
              </a:ext>
            </a:extLst>
          </p:cNvPr>
          <p:cNvSpPr/>
          <p:nvPr/>
        </p:nvSpPr>
        <p:spPr>
          <a:xfrm>
            <a:off x="6190674" y="1425084"/>
            <a:ext cx="5745804" cy="4955567"/>
          </a:xfrm>
          <a:custGeom>
            <a:avLst/>
            <a:gdLst>
              <a:gd name="connsiteX0" fmla="*/ 0 w 5745804"/>
              <a:gd name="connsiteY0" fmla="*/ 0 h 4955567"/>
              <a:gd name="connsiteX1" fmla="*/ 402206 w 5745804"/>
              <a:gd name="connsiteY1" fmla="*/ 0 h 4955567"/>
              <a:gd name="connsiteX2" fmla="*/ 804413 w 5745804"/>
              <a:gd name="connsiteY2" fmla="*/ 0 h 4955567"/>
              <a:gd name="connsiteX3" fmla="*/ 1493909 w 5745804"/>
              <a:gd name="connsiteY3" fmla="*/ 0 h 4955567"/>
              <a:gd name="connsiteX4" fmla="*/ 1896115 w 5745804"/>
              <a:gd name="connsiteY4" fmla="*/ 0 h 4955567"/>
              <a:gd name="connsiteX5" fmla="*/ 2585612 w 5745804"/>
              <a:gd name="connsiteY5" fmla="*/ 0 h 4955567"/>
              <a:gd name="connsiteX6" fmla="*/ 3217650 w 5745804"/>
              <a:gd name="connsiteY6" fmla="*/ 0 h 4955567"/>
              <a:gd name="connsiteX7" fmla="*/ 3907147 w 5745804"/>
              <a:gd name="connsiteY7" fmla="*/ 0 h 4955567"/>
              <a:gd name="connsiteX8" fmla="*/ 4596643 w 5745804"/>
              <a:gd name="connsiteY8" fmla="*/ 0 h 4955567"/>
              <a:gd name="connsiteX9" fmla="*/ 5056308 w 5745804"/>
              <a:gd name="connsiteY9" fmla="*/ 0 h 4955567"/>
              <a:gd name="connsiteX10" fmla="*/ 5745804 w 5745804"/>
              <a:gd name="connsiteY10" fmla="*/ 0 h 4955567"/>
              <a:gd name="connsiteX11" fmla="*/ 5745804 w 5745804"/>
              <a:gd name="connsiteY11" fmla="*/ 501063 h 4955567"/>
              <a:gd name="connsiteX12" fmla="*/ 5745804 w 5745804"/>
              <a:gd name="connsiteY12" fmla="*/ 1150793 h 4955567"/>
              <a:gd name="connsiteX13" fmla="*/ 5745804 w 5745804"/>
              <a:gd name="connsiteY13" fmla="*/ 1651856 h 4955567"/>
              <a:gd name="connsiteX14" fmla="*/ 5745804 w 5745804"/>
              <a:gd name="connsiteY14" fmla="*/ 2301586 h 4955567"/>
              <a:gd name="connsiteX15" fmla="*/ 5745804 w 5745804"/>
              <a:gd name="connsiteY15" fmla="*/ 2703537 h 4955567"/>
              <a:gd name="connsiteX16" fmla="*/ 5745804 w 5745804"/>
              <a:gd name="connsiteY16" fmla="*/ 3303711 h 4955567"/>
              <a:gd name="connsiteX17" fmla="*/ 5745804 w 5745804"/>
              <a:gd name="connsiteY17" fmla="*/ 3705663 h 4955567"/>
              <a:gd name="connsiteX18" fmla="*/ 5745804 w 5745804"/>
              <a:gd name="connsiteY18" fmla="*/ 4107614 h 4955567"/>
              <a:gd name="connsiteX19" fmla="*/ 5745804 w 5745804"/>
              <a:gd name="connsiteY19" fmla="*/ 4955567 h 4955567"/>
              <a:gd name="connsiteX20" fmla="*/ 5171224 w 5745804"/>
              <a:gd name="connsiteY20" fmla="*/ 4955567 h 4955567"/>
              <a:gd name="connsiteX21" fmla="*/ 4539185 w 5745804"/>
              <a:gd name="connsiteY21" fmla="*/ 4955567 h 4955567"/>
              <a:gd name="connsiteX22" fmla="*/ 4079521 w 5745804"/>
              <a:gd name="connsiteY22" fmla="*/ 4955567 h 4955567"/>
              <a:gd name="connsiteX23" fmla="*/ 3677315 w 5745804"/>
              <a:gd name="connsiteY23" fmla="*/ 4955567 h 4955567"/>
              <a:gd name="connsiteX24" fmla="*/ 3102734 w 5745804"/>
              <a:gd name="connsiteY24" fmla="*/ 4955567 h 4955567"/>
              <a:gd name="connsiteX25" fmla="*/ 2528154 w 5745804"/>
              <a:gd name="connsiteY25" fmla="*/ 4955567 h 4955567"/>
              <a:gd name="connsiteX26" fmla="*/ 1896115 w 5745804"/>
              <a:gd name="connsiteY26" fmla="*/ 4955567 h 4955567"/>
              <a:gd name="connsiteX27" fmla="*/ 1321535 w 5745804"/>
              <a:gd name="connsiteY27" fmla="*/ 4955567 h 4955567"/>
              <a:gd name="connsiteX28" fmla="*/ 804413 w 5745804"/>
              <a:gd name="connsiteY28" fmla="*/ 4955567 h 4955567"/>
              <a:gd name="connsiteX29" fmla="*/ 0 w 5745804"/>
              <a:gd name="connsiteY29" fmla="*/ 4955567 h 4955567"/>
              <a:gd name="connsiteX30" fmla="*/ 0 w 5745804"/>
              <a:gd name="connsiteY30" fmla="*/ 4404948 h 4955567"/>
              <a:gd name="connsiteX31" fmla="*/ 0 w 5745804"/>
              <a:gd name="connsiteY31" fmla="*/ 3903886 h 4955567"/>
              <a:gd name="connsiteX32" fmla="*/ 0 w 5745804"/>
              <a:gd name="connsiteY32" fmla="*/ 3353267 h 4955567"/>
              <a:gd name="connsiteX33" fmla="*/ 0 w 5745804"/>
              <a:gd name="connsiteY33" fmla="*/ 2852204 h 4955567"/>
              <a:gd name="connsiteX34" fmla="*/ 0 w 5745804"/>
              <a:gd name="connsiteY34" fmla="*/ 2450253 h 4955567"/>
              <a:gd name="connsiteX35" fmla="*/ 0 w 5745804"/>
              <a:gd name="connsiteY35" fmla="*/ 1850078 h 4955567"/>
              <a:gd name="connsiteX36" fmla="*/ 0 w 5745804"/>
              <a:gd name="connsiteY36" fmla="*/ 1249904 h 4955567"/>
              <a:gd name="connsiteX37" fmla="*/ 0 w 5745804"/>
              <a:gd name="connsiteY37" fmla="*/ 600174 h 4955567"/>
              <a:gd name="connsiteX38" fmla="*/ 0 w 5745804"/>
              <a:gd name="connsiteY38" fmla="*/ 0 h 4955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745804" h="4955567" extrusionOk="0">
                <a:moveTo>
                  <a:pt x="0" y="0"/>
                </a:moveTo>
                <a:cubicBezTo>
                  <a:pt x="123113" y="-31197"/>
                  <a:pt x="279957" y="36985"/>
                  <a:pt x="402206" y="0"/>
                </a:cubicBezTo>
                <a:cubicBezTo>
                  <a:pt x="524455" y="-36985"/>
                  <a:pt x="685415" y="37658"/>
                  <a:pt x="804413" y="0"/>
                </a:cubicBezTo>
                <a:cubicBezTo>
                  <a:pt x="923411" y="-37658"/>
                  <a:pt x="1191853" y="36897"/>
                  <a:pt x="1493909" y="0"/>
                </a:cubicBezTo>
                <a:cubicBezTo>
                  <a:pt x="1795965" y="-36897"/>
                  <a:pt x="1809057" y="26311"/>
                  <a:pt x="1896115" y="0"/>
                </a:cubicBezTo>
                <a:cubicBezTo>
                  <a:pt x="1983173" y="-26311"/>
                  <a:pt x="2323683" y="64290"/>
                  <a:pt x="2585612" y="0"/>
                </a:cubicBezTo>
                <a:cubicBezTo>
                  <a:pt x="2847541" y="-64290"/>
                  <a:pt x="2952236" y="27946"/>
                  <a:pt x="3217650" y="0"/>
                </a:cubicBezTo>
                <a:cubicBezTo>
                  <a:pt x="3483064" y="-27946"/>
                  <a:pt x="3646919" y="40066"/>
                  <a:pt x="3907147" y="0"/>
                </a:cubicBezTo>
                <a:cubicBezTo>
                  <a:pt x="4167375" y="-40066"/>
                  <a:pt x="4436433" y="53513"/>
                  <a:pt x="4596643" y="0"/>
                </a:cubicBezTo>
                <a:cubicBezTo>
                  <a:pt x="4756853" y="-53513"/>
                  <a:pt x="4963285" y="39262"/>
                  <a:pt x="5056308" y="0"/>
                </a:cubicBezTo>
                <a:cubicBezTo>
                  <a:pt x="5149332" y="-39262"/>
                  <a:pt x="5447393" y="19665"/>
                  <a:pt x="5745804" y="0"/>
                </a:cubicBezTo>
                <a:cubicBezTo>
                  <a:pt x="5753113" y="227733"/>
                  <a:pt x="5718587" y="346183"/>
                  <a:pt x="5745804" y="501063"/>
                </a:cubicBezTo>
                <a:cubicBezTo>
                  <a:pt x="5773021" y="655943"/>
                  <a:pt x="5668569" y="899709"/>
                  <a:pt x="5745804" y="1150793"/>
                </a:cubicBezTo>
                <a:cubicBezTo>
                  <a:pt x="5823039" y="1401877"/>
                  <a:pt x="5695420" y="1412506"/>
                  <a:pt x="5745804" y="1651856"/>
                </a:cubicBezTo>
                <a:cubicBezTo>
                  <a:pt x="5796188" y="1891206"/>
                  <a:pt x="5688280" y="2008730"/>
                  <a:pt x="5745804" y="2301586"/>
                </a:cubicBezTo>
                <a:cubicBezTo>
                  <a:pt x="5803328" y="2594442"/>
                  <a:pt x="5724807" y="2609604"/>
                  <a:pt x="5745804" y="2703537"/>
                </a:cubicBezTo>
                <a:cubicBezTo>
                  <a:pt x="5766801" y="2797470"/>
                  <a:pt x="5724970" y="3023116"/>
                  <a:pt x="5745804" y="3303711"/>
                </a:cubicBezTo>
                <a:cubicBezTo>
                  <a:pt x="5766638" y="3584306"/>
                  <a:pt x="5726208" y="3548355"/>
                  <a:pt x="5745804" y="3705663"/>
                </a:cubicBezTo>
                <a:cubicBezTo>
                  <a:pt x="5765400" y="3862971"/>
                  <a:pt x="5739327" y="3962871"/>
                  <a:pt x="5745804" y="4107614"/>
                </a:cubicBezTo>
                <a:cubicBezTo>
                  <a:pt x="5752281" y="4252357"/>
                  <a:pt x="5654727" y="4698940"/>
                  <a:pt x="5745804" y="4955567"/>
                </a:cubicBezTo>
                <a:cubicBezTo>
                  <a:pt x="5484081" y="5000164"/>
                  <a:pt x="5379819" y="4908954"/>
                  <a:pt x="5171224" y="4955567"/>
                </a:cubicBezTo>
                <a:cubicBezTo>
                  <a:pt x="4962629" y="5002180"/>
                  <a:pt x="4743081" y="4882449"/>
                  <a:pt x="4539185" y="4955567"/>
                </a:cubicBezTo>
                <a:cubicBezTo>
                  <a:pt x="4335289" y="5028685"/>
                  <a:pt x="4216731" y="4915910"/>
                  <a:pt x="4079521" y="4955567"/>
                </a:cubicBezTo>
                <a:cubicBezTo>
                  <a:pt x="3942311" y="4995224"/>
                  <a:pt x="3841868" y="4914714"/>
                  <a:pt x="3677315" y="4955567"/>
                </a:cubicBezTo>
                <a:cubicBezTo>
                  <a:pt x="3512762" y="4996420"/>
                  <a:pt x="3322917" y="4912399"/>
                  <a:pt x="3102734" y="4955567"/>
                </a:cubicBezTo>
                <a:cubicBezTo>
                  <a:pt x="2882551" y="4998735"/>
                  <a:pt x="2700314" y="4954069"/>
                  <a:pt x="2528154" y="4955567"/>
                </a:cubicBezTo>
                <a:cubicBezTo>
                  <a:pt x="2355994" y="4957065"/>
                  <a:pt x="2187728" y="4950463"/>
                  <a:pt x="1896115" y="4955567"/>
                </a:cubicBezTo>
                <a:cubicBezTo>
                  <a:pt x="1604502" y="4960671"/>
                  <a:pt x="1489618" y="4887954"/>
                  <a:pt x="1321535" y="4955567"/>
                </a:cubicBezTo>
                <a:cubicBezTo>
                  <a:pt x="1153452" y="5023180"/>
                  <a:pt x="976070" y="4906925"/>
                  <a:pt x="804413" y="4955567"/>
                </a:cubicBezTo>
                <a:cubicBezTo>
                  <a:pt x="632756" y="5004209"/>
                  <a:pt x="386241" y="4902138"/>
                  <a:pt x="0" y="4955567"/>
                </a:cubicBezTo>
                <a:cubicBezTo>
                  <a:pt x="-57346" y="4720665"/>
                  <a:pt x="9375" y="4522135"/>
                  <a:pt x="0" y="4404948"/>
                </a:cubicBezTo>
                <a:cubicBezTo>
                  <a:pt x="-9375" y="4287761"/>
                  <a:pt x="13294" y="4069961"/>
                  <a:pt x="0" y="3903886"/>
                </a:cubicBezTo>
                <a:cubicBezTo>
                  <a:pt x="-13294" y="3737811"/>
                  <a:pt x="58703" y="3519283"/>
                  <a:pt x="0" y="3353267"/>
                </a:cubicBezTo>
                <a:cubicBezTo>
                  <a:pt x="-58703" y="3187251"/>
                  <a:pt x="32419" y="3039236"/>
                  <a:pt x="0" y="2852204"/>
                </a:cubicBezTo>
                <a:cubicBezTo>
                  <a:pt x="-32419" y="2665172"/>
                  <a:pt x="27121" y="2584503"/>
                  <a:pt x="0" y="2450253"/>
                </a:cubicBezTo>
                <a:cubicBezTo>
                  <a:pt x="-27121" y="2316003"/>
                  <a:pt x="21154" y="2016373"/>
                  <a:pt x="0" y="1850078"/>
                </a:cubicBezTo>
                <a:cubicBezTo>
                  <a:pt x="-21154" y="1683783"/>
                  <a:pt x="506" y="1426265"/>
                  <a:pt x="0" y="1249904"/>
                </a:cubicBezTo>
                <a:cubicBezTo>
                  <a:pt x="-506" y="1073543"/>
                  <a:pt x="32513" y="819005"/>
                  <a:pt x="0" y="600174"/>
                </a:cubicBezTo>
                <a:cubicBezTo>
                  <a:pt x="-32513" y="381343"/>
                  <a:pt x="27594" y="213438"/>
                  <a:pt x="0" y="0"/>
                </a:cubicBezTo>
                <a:close/>
              </a:path>
            </a:pathLst>
          </a:custGeom>
          <a:noFill/>
          <a:ln w="28575">
            <a:solidFill>
              <a:schemeClr val="tx1"/>
            </a:solidFill>
            <a:extLst>
              <a:ext uri="{C807C97D-BFC1-408E-A445-0C87EB9F89A2}">
                <ask:lineSketchStyleProps xmlns:ask="http://schemas.microsoft.com/office/drawing/2018/sketchyshapes" sd="2851133033">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84773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6DC72-1A2B-998E-0CDF-48106E92865D}"/>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188A9B0E-3E0E-971F-40B6-98250A9367EB}"/>
              </a:ext>
            </a:extLst>
          </p:cNvPr>
          <p:cNvSpPr>
            <a:spLocks noGrp="1"/>
          </p:cNvSpPr>
          <p:nvPr>
            <p:ph type="title"/>
          </p:nvPr>
        </p:nvSpPr>
        <p:spPr/>
        <p:txBody>
          <a:bodyPr/>
          <a:lstStyle/>
          <a:p>
            <a:r>
              <a:rPr lang="en-AU" dirty="0"/>
              <a:t>Derogations in Time of Emergency </a:t>
            </a:r>
          </a:p>
        </p:txBody>
      </p:sp>
      <p:sp>
        <p:nvSpPr>
          <p:cNvPr id="10" name="Content Placeholder 9">
            <a:extLst>
              <a:ext uri="{FF2B5EF4-FFF2-40B4-BE49-F238E27FC236}">
                <a16:creationId xmlns:a16="http://schemas.microsoft.com/office/drawing/2014/main" id="{8C7A1BF8-2D08-0A7D-4ACE-22EA95AA1905}"/>
              </a:ext>
            </a:extLst>
          </p:cNvPr>
          <p:cNvSpPr>
            <a:spLocks noGrp="1"/>
          </p:cNvSpPr>
          <p:nvPr>
            <p:ph idx="1"/>
          </p:nvPr>
        </p:nvSpPr>
        <p:spPr>
          <a:xfrm>
            <a:off x="673604" y="1568414"/>
            <a:ext cx="10990097" cy="4548187"/>
          </a:xfrm>
        </p:spPr>
        <p:txBody>
          <a:bodyPr>
            <a:normAutofit/>
          </a:bodyPr>
          <a:lstStyle/>
          <a:p>
            <a:pPr marL="285750" indent="-285750">
              <a:buFont typeface="Wingdings" pitchFamily="2" charset="2"/>
              <a:buChar char="ü"/>
            </a:pPr>
            <a:r>
              <a:rPr lang="en-US" sz="2000" dirty="0">
                <a:latin typeface="Aharoni" panose="02010803020104030203" pitchFamily="2" charset="-79"/>
                <a:cs typeface="Aharoni" panose="02010803020104030203" pitchFamily="2" charset="-79"/>
              </a:rPr>
              <a:t>Necessity and proportionality (nature, duration, impact) </a:t>
            </a:r>
          </a:p>
          <a:p>
            <a:pPr marL="749300"/>
            <a:r>
              <a:rPr lang="en-US" i="1" dirty="0">
                <a:latin typeface="Segoe UI" panose="020B0502040204020203" pitchFamily="34" charset="0"/>
                <a:cs typeface="Segoe UI" panose="020B0502040204020203" pitchFamily="34" charset="0"/>
              </a:rPr>
              <a:t>Case of Aksoy V. Turkey </a:t>
            </a:r>
            <a:r>
              <a:rPr lang="en-US" dirty="0">
                <a:latin typeface="Segoe UI" panose="020B0502040204020203" pitchFamily="34" charset="0"/>
                <a:cs typeface="Segoe UI" panose="020B0502040204020203" pitchFamily="34" charset="0"/>
              </a:rPr>
              <a:t>(Application No. </a:t>
            </a:r>
            <a:r>
              <a:rPr lang="en-US" u="sng" dirty="0">
                <a:latin typeface="Segoe UI" panose="020B0502040204020203" pitchFamily="34" charset="0"/>
                <a:cs typeface="Segoe UI" panose="020B0502040204020203" pitchFamily="34" charset="0"/>
                <a:hlinkClick r:id="rId3"/>
              </a:rPr>
              <a:t>21987/93</a:t>
            </a:r>
            <a:r>
              <a:rPr lang="en-US" dirty="0">
                <a:latin typeface="Segoe UI" panose="020B0502040204020203" pitchFamily="34" charset="0"/>
                <a:cs typeface="Segoe UI" panose="020B0502040204020203" pitchFamily="34" charset="0"/>
              </a:rPr>
              <a:t>) (ECtHR, 20 March 2018), para 78.</a:t>
            </a:r>
          </a:p>
          <a:p>
            <a:pPr marL="749300"/>
            <a:r>
              <a:rPr lang="en-US" dirty="0"/>
              <a:t>“Although the Court is of the view … that the investigation of terrorist offences undoubtedly presents the authorities with special problems, it cannot accept that it is necessary to hold a suspect for fourteen days without judicial intervention. This period is exceptionally long and left the applicant vulnerable not only to arbitrary interference with his right to liberty but also to torture … Moreover, the Government have not adduced any detailed reasons before the Court as to why the fight against terrorism in South-East Turkey rendered judicial intervention impracticable.”</a:t>
            </a:r>
          </a:p>
          <a:p>
            <a:pPr marL="285750" indent="-285750">
              <a:buFont typeface="Wingdings" pitchFamily="2" charset="2"/>
              <a:buChar char="ü"/>
            </a:pPr>
            <a:r>
              <a:rPr lang="en-US" sz="2000" dirty="0">
                <a:latin typeface="Aharoni" panose="02010803020104030203" pitchFamily="2" charset="-79"/>
                <a:cs typeface="Aharoni" panose="02010803020104030203" pitchFamily="2" charset="-79"/>
              </a:rPr>
              <a:t>Consistent with state’s other obligations under IL, especially </a:t>
            </a:r>
            <a:r>
              <a:rPr lang="en-US" sz="2000" i="1" dirty="0">
                <a:latin typeface="Aharoni" panose="02010803020104030203" pitchFamily="2" charset="-79"/>
                <a:cs typeface="Aharoni" panose="02010803020104030203" pitchFamily="2" charset="-79"/>
              </a:rPr>
              <a:t>Jus Cogens</a:t>
            </a:r>
          </a:p>
          <a:p>
            <a:pPr marL="285750" indent="-285750">
              <a:buFont typeface="Wingdings" pitchFamily="2" charset="2"/>
              <a:buChar char="ü"/>
            </a:pPr>
            <a:r>
              <a:rPr lang="en-US" sz="2000" dirty="0">
                <a:latin typeface="Aharoni" panose="02010803020104030203" pitchFamily="2" charset="-79"/>
                <a:cs typeface="Aharoni" panose="02010803020104030203" pitchFamily="2" charset="-79"/>
              </a:rPr>
              <a:t>Cannot affect absolute or non-</a:t>
            </a:r>
            <a:r>
              <a:rPr lang="en-US" sz="2000" dirty="0" err="1">
                <a:latin typeface="Aharoni" panose="02010803020104030203" pitchFamily="2" charset="-79"/>
                <a:cs typeface="Aharoni" panose="02010803020104030203" pitchFamily="2" charset="-79"/>
              </a:rPr>
              <a:t>derogable</a:t>
            </a:r>
            <a:r>
              <a:rPr lang="en-US" sz="2000" dirty="0">
                <a:latin typeface="Aharoni" panose="02010803020104030203" pitchFamily="2" charset="-79"/>
                <a:cs typeface="Aharoni" panose="02010803020104030203" pitchFamily="2" charset="-79"/>
              </a:rPr>
              <a:t> rights</a:t>
            </a:r>
          </a:p>
          <a:p>
            <a:pPr marL="285750" indent="-285750">
              <a:buFont typeface="Wingdings" pitchFamily="2" charset="2"/>
              <a:buChar char="ü"/>
            </a:pPr>
            <a:r>
              <a:rPr lang="en-US" sz="2000" dirty="0">
                <a:latin typeface="Aharoni" panose="02010803020104030203" pitchFamily="2" charset="-79"/>
                <a:cs typeface="Aharoni" panose="02010803020104030203" pitchFamily="2" charset="-79"/>
              </a:rPr>
              <a:t>Notification requirement </a:t>
            </a:r>
          </a:p>
          <a:p>
            <a:pPr marL="285750" indent="-285750">
              <a:buFont typeface="Wingdings" pitchFamily="2" charset="2"/>
              <a:buChar char="ü"/>
            </a:pPr>
            <a:endParaRPr lang="en-AU" dirty="0">
              <a:latin typeface="+mj-lt"/>
            </a:endParaRPr>
          </a:p>
        </p:txBody>
      </p:sp>
      <p:sp>
        <p:nvSpPr>
          <p:cNvPr id="3" name="Slide Number Placeholder 2">
            <a:extLst>
              <a:ext uri="{FF2B5EF4-FFF2-40B4-BE49-F238E27FC236}">
                <a16:creationId xmlns:a16="http://schemas.microsoft.com/office/drawing/2014/main" id="{7C54CB13-EC85-4D96-E4E8-261B9CBEFEC9}"/>
              </a:ext>
            </a:extLst>
          </p:cNvPr>
          <p:cNvSpPr>
            <a:spLocks noGrp="1"/>
          </p:cNvSpPr>
          <p:nvPr>
            <p:ph type="sldNum" sz="quarter" idx="12"/>
          </p:nvPr>
        </p:nvSpPr>
        <p:spPr/>
        <p:txBody>
          <a:bodyPr/>
          <a:lstStyle/>
          <a:p>
            <a:fld id="{6F6F96F8-3C4A-44BA-8813-69AD9933C9F2}" type="slidenum">
              <a:rPr lang="en-AU" smtClean="0"/>
              <a:pPr/>
              <a:t>20</a:t>
            </a:fld>
            <a:endParaRPr lang="en-AU"/>
          </a:p>
        </p:txBody>
      </p:sp>
      <p:sp>
        <p:nvSpPr>
          <p:cNvPr id="4" name="Text Placeholder 3">
            <a:extLst>
              <a:ext uri="{FF2B5EF4-FFF2-40B4-BE49-F238E27FC236}">
                <a16:creationId xmlns:a16="http://schemas.microsoft.com/office/drawing/2014/main" id="{4B38CAB1-21A0-EA8D-9614-6FAB3634BD79}"/>
              </a:ext>
            </a:extLst>
          </p:cNvPr>
          <p:cNvSpPr>
            <a:spLocks noGrp="1"/>
          </p:cNvSpPr>
          <p:nvPr>
            <p:ph type="body" sz="quarter" idx="13"/>
          </p:nvPr>
        </p:nvSpPr>
        <p:spPr/>
        <p:txBody>
          <a:bodyPr/>
          <a:lstStyle/>
          <a:p>
            <a:r>
              <a:rPr lang="en-US" dirty="0"/>
              <a:t>Four Substantive requirements</a:t>
            </a:r>
          </a:p>
        </p:txBody>
      </p:sp>
    </p:spTree>
    <p:extLst>
      <p:ext uri="{BB962C8B-B14F-4D97-AF65-F5344CB8AC3E}">
        <p14:creationId xmlns:p14="http://schemas.microsoft.com/office/powerpoint/2010/main" val="30933156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6917F-A3E4-F5B8-5916-753DECC6EE17}"/>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69340B0A-0A9D-AA73-982C-6251BAA9F3BE}"/>
              </a:ext>
            </a:extLst>
          </p:cNvPr>
          <p:cNvSpPr>
            <a:spLocks noGrp="1"/>
          </p:cNvSpPr>
          <p:nvPr>
            <p:ph type="title"/>
          </p:nvPr>
        </p:nvSpPr>
        <p:spPr/>
        <p:txBody>
          <a:bodyPr/>
          <a:lstStyle/>
          <a:p>
            <a:r>
              <a:rPr lang="en-AU" dirty="0"/>
              <a:t>Derogations Outside of Emergency </a:t>
            </a:r>
          </a:p>
        </p:txBody>
      </p:sp>
      <p:sp>
        <p:nvSpPr>
          <p:cNvPr id="10" name="Content Placeholder 9">
            <a:extLst>
              <a:ext uri="{FF2B5EF4-FFF2-40B4-BE49-F238E27FC236}">
                <a16:creationId xmlns:a16="http://schemas.microsoft.com/office/drawing/2014/main" id="{06CD5FF2-22B4-622C-127A-465DFD54650C}"/>
              </a:ext>
            </a:extLst>
          </p:cNvPr>
          <p:cNvSpPr>
            <a:spLocks noGrp="1"/>
          </p:cNvSpPr>
          <p:nvPr>
            <p:ph idx="1"/>
          </p:nvPr>
        </p:nvSpPr>
        <p:spPr>
          <a:xfrm>
            <a:off x="673605" y="1808163"/>
            <a:ext cx="5422395" cy="4548187"/>
          </a:xfrm>
        </p:spPr>
        <p:txBody>
          <a:bodyPr>
            <a:normAutofit fontScale="85000" lnSpcReduction="20000"/>
          </a:bodyPr>
          <a:lstStyle/>
          <a:p>
            <a:pPr marL="285750" lvl="0" indent="-285750">
              <a:buFont typeface="Wingdings" pitchFamily="2" charset="2"/>
              <a:buChar char="ü"/>
            </a:pPr>
            <a:r>
              <a:rPr lang="en-US" sz="3200" dirty="0">
                <a:latin typeface="Segoe UI" panose="020B0502040204020203" pitchFamily="34" charset="0"/>
                <a:cs typeface="Segoe UI" panose="020B0502040204020203" pitchFamily="34" charset="0"/>
              </a:rPr>
              <a:t>Provided by law and legal (e.g. Constitution) </a:t>
            </a:r>
          </a:p>
          <a:p>
            <a:pPr marL="285750" lvl="0" indent="-285750">
              <a:buFont typeface="Wingdings" pitchFamily="2" charset="2"/>
              <a:buChar char="ü"/>
            </a:pPr>
            <a:endParaRPr lang="en-US" sz="3200" dirty="0">
              <a:latin typeface="Segoe UI" panose="020B0502040204020203" pitchFamily="34" charset="0"/>
              <a:cs typeface="Segoe UI" panose="020B0502040204020203" pitchFamily="34" charset="0"/>
            </a:endParaRPr>
          </a:p>
          <a:p>
            <a:pPr marL="285750" lvl="0" indent="-285750">
              <a:buFont typeface="Wingdings" pitchFamily="2" charset="2"/>
              <a:buChar char="ü"/>
            </a:pPr>
            <a:r>
              <a:rPr lang="en-US" sz="3200" dirty="0">
                <a:latin typeface="Segoe UI" panose="020B0502040204020203" pitchFamily="34" charset="0"/>
                <a:cs typeface="Segoe UI" panose="020B0502040204020203" pitchFamily="34" charset="0"/>
              </a:rPr>
              <a:t>Serve a legitimate aim described in the limitation clause, e.g. protection of rights and freedom </a:t>
            </a:r>
          </a:p>
          <a:p>
            <a:pPr marL="285750" lvl="0" indent="-285750">
              <a:buFont typeface="Wingdings" pitchFamily="2" charset="2"/>
              <a:buChar char="ü"/>
            </a:pPr>
            <a:endParaRPr lang="en-US" sz="3200" dirty="0">
              <a:latin typeface="Segoe UI" panose="020B0502040204020203" pitchFamily="34" charset="0"/>
              <a:cs typeface="Segoe UI" panose="020B0502040204020203" pitchFamily="34" charset="0"/>
            </a:endParaRPr>
          </a:p>
          <a:p>
            <a:pPr marL="285750" lvl="0" indent="-285750">
              <a:buFont typeface="Wingdings" pitchFamily="2" charset="2"/>
              <a:buChar char="ü"/>
            </a:pPr>
            <a:r>
              <a:rPr lang="en-US" sz="3200" dirty="0">
                <a:latin typeface="Segoe UI" panose="020B0502040204020203" pitchFamily="34" charset="0"/>
                <a:cs typeface="Segoe UI" panose="020B0502040204020203" pitchFamily="34" charset="0"/>
              </a:rPr>
              <a:t>Necessary in a democratic society. That is responding to a public need, is proportionate and the aim pursued is legitimate. </a:t>
            </a:r>
          </a:p>
          <a:p>
            <a:pPr marL="285750" indent="-285750">
              <a:buFont typeface="Wingdings" pitchFamily="2" charset="2"/>
              <a:buChar char="ü"/>
            </a:pPr>
            <a:endParaRPr lang="en-AU" dirty="0">
              <a:latin typeface="Segoe UI" panose="020B0502040204020203" pitchFamily="34" charset="0"/>
              <a:cs typeface="Segoe UI" panose="020B0502040204020203" pitchFamily="34" charset="0"/>
            </a:endParaRPr>
          </a:p>
        </p:txBody>
      </p:sp>
      <p:sp>
        <p:nvSpPr>
          <p:cNvPr id="3" name="Slide Number Placeholder 2">
            <a:extLst>
              <a:ext uri="{FF2B5EF4-FFF2-40B4-BE49-F238E27FC236}">
                <a16:creationId xmlns:a16="http://schemas.microsoft.com/office/drawing/2014/main" id="{C2ABA305-C6A5-D35D-AA95-AEEF96CFBCDD}"/>
              </a:ext>
            </a:extLst>
          </p:cNvPr>
          <p:cNvSpPr>
            <a:spLocks noGrp="1"/>
          </p:cNvSpPr>
          <p:nvPr>
            <p:ph type="sldNum" sz="quarter" idx="12"/>
          </p:nvPr>
        </p:nvSpPr>
        <p:spPr/>
        <p:txBody>
          <a:bodyPr/>
          <a:lstStyle/>
          <a:p>
            <a:fld id="{6F6F96F8-3C4A-44BA-8813-69AD9933C9F2}" type="slidenum">
              <a:rPr lang="en-AU" smtClean="0"/>
              <a:pPr/>
              <a:t>21</a:t>
            </a:fld>
            <a:endParaRPr lang="en-AU"/>
          </a:p>
        </p:txBody>
      </p:sp>
      <p:sp>
        <p:nvSpPr>
          <p:cNvPr id="4" name="Text Placeholder 3">
            <a:extLst>
              <a:ext uri="{FF2B5EF4-FFF2-40B4-BE49-F238E27FC236}">
                <a16:creationId xmlns:a16="http://schemas.microsoft.com/office/drawing/2014/main" id="{68824C2A-0F49-6C9A-E8EC-3D9B25D20341}"/>
              </a:ext>
            </a:extLst>
          </p:cNvPr>
          <p:cNvSpPr>
            <a:spLocks noGrp="1"/>
          </p:cNvSpPr>
          <p:nvPr>
            <p:ph type="body" sz="quarter" idx="13"/>
          </p:nvPr>
        </p:nvSpPr>
        <p:spPr/>
        <p:txBody>
          <a:bodyPr/>
          <a:lstStyle/>
          <a:p>
            <a:r>
              <a:rPr lang="en-US"/>
              <a:t>Conditions</a:t>
            </a:r>
            <a:endParaRPr lang="en-US" dirty="0"/>
          </a:p>
        </p:txBody>
      </p:sp>
      <p:pic>
        <p:nvPicPr>
          <p:cNvPr id="5" name="Picture 4" descr="A sign on a wall&#10;&#10;AI-generated content may be incorrect.">
            <a:extLst>
              <a:ext uri="{FF2B5EF4-FFF2-40B4-BE49-F238E27FC236}">
                <a16:creationId xmlns:a16="http://schemas.microsoft.com/office/drawing/2014/main" id="{07DEA50B-4314-A9AB-D302-E05FCAF045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5744" y="1464217"/>
            <a:ext cx="3942944" cy="5257258"/>
          </a:xfrm>
          <a:prstGeom prst="rect">
            <a:avLst/>
          </a:prstGeom>
        </p:spPr>
      </p:pic>
    </p:spTree>
    <p:extLst>
      <p:ext uri="{BB962C8B-B14F-4D97-AF65-F5344CB8AC3E}">
        <p14:creationId xmlns:p14="http://schemas.microsoft.com/office/powerpoint/2010/main" val="5550663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5" name="Picture Placeholder 24">
            <a:extLst>
              <a:ext uri="{FF2B5EF4-FFF2-40B4-BE49-F238E27FC236}">
                <a16:creationId xmlns:a16="http://schemas.microsoft.com/office/drawing/2014/main" id="{63467075-62CA-966C-6016-D97F15C595FE}"/>
              </a:ext>
              <a:ext uri="{C183D7F6-B498-43B3-948B-1728B52AA6E4}">
                <adec:decorative xmlns:adec="http://schemas.microsoft.com/office/drawing/2017/decorative" val="1"/>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a:stretch/>
        </p:blipFill>
        <p:spPr/>
      </p:pic>
      <p:sp>
        <p:nvSpPr>
          <p:cNvPr id="30" name="Rectangle 29">
            <a:extLst>
              <a:ext uri="{FF2B5EF4-FFF2-40B4-BE49-F238E27FC236}">
                <a16:creationId xmlns:a16="http://schemas.microsoft.com/office/drawing/2014/main" id="{C74B34A5-16A9-499D-C050-FB953C2D4223}"/>
              </a:ext>
              <a:ext uri="{C183D7F6-B498-43B3-948B-1728B52AA6E4}">
                <adec:decorative xmlns:adec="http://schemas.microsoft.com/office/drawing/2017/decorative" val="1"/>
              </a:ext>
            </a:extLst>
          </p:cNvPr>
          <p:cNvSpPr/>
          <p:nvPr/>
        </p:nvSpPr>
        <p:spPr>
          <a:xfrm rot="16200000">
            <a:off x="5422479" y="-130632"/>
            <a:ext cx="6858000" cy="7119264"/>
          </a:xfrm>
          <a:prstGeom prst="rect">
            <a:avLst/>
          </a:prstGeom>
          <a:gradFill flip="none" rotWithShape="1">
            <a:gsLst>
              <a:gs pos="0">
                <a:schemeClr val="tx2">
                  <a:alpha val="0"/>
                </a:schemeClr>
              </a:gs>
              <a:gs pos="96000">
                <a:schemeClr val="tx2"/>
              </a:gs>
            </a:gsLst>
            <a:lin ang="5400000" scaled="1"/>
            <a:tileRect/>
          </a:gradFill>
          <a:ln>
            <a:noFill/>
          </a:ln>
          <a:effectLst>
            <a:innerShdw blurRad="63500" dist="50800">
              <a:prstClr val="black">
                <a:alpha val="57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Title 18">
            <a:extLst>
              <a:ext uri="{FF2B5EF4-FFF2-40B4-BE49-F238E27FC236}">
                <a16:creationId xmlns:a16="http://schemas.microsoft.com/office/drawing/2014/main" id="{2973500A-E490-FD7D-5C75-88BA520A1634}"/>
              </a:ext>
            </a:extLst>
          </p:cNvPr>
          <p:cNvSpPr>
            <a:spLocks noGrp="1"/>
          </p:cNvSpPr>
          <p:nvPr>
            <p:ph type="ctrTitle"/>
          </p:nvPr>
        </p:nvSpPr>
        <p:spPr>
          <a:xfrm>
            <a:off x="7273446" y="953015"/>
            <a:ext cx="4590138" cy="779490"/>
          </a:xfrm>
        </p:spPr>
        <p:txBody>
          <a:bodyPr/>
          <a:lstStyle/>
          <a:p>
            <a:r>
              <a:rPr lang="en-US" dirty="0"/>
              <a:t>International Human Rights Machinery</a:t>
            </a:r>
            <a:br>
              <a:rPr lang="en-US" dirty="0"/>
            </a:br>
            <a:endParaRPr lang="en-AU" dirty="0"/>
          </a:p>
        </p:txBody>
      </p:sp>
      <p:sp>
        <p:nvSpPr>
          <p:cNvPr id="22" name="Text Placeholder 21">
            <a:extLst>
              <a:ext uri="{FF2B5EF4-FFF2-40B4-BE49-F238E27FC236}">
                <a16:creationId xmlns:a16="http://schemas.microsoft.com/office/drawing/2014/main" id="{94A663EE-78D0-8701-4B9B-9F688339934E}"/>
              </a:ext>
              <a:ext uri="{C183D7F6-B498-43B3-948B-1728B52AA6E4}">
                <adec:decorative xmlns:adec="http://schemas.microsoft.com/office/drawing/2017/decorative" val="1"/>
              </a:ext>
            </a:extLst>
          </p:cNvPr>
          <p:cNvSpPr>
            <a:spLocks noGrp="1"/>
          </p:cNvSpPr>
          <p:nvPr>
            <p:ph type="body" sz="quarter" idx="13"/>
          </p:nvPr>
        </p:nvSpPr>
        <p:spPr/>
        <p:txBody>
          <a:bodyPr/>
          <a:lstStyle/>
          <a:p>
            <a:endParaRPr lang="en-AU"/>
          </a:p>
        </p:txBody>
      </p:sp>
      <p:pic>
        <p:nvPicPr>
          <p:cNvPr id="27" name="Picture Placeholder 26" descr="Macquarie University logo">
            <a:extLst>
              <a:ext uri="{FF2B5EF4-FFF2-40B4-BE49-F238E27FC236}">
                <a16:creationId xmlns:a16="http://schemas.microsoft.com/office/drawing/2014/main" id="{6A525DEF-A2A4-72DB-53FA-A9ABB2B069B9}"/>
              </a:ext>
            </a:extLst>
          </p:cNvPr>
          <p:cNvPicPr>
            <a:picLocks noGrp="1" noChangeAspect="1"/>
          </p:cNvPicPr>
          <p:nvPr>
            <p:ph type="pic" sz="quarter" idx="12"/>
          </p:nvPr>
        </p:nvPicPr>
        <p:blipFill>
          <a:blip r:embed="rId4" cstate="screen">
            <a:extLst>
              <a:ext uri="{28A0092B-C50C-407E-A947-70E740481C1C}">
                <a14:useLocalDpi xmlns:a14="http://schemas.microsoft.com/office/drawing/2010/main"/>
              </a:ext>
            </a:extLst>
          </a:blip>
          <a:srcRect/>
          <a:stretch>
            <a:fillRect/>
          </a:stretch>
        </p:blipFill>
        <p:spPr/>
      </p:pic>
      <p:sp>
        <p:nvSpPr>
          <p:cNvPr id="29" name="Parallelogram 5">
            <a:extLst>
              <a:ext uri="{FF2B5EF4-FFF2-40B4-BE49-F238E27FC236}">
                <a16:creationId xmlns:a16="http://schemas.microsoft.com/office/drawing/2014/main" id="{127BAEBD-1A96-4452-11BD-FFA41A2479DD}"/>
              </a:ext>
              <a:ext uri="{C183D7F6-B498-43B3-948B-1728B52AA6E4}">
                <adec:decorative xmlns:adec="http://schemas.microsoft.com/office/drawing/2017/decorative" val="1"/>
              </a:ext>
            </a:extLst>
          </p:cNvPr>
          <p:cNvSpPr/>
          <p:nvPr/>
        </p:nvSpPr>
        <p:spPr>
          <a:xfrm rot="19475172">
            <a:off x="-328111" y="527037"/>
            <a:ext cx="890061" cy="839889"/>
          </a:xfrm>
          <a:custGeom>
            <a:avLst/>
            <a:gdLst>
              <a:gd name="connsiteX0" fmla="*/ 0 w 877375"/>
              <a:gd name="connsiteY0" fmla="*/ 816561 h 816561"/>
              <a:gd name="connsiteX1" fmla="*/ 574883 w 877375"/>
              <a:gd name="connsiteY1" fmla="*/ 0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02492 w 877375"/>
              <a:gd name="connsiteY3" fmla="*/ 816561 h 816561"/>
              <a:gd name="connsiteX4" fmla="*/ 0 w 877375"/>
              <a:gd name="connsiteY4" fmla="*/ 816561 h 816561"/>
              <a:gd name="connsiteX0" fmla="*/ 0 w 877375"/>
              <a:gd name="connsiteY0" fmla="*/ 816561 h 816561"/>
              <a:gd name="connsiteX1" fmla="*/ 553447 w 877375"/>
              <a:gd name="connsiteY1" fmla="*/ 39827 h 816561"/>
              <a:gd name="connsiteX2" fmla="*/ 877375 w 877375"/>
              <a:gd name="connsiteY2" fmla="*/ 0 h 816561"/>
              <a:gd name="connsiteX3" fmla="*/ 351253 w 877375"/>
              <a:gd name="connsiteY3" fmla="*/ 747982 h 816561"/>
              <a:gd name="connsiteX4" fmla="*/ 0 w 877375"/>
              <a:gd name="connsiteY4" fmla="*/ 816561 h 816561"/>
              <a:gd name="connsiteX0" fmla="*/ 0 w 892307"/>
              <a:gd name="connsiteY0" fmla="*/ 847244 h 847244"/>
              <a:gd name="connsiteX1" fmla="*/ 553447 w 892307"/>
              <a:gd name="connsiteY1" fmla="*/ 70510 h 847244"/>
              <a:gd name="connsiteX2" fmla="*/ 892307 w 892307"/>
              <a:gd name="connsiteY2" fmla="*/ 0 h 847244"/>
              <a:gd name="connsiteX3" fmla="*/ 351253 w 892307"/>
              <a:gd name="connsiteY3" fmla="*/ 778665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52575 w 892307"/>
              <a:gd name="connsiteY3" fmla="*/ 786487 h 847244"/>
              <a:gd name="connsiteX4" fmla="*/ 0 w 892307"/>
              <a:gd name="connsiteY4" fmla="*/ 847244 h 847244"/>
              <a:gd name="connsiteX0" fmla="*/ 0 w 892307"/>
              <a:gd name="connsiteY0" fmla="*/ 847244 h 847244"/>
              <a:gd name="connsiteX1" fmla="*/ 553447 w 892307"/>
              <a:gd name="connsiteY1" fmla="*/ 70510 h 847244"/>
              <a:gd name="connsiteX2" fmla="*/ 892307 w 892307"/>
              <a:gd name="connsiteY2" fmla="*/ 0 h 847244"/>
              <a:gd name="connsiteX3" fmla="*/ 346681 w 892307"/>
              <a:gd name="connsiteY3" fmla="*/ 775414 h 847244"/>
              <a:gd name="connsiteX4" fmla="*/ 0 w 892307"/>
              <a:gd name="connsiteY4" fmla="*/ 847244 h 847244"/>
              <a:gd name="connsiteX0" fmla="*/ 0 w 892307"/>
              <a:gd name="connsiteY0" fmla="*/ 847244 h 847244"/>
              <a:gd name="connsiteX1" fmla="*/ 565128 w 892307"/>
              <a:gd name="connsiteY1" fmla="*/ 44399 h 847244"/>
              <a:gd name="connsiteX2" fmla="*/ 892307 w 892307"/>
              <a:gd name="connsiteY2" fmla="*/ 0 h 847244"/>
              <a:gd name="connsiteX3" fmla="*/ 346681 w 892307"/>
              <a:gd name="connsiteY3" fmla="*/ 775414 h 847244"/>
              <a:gd name="connsiteX4" fmla="*/ 0 w 892307"/>
              <a:gd name="connsiteY4" fmla="*/ 847244 h 847244"/>
              <a:gd name="connsiteX0" fmla="*/ 0 w 900499"/>
              <a:gd name="connsiteY0" fmla="*/ 850372 h 850372"/>
              <a:gd name="connsiteX1" fmla="*/ 573320 w 900499"/>
              <a:gd name="connsiteY1" fmla="*/ 44399 h 850372"/>
              <a:gd name="connsiteX2" fmla="*/ 900499 w 900499"/>
              <a:gd name="connsiteY2" fmla="*/ 0 h 850372"/>
              <a:gd name="connsiteX3" fmla="*/ 354873 w 900499"/>
              <a:gd name="connsiteY3" fmla="*/ 775414 h 850372"/>
              <a:gd name="connsiteX4" fmla="*/ 0 w 900499"/>
              <a:gd name="connsiteY4" fmla="*/ 850372 h 850372"/>
              <a:gd name="connsiteX0" fmla="*/ 0 w 890061"/>
              <a:gd name="connsiteY0" fmla="*/ 839889 h 839889"/>
              <a:gd name="connsiteX1" fmla="*/ 562882 w 890061"/>
              <a:gd name="connsiteY1" fmla="*/ 44399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4435 w 890061"/>
              <a:gd name="connsiteY3" fmla="*/ 775414 h 839889"/>
              <a:gd name="connsiteX4" fmla="*/ 0 w 890061"/>
              <a:gd name="connsiteY4" fmla="*/ 839889 h 839889"/>
              <a:gd name="connsiteX0" fmla="*/ 0 w 890061"/>
              <a:gd name="connsiteY0" fmla="*/ 839889 h 839889"/>
              <a:gd name="connsiteX1" fmla="*/ 557245 w 890061"/>
              <a:gd name="connsiteY1" fmla="*/ 52327 h 839889"/>
              <a:gd name="connsiteX2" fmla="*/ 890061 w 890061"/>
              <a:gd name="connsiteY2" fmla="*/ 0 h 839889"/>
              <a:gd name="connsiteX3" fmla="*/ 341044 w 890061"/>
              <a:gd name="connsiteY3" fmla="*/ 775987 h 839889"/>
              <a:gd name="connsiteX4" fmla="*/ 0 w 890061"/>
              <a:gd name="connsiteY4" fmla="*/ 839889 h 83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061" h="839889">
                <a:moveTo>
                  <a:pt x="0" y="839889"/>
                </a:moveTo>
                <a:lnTo>
                  <a:pt x="557245" y="52327"/>
                </a:lnTo>
                <a:lnTo>
                  <a:pt x="890061" y="0"/>
                </a:lnTo>
                <a:lnTo>
                  <a:pt x="341044" y="775987"/>
                </a:lnTo>
                <a:lnTo>
                  <a:pt x="0" y="839889"/>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4140599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9D4DE-6BBF-445F-FD90-C1120C03D873}"/>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C18227C4-2002-E892-7C0B-D0255EBB2730}"/>
              </a:ext>
            </a:extLst>
          </p:cNvPr>
          <p:cNvSpPr>
            <a:spLocks noGrp="1"/>
          </p:cNvSpPr>
          <p:nvPr>
            <p:ph type="title"/>
          </p:nvPr>
        </p:nvSpPr>
        <p:spPr>
          <a:xfrm>
            <a:off x="623419" y="472091"/>
            <a:ext cx="8921041" cy="538616"/>
          </a:xfrm>
        </p:spPr>
        <p:txBody>
          <a:bodyPr>
            <a:normAutofit fontScale="90000"/>
          </a:bodyPr>
          <a:lstStyle/>
          <a:p>
            <a:r>
              <a:rPr lang="en-US" dirty="0"/>
              <a:t>International Human Rights Machinery</a:t>
            </a:r>
            <a:br>
              <a:rPr lang="en-US" dirty="0"/>
            </a:br>
            <a:endParaRPr lang="en-AU" dirty="0"/>
          </a:p>
        </p:txBody>
      </p:sp>
      <p:sp>
        <p:nvSpPr>
          <p:cNvPr id="10" name="Content Placeholder 9">
            <a:extLst>
              <a:ext uri="{FF2B5EF4-FFF2-40B4-BE49-F238E27FC236}">
                <a16:creationId xmlns:a16="http://schemas.microsoft.com/office/drawing/2014/main" id="{B86BBD1B-FD97-FCBD-6C3D-127204DD7696}"/>
              </a:ext>
            </a:extLst>
          </p:cNvPr>
          <p:cNvSpPr>
            <a:spLocks noGrp="1"/>
          </p:cNvSpPr>
          <p:nvPr>
            <p:ph idx="1"/>
          </p:nvPr>
        </p:nvSpPr>
        <p:spPr>
          <a:xfrm>
            <a:off x="623419" y="2285840"/>
            <a:ext cx="4773884" cy="2930539"/>
          </a:xfrm>
        </p:spPr>
        <p:txBody>
          <a:bodyPr>
            <a:noAutofit/>
          </a:bodyPr>
          <a:lstStyle/>
          <a:p>
            <a:pPr marL="285750" indent="-285750">
              <a:buFont typeface="Wingdings" pitchFamily="2" charset="2"/>
              <a:buChar char="ü"/>
            </a:pPr>
            <a:r>
              <a:rPr lang="en-GB" sz="2000" dirty="0">
                <a:latin typeface="Work Sans Light" pitchFamily="2" charset="0"/>
              </a:rPr>
              <a:t>Replaced UN </a:t>
            </a:r>
            <a:r>
              <a:rPr lang="en-GB" sz="2000" dirty="0" err="1">
                <a:latin typeface="Work Sans Light" pitchFamily="2" charset="0"/>
              </a:rPr>
              <a:t>Cssn</a:t>
            </a:r>
            <a:r>
              <a:rPr lang="en-GB" sz="2000" dirty="0">
                <a:latin typeface="Work Sans Light" pitchFamily="2" charset="0"/>
              </a:rPr>
              <a:t> on HR in 2006 (</a:t>
            </a:r>
            <a:r>
              <a:rPr lang="en-US" sz="2000" dirty="0">
                <a:latin typeface="Work Sans Light" pitchFamily="2" charset="0"/>
              </a:rPr>
              <a:t>UNGA resolution 60/251)</a:t>
            </a:r>
            <a:endParaRPr lang="en-GB" sz="2000" dirty="0">
              <a:latin typeface="Work Sans Light" pitchFamily="2" charset="0"/>
            </a:endParaRPr>
          </a:p>
          <a:p>
            <a:pPr marL="285750" indent="-285750">
              <a:buFont typeface="Wingdings" pitchFamily="2" charset="2"/>
              <a:buChar char="ü"/>
            </a:pPr>
            <a:endParaRPr lang="en-GB" sz="2000" dirty="0">
              <a:latin typeface="Work Sans Light" pitchFamily="2" charset="0"/>
            </a:endParaRPr>
          </a:p>
          <a:p>
            <a:pPr marL="285750" indent="-285750">
              <a:buFont typeface="Wingdings" pitchFamily="2" charset="2"/>
              <a:buChar char="ü"/>
            </a:pPr>
            <a:r>
              <a:rPr lang="en-GB" sz="2000" dirty="0">
                <a:latin typeface="Work Sans Light" pitchFamily="2" charset="0"/>
              </a:rPr>
              <a:t>47 (country) members, elected by  UNGA for 3-year terms (max= 2  consecutive terms</a:t>
            </a:r>
          </a:p>
          <a:p>
            <a:pPr marL="285750" indent="-285750">
              <a:buFont typeface="Wingdings" pitchFamily="2" charset="2"/>
              <a:buChar char="ü"/>
            </a:pPr>
            <a:endParaRPr lang="en-GB" sz="2000" dirty="0">
              <a:latin typeface="Work Sans Light" pitchFamily="2" charset="0"/>
            </a:endParaRPr>
          </a:p>
          <a:p>
            <a:pPr marL="285750" indent="-285750">
              <a:buFont typeface="Wingdings" pitchFamily="2" charset="2"/>
              <a:buChar char="ü"/>
            </a:pPr>
            <a:r>
              <a:rPr lang="en-GB" sz="2000" dirty="0">
                <a:latin typeface="Work Sans Light" pitchFamily="2" charset="0"/>
              </a:rPr>
              <a:t>Regional distribution of members</a:t>
            </a:r>
          </a:p>
          <a:p>
            <a:endParaRPr lang="en-GB" sz="2000" dirty="0">
              <a:latin typeface="Work Sans Light" pitchFamily="2" charset="0"/>
            </a:endParaRPr>
          </a:p>
        </p:txBody>
      </p:sp>
      <p:sp>
        <p:nvSpPr>
          <p:cNvPr id="3" name="Slide Number Placeholder 2">
            <a:extLst>
              <a:ext uri="{FF2B5EF4-FFF2-40B4-BE49-F238E27FC236}">
                <a16:creationId xmlns:a16="http://schemas.microsoft.com/office/drawing/2014/main" id="{A76AE019-CAA9-DAE5-E0CB-F07FF544BD2B}"/>
              </a:ext>
            </a:extLst>
          </p:cNvPr>
          <p:cNvSpPr>
            <a:spLocks noGrp="1"/>
          </p:cNvSpPr>
          <p:nvPr>
            <p:ph type="sldNum" sz="quarter" idx="12"/>
          </p:nvPr>
        </p:nvSpPr>
        <p:spPr/>
        <p:txBody>
          <a:bodyPr/>
          <a:lstStyle/>
          <a:p>
            <a:fld id="{6F6F96F8-3C4A-44BA-8813-69AD9933C9F2}" type="slidenum">
              <a:rPr lang="en-AU" smtClean="0"/>
              <a:pPr/>
              <a:t>23</a:t>
            </a:fld>
            <a:endParaRPr lang="en-AU"/>
          </a:p>
        </p:txBody>
      </p:sp>
      <p:sp>
        <p:nvSpPr>
          <p:cNvPr id="4" name="Text Placeholder 3">
            <a:extLst>
              <a:ext uri="{FF2B5EF4-FFF2-40B4-BE49-F238E27FC236}">
                <a16:creationId xmlns:a16="http://schemas.microsoft.com/office/drawing/2014/main" id="{AD0256B0-7BE1-8465-AECB-43DBA0E523B0}"/>
              </a:ext>
            </a:extLst>
          </p:cNvPr>
          <p:cNvSpPr>
            <a:spLocks noGrp="1"/>
          </p:cNvSpPr>
          <p:nvPr>
            <p:ph type="body" sz="quarter" idx="13"/>
          </p:nvPr>
        </p:nvSpPr>
        <p:spPr/>
        <p:txBody>
          <a:bodyPr/>
          <a:lstStyle/>
          <a:p>
            <a:r>
              <a:rPr lang="en-US" dirty="0"/>
              <a:t>Charter-Based Mechanisms </a:t>
            </a:r>
          </a:p>
        </p:txBody>
      </p:sp>
      <p:pic>
        <p:nvPicPr>
          <p:cNvPr id="6" name="Picture 5">
            <a:extLst>
              <a:ext uri="{FF2B5EF4-FFF2-40B4-BE49-F238E27FC236}">
                <a16:creationId xmlns:a16="http://schemas.microsoft.com/office/drawing/2014/main" id="{B562A298-24BD-E644-CF88-EFD8D3101EDC}"/>
              </a:ext>
            </a:extLst>
          </p:cNvPr>
          <p:cNvPicPr>
            <a:picLocks noChangeAspect="1"/>
          </p:cNvPicPr>
          <p:nvPr/>
        </p:nvPicPr>
        <p:blipFill rotWithShape="1">
          <a:blip r:embed="rId3"/>
          <a:srcRect l="12597" t="10641" r="181" b="29523"/>
          <a:stretch/>
        </p:blipFill>
        <p:spPr>
          <a:xfrm>
            <a:off x="5859192" y="1591112"/>
            <a:ext cx="6122617" cy="2930539"/>
          </a:xfrm>
          <a:prstGeom prst="rect">
            <a:avLst/>
          </a:prstGeom>
        </p:spPr>
      </p:pic>
      <p:sp>
        <p:nvSpPr>
          <p:cNvPr id="8" name="TextBox 7">
            <a:extLst>
              <a:ext uri="{FF2B5EF4-FFF2-40B4-BE49-F238E27FC236}">
                <a16:creationId xmlns:a16="http://schemas.microsoft.com/office/drawing/2014/main" id="{2C2F11A1-1520-68AC-AD74-84112C1DA47A}"/>
              </a:ext>
            </a:extLst>
          </p:cNvPr>
          <p:cNvSpPr txBox="1"/>
          <p:nvPr/>
        </p:nvSpPr>
        <p:spPr>
          <a:xfrm>
            <a:off x="623419" y="1591112"/>
            <a:ext cx="3950120" cy="523220"/>
          </a:xfrm>
          <a:prstGeom prst="rect">
            <a:avLst/>
          </a:prstGeom>
          <a:noFill/>
        </p:spPr>
        <p:txBody>
          <a:bodyPr wrap="none" rtlCol="0">
            <a:spAutoFit/>
          </a:bodyPr>
          <a:lstStyle/>
          <a:p>
            <a:r>
              <a:rPr lang="en-US" sz="2800" dirty="0">
                <a:latin typeface="Aharoni" panose="02010803020104030203" pitchFamily="2" charset="-79"/>
                <a:cs typeface="Aharoni" panose="02010803020104030203" pitchFamily="2" charset="-79"/>
              </a:rPr>
              <a:t>Human Rights Council </a:t>
            </a:r>
          </a:p>
        </p:txBody>
      </p:sp>
      <p:sp>
        <p:nvSpPr>
          <p:cNvPr id="11" name="TextBox 10">
            <a:extLst>
              <a:ext uri="{FF2B5EF4-FFF2-40B4-BE49-F238E27FC236}">
                <a16:creationId xmlns:a16="http://schemas.microsoft.com/office/drawing/2014/main" id="{50E83796-E0B9-0BDE-C38F-852BA17AA956}"/>
              </a:ext>
            </a:extLst>
          </p:cNvPr>
          <p:cNvSpPr txBox="1"/>
          <p:nvPr/>
        </p:nvSpPr>
        <p:spPr>
          <a:xfrm>
            <a:off x="528299" y="5751576"/>
            <a:ext cx="11184141" cy="984885"/>
          </a:xfrm>
          <a:prstGeom prst="rect">
            <a:avLst/>
          </a:prstGeom>
          <a:noFill/>
        </p:spPr>
        <p:txBody>
          <a:bodyPr wrap="square" rtlCol="0">
            <a:spAutoFit/>
          </a:bodyPr>
          <a:lstStyle/>
          <a:p>
            <a:pPr marL="285750" indent="-285750">
              <a:buFont typeface="Wingdings" pitchFamily="2" charset="2"/>
              <a:buChar char="ü"/>
            </a:pPr>
            <a:r>
              <a:rPr lang="en-US" sz="2000" dirty="0">
                <a:latin typeface="Work Sans Light" pitchFamily="2" charset="0"/>
              </a:rPr>
              <a:t>The working methods of the Council can be divided into 4 categories: Regular and special sessions, Universal Periodic Review and the special procedures</a:t>
            </a:r>
          </a:p>
          <a:p>
            <a:endParaRPr lang="en-US" dirty="0"/>
          </a:p>
        </p:txBody>
      </p:sp>
    </p:spTree>
    <p:extLst>
      <p:ext uri="{BB962C8B-B14F-4D97-AF65-F5344CB8AC3E}">
        <p14:creationId xmlns:p14="http://schemas.microsoft.com/office/powerpoint/2010/main" val="34445965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A0515-8F43-CA73-C547-B3B81179D10B}"/>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DED93B54-FC43-D449-4F58-B0C8600D07A6}"/>
              </a:ext>
            </a:extLst>
          </p:cNvPr>
          <p:cNvSpPr>
            <a:spLocks noGrp="1"/>
          </p:cNvSpPr>
          <p:nvPr>
            <p:ph type="title"/>
          </p:nvPr>
        </p:nvSpPr>
        <p:spPr>
          <a:xfrm>
            <a:off x="623419" y="450980"/>
            <a:ext cx="8921041" cy="538616"/>
          </a:xfrm>
        </p:spPr>
        <p:txBody>
          <a:bodyPr>
            <a:normAutofit fontScale="90000"/>
          </a:bodyPr>
          <a:lstStyle/>
          <a:p>
            <a:r>
              <a:rPr lang="en-US" dirty="0"/>
              <a:t>International Human Rights Machinery</a:t>
            </a:r>
            <a:br>
              <a:rPr lang="en-US" dirty="0"/>
            </a:br>
            <a:endParaRPr lang="en-AU" dirty="0"/>
          </a:p>
        </p:txBody>
      </p:sp>
      <p:sp>
        <p:nvSpPr>
          <p:cNvPr id="10" name="Content Placeholder 9">
            <a:extLst>
              <a:ext uri="{FF2B5EF4-FFF2-40B4-BE49-F238E27FC236}">
                <a16:creationId xmlns:a16="http://schemas.microsoft.com/office/drawing/2014/main" id="{851FB5B1-FA37-B2CA-CEAF-D9D27ED37A97}"/>
              </a:ext>
            </a:extLst>
          </p:cNvPr>
          <p:cNvSpPr>
            <a:spLocks noGrp="1"/>
          </p:cNvSpPr>
          <p:nvPr>
            <p:ph idx="1"/>
          </p:nvPr>
        </p:nvSpPr>
        <p:spPr>
          <a:xfrm>
            <a:off x="623418" y="2545219"/>
            <a:ext cx="4773884" cy="2930539"/>
          </a:xfrm>
        </p:spPr>
        <p:txBody>
          <a:bodyPr>
            <a:noAutofit/>
          </a:bodyPr>
          <a:lstStyle/>
          <a:p>
            <a:pPr marL="285750" indent="-285750">
              <a:buFont typeface="Wingdings" pitchFamily="2" charset="2"/>
              <a:buChar char="ü"/>
            </a:pPr>
            <a:r>
              <a:rPr lang="en-GB" sz="2000" dirty="0">
                <a:latin typeface="Work Sans Light" pitchFamily="2" charset="0"/>
              </a:rPr>
              <a:t>Each member state is reviewed every 4.5 years</a:t>
            </a:r>
          </a:p>
          <a:p>
            <a:pPr marL="285750" indent="-285750">
              <a:buFont typeface="Wingdings" pitchFamily="2" charset="2"/>
              <a:buChar char="ü"/>
            </a:pPr>
            <a:r>
              <a:rPr lang="en-GB" sz="2000" dirty="0">
                <a:latin typeface="Work Sans Light" pitchFamily="2" charset="0"/>
              </a:rPr>
              <a:t>States (and NGOs) submit reports</a:t>
            </a:r>
          </a:p>
          <a:p>
            <a:pPr marL="285750" indent="-285750">
              <a:buFont typeface="Wingdings" pitchFamily="2" charset="2"/>
              <a:buChar char="ü"/>
            </a:pPr>
            <a:r>
              <a:rPr lang="en-US" sz="2000" dirty="0">
                <a:latin typeface="Work Sans Light" pitchFamily="2" charset="0"/>
              </a:rPr>
              <a:t>Working group (47 members) reviews the reports</a:t>
            </a:r>
          </a:p>
          <a:p>
            <a:pPr marL="285750" indent="-285750">
              <a:buFont typeface="Wingdings" pitchFamily="2" charset="2"/>
              <a:buChar char="ü"/>
            </a:pPr>
            <a:r>
              <a:rPr lang="en-GB" sz="2000" dirty="0">
                <a:latin typeface="Work Sans Light" pitchFamily="2" charset="0"/>
              </a:rPr>
              <a:t>Working group issues an “Outcome Report” including recommendations to member states under review</a:t>
            </a:r>
          </a:p>
          <a:p>
            <a:pPr marL="285750" indent="-285750">
              <a:buFont typeface="Wingdings" pitchFamily="2" charset="2"/>
              <a:buChar char="ü"/>
            </a:pPr>
            <a:r>
              <a:rPr lang="en-GB" sz="2000" dirty="0">
                <a:latin typeface="Work Sans Light" pitchFamily="2" charset="0"/>
              </a:rPr>
              <a:t>States accept or note the recommendations.</a:t>
            </a:r>
          </a:p>
          <a:p>
            <a:pPr marL="285750" indent="-285750">
              <a:buFont typeface="Wingdings" pitchFamily="2" charset="2"/>
              <a:buChar char="ü"/>
            </a:pPr>
            <a:endParaRPr lang="en-GB" sz="2000" dirty="0">
              <a:latin typeface="Work Sans Light" pitchFamily="2" charset="0"/>
            </a:endParaRPr>
          </a:p>
        </p:txBody>
      </p:sp>
      <p:sp>
        <p:nvSpPr>
          <p:cNvPr id="3" name="Slide Number Placeholder 2">
            <a:extLst>
              <a:ext uri="{FF2B5EF4-FFF2-40B4-BE49-F238E27FC236}">
                <a16:creationId xmlns:a16="http://schemas.microsoft.com/office/drawing/2014/main" id="{1295AE08-DA30-63D0-27F6-FF7B599ADEFF}"/>
              </a:ext>
            </a:extLst>
          </p:cNvPr>
          <p:cNvSpPr>
            <a:spLocks noGrp="1"/>
          </p:cNvSpPr>
          <p:nvPr>
            <p:ph type="sldNum" sz="quarter" idx="12"/>
          </p:nvPr>
        </p:nvSpPr>
        <p:spPr/>
        <p:txBody>
          <a:bodyPr/>
          <a:lstStyle/>
          <a:p>
            <a:fld id="{6F6F96F8-3C4A-44BA-8813-69AD9933C9F2}" type="slidenum">
              <a:rPr lang="en-AU" smtClean="0"/>
              <a:pPr/>
              <a:t>24</a:t>
            </a:fld>
            <a:endParaRPr lang="en-AU"/>
          </a:p>
        </p:txBody>
      </p:sp>
      <p:sp>
        <p:nvSpPr>
          <p:cNvPr id="4" name="Text Placeholder 3">
            <a:extLst>
              <a:ext uri="{FF2B5EF4-FFF2-40B4-BE49-F238E27FC236}">
                <a16:creationId xmlns:a16="http://schemas.microsoft.com/office/drawing/2014/main" id="{03CF9204-F53B-E1F4-74C0-2D0B31E89CD6}"/>
              </a:ext>
            </a:extLst>
          </p:cNvPr>
          <p:cNvSpPr>
            <a:spLocks noGrp="1"/>
          </p:cNvSpPr>
          <p:nvPr>
            <p:ph type="body" sz="quarter" idx="13"/>
          </p:nvPr>
        </p:nvSpPr>
        <p:spPr/>
        <p:txBody>
          <a:bodyPr/>
          <a:lstStyle/>
          <a:p>
            <a:r>
              <a:rPr lang="en-US" dirty="0"/>
              <a:t>Charter-Based Mechanisms </a:t>
            </a:r>
          </a:p>
        </p:txBody>
      </p:sp>
      <p:sp>
        <p:nvSpPr>
          <p:cNvPr id="8" name="TextBox 7">
            <a:extLst>
              <a:ext uri="{FF2B5EF4-FFF2-40B4-BE49-F238E27FC236}">
                <a16:creationId xmlns:a16="http://schemas.microsoft.com/office/drawing/2014/main" id="{0D210E87-61B0-041E-5E5D-092E9990D7C9}"/>
              </a:ext>
            </a:extLst>
          </p:cNvPr>
          <p:cNvSpPr txBox="1"/>
          <p:nvPr/>
        </p:nvSpPr>
        <p:spPr>
          <a:xfrm>
            <a:off x="623420" y="1591112"/>
            <a:ext cx="5933024" cy="954107"/>
          </a:xfrm>
          <a:prstGeom prst="rect">
            <a:avLst/>
          </a:prstGeom>
          <a:noFill/>
        </p:spPr>
        <p:txBody>
          <a:bodyPr wrap="square" rtlCol="0">
            <a:spAutoFit/>
          </a:bodyPr>
          <a:lstStyle/>
          <a:p>
            <a:r>
              <a:rPr lang="en-US" sz="2800" dirty="0">
                <a:latin typeface="Aharoni" panose="02010803020104030203" pitchFamily="2" charset="-79"/>
                <a:cs typeface="Aharoni" panose="02010803020104030203" pitchFamily="2" charset="-79"/>
              </a:rPr>
              <a:t>Human Rights Council - Universal Periodic Review (UPR) </a:t>
            </a:r>
          </a:p>
        </p:txBody>
      </p:sp>
      <p:pic>
        <p:nvPicPr>
          <p:cNvPr id="5" name="Picture 4">
            <a:extLst>
              <a:ext uri="{FF2B5EF4-FFF2-40B4-BE49-F238E27FC236}">
                <a16:creationId xmlns:a16="http://schemas.microsoft.com/office/drawing/2014/main" id="{D4419FFE-384B-DF53-B949-5A8F385F854D}"/>
              </a:ext>
            </a:extLst>
          </p:cNvPr>
          <p:cNvPicPr>
            <a:picLocks noChangeAspect="1"/>
          </p:cNvPicPr>
          <p:nvPr/>
        </p:nvPicPr>
        <p:blipFill>
          <a:blip r:embed="rId3"/>
          <a:stretch>
            <a:fillRect/>
          </a:stretch>
        </p:blipFill>
        <p:spPr>
          <a:xfrm>
            <a:off x="6794699" y="1591112"/>
            <a:ext cx="4914900" cy="4546600"/>
          </a:xfrm>
          <a:prstGeom prst="rect">
            <a:avLst/>
          </a:prstGeom>
        </p:spPr>
      </p:pic>
    </p:spTree>
    <p:extLst>
      <p:ext uri="{BB962C8B-B14F-4D97-AF65-F5344CB8AC3E}">
        <p14:creationId xmlns:p14="http://schemas.microsoft.com/office/powerpoint/2010/main" val="39993653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25072-48CE-7E4E-4B96-E954C1674A05}"/>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D2D9BD87-FFE0-298E-543C-4C0798766660}"/>
              </a:ext>
            </a:extLst>
          </p:cNvPr>
          <p:cNvSpPr>
            <a:spLocks noGrp="1"/>
          </p:cNvSpPr>
          <p:nvPr>
            <p:ph type="title"/>
          </p:nvPr>
        </p:nvSpPr>
        <p:spPr>
          <a:xfrm>
            <a:off x="623419" y="422043"/>
            <a:ext cx="8921041" cy="538616"/>
          </a:xfrm>
        </p:spPr>
        <p:txBody>
          <a:bodyPr>
            <a:normAutofit fontScale="90000"/>
          </a:bodyPr>
          <a:lstStyle/>
          <a:p>
            <a:r>
              <a:rPr lang="en-US" dirty="0"/>
              <a:t>International Human Rights Machinery</a:t>
            </a:r>
            <a:br>
              <a:rPr lang="en-US" dirty="0"/>
            </a:br>
            <a:endParaRPr lang="en-AU" dirty="0"/>
          </a:p>
        </p:txBody>
      </p:sp>
      <p:sp>
        <p:nvSpPr>
          <p:cNvPr id="3" name="Slide Number Placeholder 2">
            <a:extLst>
              <a:ext uri="{FF2B5EF4-FFF2-40B4-BE49-F238E27FC236}">
                <a16:creationId xmlns:a16="http://schemas.microsoft.com/office/drawing/2014/main" id="{03AE960A-59FD-741A-83CA-7849564AC65C}"/>
              </a:ext>
            </a:extLst>
          </p:cNvPr>
          <p:cNvSpPr>
            <a:spLocks noGrp="1"/>
          </p:cNvSpPr>
          <p:nvPr>
            <p:ph type="sldNum" sz="quarter" idx="12"/>
          </p:nvPr>
        </p:nvSpPr>
        <p:spPr/>
        <p:txBody>
          <a:bodyPr/>
          <a:lstStyle/>
          <a:p>
            <a:fld id="{6F6F96F8-3C4A-44BA-8813-69AD9933C9F2}" type="slidenum">
              <a:rPr lang="en-AU" smtClean="0"/>
              <a:pPr/>
              <a:t>25</a:t>
            </a:fld>
            <a:endParaRPr lang="en-AU"/>
          </a:p>
        </p:txBody>
      </p:sp>
      <p:sp>
        <p:nvSpPr>
          <p:cNvPr id="4" name="Text Placeholder 3">
            <a:extLst>
              <a:ext uri="{FF2B5EF4-FFF2-40B4-BE49-F238E27FC236}">
                <a16:creationId xmlns:a16="http://schemas.microsoft.com/office/drawing/2014/main" id="{E8197563-AC08-72E8-2C7B-A6C2F02D339B}"/>
              </a:ext>
            </a:extLst>
          </p:cNvPr>
          <p:cNvSpPr>
            <a:spLocks noGrp="1"/>
          </p:cNvSpPr>
          <p:nvPr>
            <p:ph type="body" sz="quarter" idx="13"/>
          </p:nvPr>
        </p:nvSpPr>
        <p:spPr/>
        <p:txBody>
          <a:bodyPr/>
          <a:lstStyle/>
          <a:p>
            <a:r>
              <a:rPr lang="en-US" dirty="0"/>
              <a:t>Charter-Based Mechanisms </a:t>
            </a:r>
          </a:p>
        </p:txBody>
      </p:sp>
      <p:pic>
        <p:nvPicPr>
          <p:cNvPr id="6" name="Picture 5">
            <a:hlinkClick r:id="rId3"/>
            <a:extLst>
              <a:ext uri="{FF2B5EF4-FFF2-40B4-BE49-F238E27FC236}">
                <a16:creationId xmlns:a16="http://schemas.microsoft.com/office/drawing/2014/main" id="{89EA2126-F6B1-EB6A-5AE6-F30039184C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91597" y="1404019"/>
            <a:ext cx="4072104" cy="5317456"/>
          </a:xfrm>
          <a:prstGeom prst="rect">
            <a:avLst/>
          </a:prstGeom>
        </p:spPr>
      </p:pic>
      <p:sp>
        <p:nvSpPr>
          <p:cNvPr id="2" name="TextBox 1">
            <a:extLst>
              <a:ext uri="{FF2B5EF4-FFF2-40B4-BE49-F238E27FC236}">
                <a16:creationId xmlns:a16="http://schemas.microsoft.com/office/drawing/2014/main" id="{BC3A60B7-CC1C-22F9-3212-18E6ADE02EF0}"/>
              </a:ext>
            </a:extLst>
          </p:cNvPr>
          <p:cNvSpPr txBox="1"/>
          <p:nvPr/>
        </p:nvSpPr>
        <p:spPr>
          <a:xfrm>
            <a:off x="623419" y="1404019"/>
            <a:ext cx="4007828" cy="523220"/>
          </a:xfrm>
          <a:prstGeom prst="rect">
            <a:avLst/>
          </a:prstGeom>
          <a:noFill/>
        </p:spPr>
        <p:txBody>
          <a:bodyPr wrap="none" rtlCol="0">
            <a:spAutoFit/>
          </a:bodyPr>
          <a:lstStyle/>
          <a:p>
            <a:r>
              <a:rPr lang="en-US" sz="2800" dirty="0">
                <a:latin typeface="Aharoni" panose="02010803020104030203" pitchFamily="2" charset="-79"/>
                <a:cs typeface="Aharoni" panose="02010803020104030203" pitchFamily="2" charset="-79"/>
              </a:rPr>
              <a:t>Australia and the UPR </a:t>
            </a:r>
          </a:p>
        </p:txBody>
      </p:sp>
    </p:spTree>
    <p:extLst>
      <p:ext uri="{BB962C8B-B14F-4D97-AF65-F5344CB8AC3E}">
        <p14:creationId xmlns:p14="http://schemas.microsoft.com/office/powerpoint/2010/main" val="9649648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AA4D7-0FEE-6E23-DB82-BF0A70FE095D}"/>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2BB1C53E-D1A6-5844-D70E-D03A24AC59C4}"/>
              </a:ext>
            </a:extLst>
          </p:cNvPr>
          <p:cNvSpPr>
            <a:spLocks noGrp="1"/>
          </p:cNvSpPr>
          <p:nvPr>
            <p:ph type="title"/>
          </p:nvPr>
        </p:nvSpPr>
        <p:spPr>
          <a:xfrm>
            <a:off x="623419" y="428655"/>
            <a:ext cx="8921041" cy="538616"/>
          </a:xfrm>
        </p:spPr>
        <p:txBody>
          <a:bodyPr>
            <a:normAutofit fontScale="90000"/>
          </a:bodyPr>
          <a:lstStyle/>
          <a:p>
            <a:r>
              <a:rPr lang="en-US" dirty="0"/>
              <a:t>International Human Rights Machinery</a:t>
            </a:r>
            <a:br>
              <a:rPr lang="en-US" dirty="0"/>
            </a:br>
            <a:endParaRPr lang="en-AU" dirty="0"/>
          </a:p>
        </p:txBody>
      </p:sp>
      <p:sp>
        <p:nvSpPr>
          <p:cNvPr id="3" name="Slide Number Placeholder 2">
            <a:extLst>
              <a:ext uri="{FF2B5EF4-FFF2-40B4-BE49-F238E27FC236}">
                <a16:creationId xmlns:a16="http://schemas.microsoft.com/office/drawing/2014/main" id="{CE9139D1-9E3B-DA92-E658-93717BCB4F72}"/>
              </a:ext>
            </a:extLst>
          </p:cNvPr>
          <p:cNvSpPr>
            <a:spLocks noGrp="1"/>
          </p:cNvSpPr>
          <p:nvPr>
            <p:ph type="sldNum" sz="quarter" idx="12"/>
          </p:nvPr>
        </p:nvSpPr>
        <p:spPr/>
        <p:txBody>
          <a:bodyPr/>
          <a:lstStyle/>
          <a:p>
            <a:fld id="{6F6F96F8-3C4A-44BA-8813-69AD9933C9F2}" type="slidenum">
              <a:rPr lang="en-AU" smtClean="0"/>
              <a:pPr/>
              <a:t>26</a:t>
            </a:fld>
            <a:endParaRPr lang="en-AU"/>
          </a:p>
        </p:txBody>
      </p:sp>
      <p:sp>
        <p:nvSpPr>
          <p:cNvPr id="4" name="Text Placeholder 3">
            <a:extLst>
              <a:ext uri="{FF2B5EF4-FFF2-40B4-BE49-F238E27FC236}">
                <a16:creationId xmlns:a16="http://schemas.microsoft.com/office/drawing/2014/main" id="{BF861F47-6C9A-EE09-D86A-78B200D68968}"/>
              </a:ext>
            </a:extLst>
          </p:cNvPr>
          <p:cNvSpPr>
            <a:spLocks noGrp="1"/>
          </p:cNvSpPr>
          <p:nvPr>
            <p:ph type="body" sz="quarter" idx="13"/>
          </p:nvPr>
        </p:nvSpPr>
        <p:spPr/>
        <p:txBody>
          <a:bodyPr/>
          <a:lstStyle/>
          <a:p>
            <a:r>
              <a:rPr lang="en-US" dirty="0"/>
              <a:t>Charter-Based Mechanisms </a:t>
            </a:r>
          </a:p>
        </p:txBody>
      </p:sp>
      <p:sp>
        <p:nvSpPr>
          <p:cNvPr id="5" name="TextBox 4">
            <a:extLst>
              <a:ext uri="{FF2B5EF4-FFF2-40B4-BE49-F238E27FC236}">
                <a16:creationId xmlns:a16="http://schemas.microsoft.com/office/drawing/2014/main" id="{0EA6C014-6231-71AE-83A3-C9FA74AEA593}"/>
              </a:ext>
            </a:extLst>
          </p:cNvPr>
          <p:cNvSpPr txBox="1"/>
          <p:nvPr/>
        </p:nvSpPr>
        <p:spPr>
          <a:xfrm>
            <a:off x="623419" y="1684421"/>
            <a:ext cx="3384260" cy="523220"/>
          </a:xfrm>
          <a:prstGeom prst="rect">
            <a:avLst/>
          </a:prstGeom>
          <a:noFill/>
        </p:spPr>
        <p:txBody>
          <a:bodyPr wrap="none" rtlCol="0">
            <a:spAutoFit/>
          </a:bodyPr>
          <a:lstStyle/>
          <a:p>
            <a:r>
              <a:rPr lang="en-US" sz="2800" dirty="0">
                <a:latin typeface="Aharoni" panose="02010803020104030203" pitchFamily="2" charset="-79"/>
                <a:cs typeface="Aharoni" panose="02010803020104030203" pitchFamily="2" charset="-79"/>
              </a:rPr>
              <a:t>Special Procedures</a:t>
            </a:r>
          </a:p>
        </p:txBody>
      </p:sp>
      <p:sp>
        <p:nvSpPr>
          <p:cNvPr id="7" name="TextBox 6">
            <a:extLst>
              <a:ext uri="{FF2B5EF4-FFF2-40B4-BE49-F238E27FC236}">
                <a16:creationId xmlns:a16="http://schemas.microsoft.com/office/drawing/2014/main" id="{D78B95CA-BCBF-A228-0240-24C6209CE375}"/>
              </a:ext>
            </a:extLst>
          </p:cNvPr>
          <p:cNvSpPr txBox="1"/>
          <p:nvPr/>
        </p:nvSpPr>
        <p:spPr>
          <a:xfrm>
            <a:off x="623419" y="2646730"/>
            <a:ext cx="10766476" cy="1200329"/>
          </a:xfrm>
          <a:prstGeom prst="rect">
            <a:avLst/>
          </a:prstGeom>
          <a:noFill/>
        </p:spPr>
        <p:txBody>
          <a:bodyPr wrap="square" rtlCol="0">
            <a:spAutoFit/>
          </a:bodyPr>
          <a:lstStyle/>
          <a:p>
            <a:pPr marL="285750" indent="-285750">
              <a:buFont typeface="Wingdings" pitchFamily="2" charset="2"/>
              <a:buChar char="ü"/>
            </a:pPr>
            <a:r>
              <a:rPr lang="en-US" dirty="0">
                <a:latin typeface="Work Sans Light" pitchFamily="2" charset="0"/>
              </a:rPr>
              <a:t>System of independent experts—special rapporteurs, independent experts, and working groups</a:t>
            </a:r>
          </a:p>
          <a:p>
            <a:pPr marL="285750" indent="-285750">
              <a:buFont typeface="Wingdings" pitchFamily="2" charset="2"/>
              <a:buChar char="ü"/>
            </a:pPr>
            <a:r>
              <a:rPr lang="en-US" dirty="0">
                <a:latin typeface="Work Sans Light" pitchFamily="2" charset="0"/>
              </a:rPr>
              <a:t>46 thematic mandates (e.g. right to privacy, right to food, human rights and climate change. </a:t>
            </a:r>
          </a:p>
          <a:p>
            <a:pPr marL="285750" indent="-285750">
              <a:buFont typeface="Wingdings" pitchFamily="2" charset="2"/>
              <a:buChar char="ü"/>
            </a:pPr>
            <a:r>
              <a:rPr lang="en-US" dirty="0">
                <a:latin typeface="Work Sans Light" pitchFamily="2" charset="0"/>
              </a:rPr>
              <a:t>14 country mandates: investigate violations in specific countries (e.g. CAR, Belarus, Russia, Cambodia)</a:t>
            </a:r>
          </a:p>
        </p:txBody>
      </p:sp>
      <p:sp>
        <p:nvSpPr>
          <p:cNvPr id="8" name="TextBox 7">
            <a:extLst>
              <a:ext uri="{FF2B5EF4-FFF2-40B4-BE49-F238E27FC236}">
                <a16:creationId xmlns:a16="http://schemas.microsoft.com/office/drawing/2014/main" id="{CF9C687C-A5B2-2E43-6B31-335FAF238D6E}"/>
              </a:ext>
            </a:extLst>
          </p:cNvPr>
          <p:cNvSpPr txBox="1"/>
          <p:nvPr/>
        </p:nvSpPr>
        <p:spPr>
          <a:xfrm>
            <a:off x="610691" y="4208386"/>
            <a:ext cx="11053010" cy="1908215"/>
          </a:xfrm>
          <a:prstGeom prst="rect">
            <a:avLst/>
          </a:prstGeom>
          <a:noFill/>
        </p:spPr>
        <p:txBody>
          <a:bodyPr wrap="square" rtlCol="0">
            <a:spAutoFit/>
          </a:bodyPr>
          <a:lstStyle/>
          <a:p>
            <a:r>
              <a:rPr lang="en-US" sz="2800" dirty="0">
                <a:latin typeface="Aharoni" panose="02010803020104030203" pitchFamily="2" charset="-79"/>
                <a:cs typeface="Aharoni" panose="02010803020104030203" pitchFamily="2" charset="-79"/>
              </a:rPr>
              <a:t>Methods of Work </a:t>
            </a:r>
          </a:p>
          <a:p>
            <a:endParaRPr lang="en-US" dirty="0">
              <a:latin typeface="Work Sans Light" pitchFamily="2" charset="0"/>
            </a:endParaRPr>
          </a:p>
          <a:p>
            <a:pPr marL="285750" indent="-285750">
              <a:buFont typeface="Wingdings" pitchFamily="2" charset="2"/>
              <a:buChar char="ü"/>
            </a:pPr>
            <a:r>
              <a:rPr lang="en-US" dirty="0">
                <a:latin typeface="Work Sans Light" pitchFamily="2" charset="0"/>
              </a:rPr>
              <a:t>Conduct country visits (with state consent)</a:t>
            </a:r>
          </a:p>
          <a:p>
            <a:pPr marL="285750" indent="-285750">
              <a:buFont typeface="Wingdings" pitchFamily="2" charset="2"/>
              <a:buChar char="ü"/>
            </a:pPr>
            <a:r>
              <a:rPr lang="en-US" dirty="0">
                <a:latin typeface="Work Sans Light" pitchFamily="2" charset="0"/>
              </a:rPr>
              <a:t>Receive individual complaints</a:t>
            </a:r>
          </a:p>
          <a:p>
            <a:pPr marL="285750" indent="-285750">
              <a:buFont typeface="Wingdings" pitchFamily="2" charset="2"/>
              <a:buChar char="ü"/>
            </a:pPr>
            <a:r>
              <a:rPr lang="en-US" dirty="0">
                <a:latin typeface="Work Sans Light" pitchFamily="2" charset="0"/>
              </a:rPr>
              <a:t>Issue reports on international human rights within their mandate to foster a better understanding of these norms and their implementation. </a:t>
            </a:r>
            <a:endParaRPr lang="en-US" dirty="0"/>
          </a:p>
        </p:txBody>
      </p:sp>
    </p:spTree>
    <p:extLst>
      <p:ext uri="{BB962C8B-B14F-4D97-AF65-F5344CB8AC3E}">
        <p14:creationId xmlns:p14="http://schemas.microsoft.com/office/powerpoint/2010/main" val="37287925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DA69F1-8B90-84FE-11BB-70775E671C40}"/>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668DADCC-B959-5D4F-165B-916C7DEDD831}"/>
              </a:ext>
            </a:extLst>
          </p:cNvPr>
          <p:cNvSpPr>
            <a:spLocks noGrp="1"/>
          </p:cNvSpPr>
          <p:nvPr>
            <p:ph type="title"/>
          </p:nvPr>
        </p:nvSpPr>
        <p:spPr>
          <a:xfrm>
            <a:off x="623420" y="435675"/>
            <a:ext cx="8921510" cy="538616"/>
          </a:xfrm>
        </p:spPr>
        <p:txBody>
          <a:bodyPr vert="horz" lIns="0" tIns="45720" rIns="91440" bIns="45720" rtlCol="0" anchor="ctr">
            <a:noAutofit/>
          </a:bodyPr>
          <a:lstStyle/>
          <a:p>
            <a:r>
              <a:rPr lang="en-US" sz="2400" dirty="0"/>
              <a:t>International Human Rights Machinery</a:t>
            </a:r>
            <a:br>
              <a:rPr lang="en-US" sz="2400" dirty="0"/>
            </a:br>
            <a:endParaRPr lang="en-AU" sz="2400" dirty="0"/>
          </a:p>
        </p:txBody>
      </p:sp>
      <p:sp>
        <p:nvSpPr>
          <p:cNvPr id="4" name="Text Placeholder 3">
            <a:extLst>
              <a:ext uri="{FF2B5EF4-FFF2-40B4-BE49-F238E27FC236}">
                <a16:creationId xmlns:a16="http://schemas.microsoft.com/office/drawing/2014/main" id="{B8407BAD-19B8-7982-19C2-DC9F722FC9D9}"/>
              </a:ext>
            </a:extLst>
          </p:cNvPr>
          <p:cNvSpPr>
            <a:spLocks noGrp="1"/>
          </p:cNvSpPr>
          <p:nvPr>
            <p:ph type="body" sz="quarter" idx="13"/>
          </p:nvPr>
        </p:nvSpPr>
        <p:spPr>
          <a:xfrm>
            <a:off x="623888" y="741399"/>
            <a:ext cx="8920572" cy="314516"/>
          </a:xfrm>
        </p:spPr>
        <p:txBody>
          <a:bodyPr vert="horz" lIns="0" tIns="45720" rIns="91440" bIns="45720" rtlCol="0">
            <a:normAutofit/>
          </a:bodyPr>
          <a:lstStyle/>
          <a:p>
            <a:pPr>
              <a:lnSpc>
                <a:spcPct val="90000"/>
              </a:lnSpc>
            </a:pPr>
            <a:r>
              <a:rPr lang="en-US" sz="1600" kern="1200" cap="all" baseline="0">
                <a:latin typeface="+mn-lt"/>
                <a:ea typeface="+mn-ea"/>
                <a:cs typeface="+mn-cs"/>
              </a:rPr>
              <a:t>Treaty-Based Mechanisms </a:t>
            </a:r>
          </a:p>
        </p:txBody>
      </p:sp>
      <p:sp>
        <p:nvSpPr>
          <p:cNvPr id="5" name="TextBox 4">
            <a:extLst>
              <a:ext uri="{FF2B5EF4-FFF2-40B4-BE49-F238E27FC236}">
                <a16:creationId xmlns:a16="http://schemas.microsoft.com/office/drawing/2014/main" id="{706E0891-2BFD-6D80-AC8F-7E71E3A5FDB3}"/>
              </a:ext>
            </a:extLst>
          </p:cNvPr>
          <p:cNvSpPr txBox="1"/>
          <p:nvPr/>
        </p:nvSpPr>
        <p:spPr>
          <a:xfrm>
            <a:off x="623420" y="1371184"/>
            <a:ext cx="5400000" cy="361949"/>
          </a:xfrm>
          <a:prstGeom prst="rect">
            <a:avLst/>
          </a:prstGeom>
        </p:spPr>
        <p:txBody>
          <a:bodyPr vert="horz" lIns="0" tIns="45720" rIns="91440" bIns="45720" numCol="1" spcCol="0" rtlCol="0">
            <a:noAutofit/>
          </a:bodyPr>
          <a:lstStyle/>
          <a:p>
            <a:pPr>
              <a:spcBef>
                <a:spcPts val="600"/>
              </a:spcBef>
              <a:spcAft>
                <a:spcPts val="600"/>
              </a:spcAft>
            </a:pPr>
            <a:r>
              <a:rPr lang="en-US" sz="2400" dirty="0">
                <a:latin typeface="Aharoni" panose="02010803020104030203" pitchFamily="2" charset="-79"/>
                <a:cs typeface="Aharoni" panose="02010803020104030203" pitchFamily="2" charset="-79"/>
              </a:rPr>
              <a:t>Treaty Bodies S</a:t>
            </a:r>
            <a:endParaRPr lang="en-US" sz="2400" kern="1200" dirty="0">
              <a:latin typeface="Aharoni" panose="02010803020104030203" pitchFamily="2" charset="-79"/>
              <a:cs typeface="Aharoni" panose="02010803020104030203" pitchFamily="2" charset="-79"/>
            </a:endParaRPr>
          </a:p>
        </p:txBody>
      </p:sp>
      <p:sp>
        <p:nvSpPr>
          <p:cNvPr id="3" name="Slide Number Placeholder 2">
            <a:extLst>
              <a:ext uri="{FF2B5EF4-FFF2-40B4-BE49-F238E27FC236}">
                <a16:creationId xmlns:a16="http://schemas.microsoft.com/office/drawing/2014/main" id="{B36E9C56-65CE-059A-541F-2553677F67B2}"/>
              </a:ext>
            </a:extLst>
          </p:cNvPr>
          <p:cNvSpPr>
            <a:spLocks noGrp="1"/>
          </p:cNvSpPr>
          <p:nvPr>
            <p:ph type="sldNum" sz="quarter" idx="12"/>
          </p:nvPr>
        </p:nvSpPr>
        <p:spPr>
          <a:xfrm>
            <a:off x="8920501" y="6356350"/>
            <a:ext cx="2743200" cy="365125"/>
          </a:xfrm>
        </p:spPr>
        <p:txBody>
          <a:bodyPr vert="horz" lIns="91440" tIns="45720" rIns="0" bIns="45720" rtlCol="0" anchor="ctr">
            <a:normAutofit/>
          </a:bodyPr>
          <a:lstStyle/>
          <a:p>
            <a:pPr>
              <a:spcAft>
                <a:spcPts val="600"/>
              </a:spcAft>
            </a:pPr>
            <a:fld id="{6F6F96F8-3C4A-44BA-8813-69AD9933C9F2}" type="slidenum">
              <a:rPr lang="en-AU" smtClean="0"/>
              <a:pPr>
                <a:spcAft>
                  <a:spcPts val="600"/>
                </a:spcAft>
              </a:pPr>
              <a:t>27</a:t>
            </a:fld>
            <a:endParaRPr lang="en-AU"/>
          </a:p>
        </p:txBody>
      </p:sp>
      <p:graphicFrame>
        <p:nvGraphicFramePr>
          <p:cNvPr id="11" name="TextBox 6">
            <a:extLst>
              <a:ext uri="{FF2B5EF4-FFF2-40B4-BE49-F238E27FC236}">
                <a16:creationId xmlns:a16="http://schemas.microsoft.com/office/drawing/2014/main" id="{0DB3C873-670F-BFBA-9E96-A49F8D7E7BAD}"/>
              </a:ext>
            </a:extLst>
          </p:cNvPr>
          <p:cNvGraphicFramePr/>
          <p:nvPr>
            <p:extLst>
              <p:ext uri="{D42A27DB-BD31-4B8C-83A1-F6EECF244321}">
                <p14:modId xmlns:p14="http://schemas.microsoft.com/office/powerpoint/2010/main" val="292667563"/>
              </p:ext>
            </p:extLst>
          </p:nvPr>
        </p:nvGraphicFramePr>
        <p:xfrm>
          <a:off x="623420" y="1988303"/>
          <a:ext cx="10670222" cy="46401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439265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8C93C-50CF-E0F6-8800-5A2E2991D822}"/>
              </a:ext>
            </a:extLst>
          </p:cNvPr>
          <p:cNvSpPr>
            <a:spLocks noGrp="1"/>
          </p:cNvSpPr>
          <p:nvPr>
            <p:ph type="title"/>
          </p:nvPr>
        </p:nvSpPr>
        <p:spPr>
          <a:xfrm>
            <a:off x="623886" y="454188"/>
            <a:ext cx="8956211" cy="538616"/>
          </a:xfrm>
        </p:spPr>
        <p:txBody>
          <a:bodyPr>
            <a:normAutofit fontScale="90000"/>
          </a:bodyPr>
          <a:lstStyle/>
          <a:p>
            <a:r>
              <a:rPr lang="en-US" dirty="0"/>
              <a:t>International Human Rights Machinery</a:t>
            </a:r>
            <a:br>
              <a:rPr lang="en-US" dirty="0"/>
            </a:br>
            <a:endParaRPr lang="en-AU" dirty="0"/>
          </a:p>
        </p:txBody>
      </p:sp>
      <p:sp>
        <p:nvSpPr>
          <p:cNvPr id="3" name="Text Placeholder 2">
            <a:extLst>
              <a:ext uri="{FF2B5EF4-FFF2-40B4-BE49-F238E27FC236}">
                <a16:creationId xmlns:a16="http://schemas.microsoft.com/office/drawing/2014/main" id="{8F335AE8-1B96-6838-3D49-53926BD48B15}"/>
              </a:ext>
            </a:extLst>
          </p:cNvPr>
          <p:cNvSpPr>
            <a:spLocks noGrp="1"/>
          </p:cNvSpPr>
          <p:nvPr>
            <p:ph type="body" sz="quarter" idx="13"/>
          </p:nvPr>
        </p:nvSpPr>
        <p:spPr>
          <a:xfrm>
            <a:off x="623887" y="790576"/>
            <a:ext cx="8956211" cy="314516"/>
          </a:xfrm>
        </p:spPr>
        <p:txBody>
          <a:bodyPr/>
          <a:lstStyle/>
          <a:p>
            <a:r>
              <a:rPr lang="en-US" dirty="0"/>
              <a:t>Treaty-Based Mechanisms</a:t>
            </a:r>
            <a:endParaRPr lang="en-AU" dirty="0"/>
          </a:p>
        </p:txBody>
      </p:sp>
      <p:grpSp>
        <p:nvGrpSpPr>
          <p:cNvPr id="34" name="Group 33">
            <a:extLst>
              <a:ext uri="{FF2B5EF4-FFF2-40B4-BE49-F238E27FC236}">
                <a16:creationId xmlns:a16="http://schemas.microsoft.com/office/drawing/2014/main" id="{D03FCEB8-21F9-74A6-325A-E1F7FF5A9103}"/>
              </a:ext>
            </a:extLst>
          </p:cNvPr>
          <p:cNvGrpSpPr/>
          <p:nvPr/>
        </p:nvGrpSpPr>
        <p:grpSpPr>
          <a:xfrm>
            <a:off x="2345927" y="5302911"/>
            <a:ext cx="8307433" cy="1348895"/>
            <a:chOff x="2418946" y="4462546"/>
            <a:chExt cx="8307433" cy="864001"/>
          </a:xfrm>
        </p:grpSpPr>
        <p:sp>
          <p:nvSpPr>
            <p:cNvPr id="7" name="Rectangle 6">
              <a:extLst>
                <a:ext uri="{FF2B5EF4-FFF2-40B4-BE49-F238E27FC236}">
                  <a16:creationId xmlns:a16="http://schemas.microsoft.com/office/drawing/2014/main" id="{570B8C4A-1FE4-03B7-EC91-EDE66069CDEF}"/>
                </a:ext>
                <a:ext uri="{C183D7F6-B498-43B3-948B-1728B52AA6E4}">
                  <adec:decorative xmlns:adec="http://schemas.microsoft.com/office/drawing/2017/decorative" val="1"/>
                </a:ext>
              </a:extLst>
            </p:cNvPr>
            <p:cNvSpPr/>
            <p:nvPr/>
          </p:nvSpPr>
          <p:spPr>
            <a:xfrm>
              <a:off x="4577398" y="4462546"/>
              <a:ext cx="6148981" cy="8640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Work Sans Light" pitchFamily="2" charset="0"/>
              </a:endParaRPr>
            </a:p>
          </p:txBody>
        </p:sp>
        <p:sp>
          <p:nvSpPr>
            <p:cNvPr id="14" name="Pentagon 4">
              <a:extLst>
                <a:ext uri="{FF2B5EF4-FFF2-40B4-BE49-F238E27FC236}">
                  <a16:creationId xmlns:a16="http://schemas.microsoft.com/office/drawing/2014/main" id="{0D15314E-7C04-D74A-A322-36D80AAB833B}"/>
                </a:ext>
                <a:ext uri="{C183D7F6-B498-43B3-948B-1728B52AA6E4}">
                  <adec:decorative xmlns:adec="http://schemas.microsoft.com/office/drawing/2017/decorative" val="1"/>
                </a:ext>
              </a:extLst>
            </p:cNvPr>
            <p:cNvSpPr/>
            <p:nvPr/>
          </p:nvSpPr>
          <p:spPr>
            <a:xfrm>
              <a:off x="2418946" y="4462547"/>
              <a:ext cx="2853289" cy="864000"/>
            </a:xfrm>
            <a:prstGeom prst="homePlat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Work Sans Light" pitchFamily="2" charset="0"/>
              </a:endParaRPr>
            </a:p>
          </p:txBody>
        </p:sp>
        <p:sp>
          <p:nvSpPr>
            <p:cNvPr id="19" name="TextBox 18">
              <a:extLst>
                <a:ext uri="{FF2B5EF4-FFF2-40B4-BE49-F238E27FC236}">
                  <a16:creationId xmlns:a16="http://schemas.microsoft.com/office/drawing/2014/main" id="{DF4B8BAD-E9F1-80BA-777B-2BB50D8FE16C}"/>
                </a:ext>
              </a:extLst>
            </p:cNvPr>
            <p:cNvSpPr txBox="1"/>
            <p:nvPr/>
          </p:nvSpPr>
          <p:spPr>
            <a:xfrm>
              <a:off x="2484887" y="4737189"/>
              <a:ext cx="2545889" cy="338554"/>
            </a:xfrm>
            <a:prstGeom prst="rect">
              <a:avLst/>
            </a:prstGeom>
            <a:noFill/>
          </p:spPr>
          <p:txBody>
            <a:bodyPr wrap="none" rtlCol="0" anchor="ctr">
              <a:spAutoFit/>
            </a:bodyPr>
            <a:lstStyle/>
            <a:p>
              <a:pPr algn="ctr"/>
              <a:r>
                <a:rPr lang="en-US" sz="1600" b="1" dirty="0">
                  <a:solidFill>
                    <a:schemeClr val="bg1"/>
                  </a:solidFill>
                  <a:latin typeface="+mj-lt"/>
                  <a:cs typeface="Poppins" pitchFamily="2" charset="77"/>
                </a:rPr>
                <a:t>Inter-State Complaints</a:t>
              </a:r>
            </a:p>
          </p:txBody>
        </p:sp>
        <p:sp>
          <p:nvSpPr>
            <p:cNvPr id="29" name="Subtitle 2">
              <a:extLst>
                <a:ext uri="{FF2B5EF4-FFF2-40B4-BE49-F238E27FC236}">
                  <a16:creationId xmlns:a16="http://schemas.microsoft.com/office/drawing/2014/main" id="{24D6412E-70AA-577D-3363-5E0203A0D55E}"/>
                </a:ext>
              </a:extLst>
            </p:cNvPr>
            <p:cNvSpPr txBox="1">
              <a:spLocks/>
            </p:cNvSpPr>
            <p:nvPr/>
          </p:nvSpPr>
          <p:spPr>
            <a:xfrm>
              <a:off x="5474210" y="4676144"/>
              <a:ext cx="5100994" cy="460647"/>
            </a:xfrm>
            <a:prstGeom prst="rect">
              <a:avLst/>
            </a:prstGeom>
          </p:spPr>
          <p:txBody>
            <a:bodyPr vert="horz" wrap="squar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750"/>
                </a:lnSpc>
              </a:pPr>
              <a:r>
                <a:rPr lang="en-US" sz="1200" dirty="0">
                  <a:solidFill>
                    <a:schemeClr val="bg1"/>
                  </a:solidFill>
                  <a:latin typeface="+mn-lt"/>
                  <a:ea typeface="Lato" panose="020F0502020204030203" pitchFamily="34" charset="0"/>
                  <a:cs typeface="Lato" panose="020F0502020204030203" pitchFamily="34" charset="0"/>
                </a:rPr>
                <a:t>Extremely rare. Only three interstate complaints have ever been brought, all of which under ICERD. Only the ICERD does not require reciprocal declarations</a:t>
              </a:r>
            </a:p>
          </p:txBody>
        </p:sp>
      </p:grpSp>
      <p:sp>
        <p:nvSpPr>
          <p:cNvPr id="5" name="Slide Number Placeholder 4">
            <a:extLst>
              <a:ext uri="{FF2B5EF4-FFF2-40B4-BE49-F238E27FC236}">
                <a16:creationId xmlns:a16="http://schemas.microsoft.com/office/drawing/2014/main" id="{7F13B80F-1A71-7914-C176-C1AEADD0A3D3}"/>
              </a:ext>
            </a:extLst>
          </p:cNvPr>
          <p:cNvSpPr>
            <a:spLocks noGrp="1"/>
          </p:cNvSpPr>
          <p:nvPr>
            <p:ph type="sldNum" sz="quarter" idx="12"/>
          </p:nvPr>
        </p:nvSpPr>
        <p:spPr/>
        <p:txBody>
          <a:bodyPr/>
          <a:lstStyle/>
          <a:p>
            <a:fld id="{6F6F96F8-3C4A-44BA-8813-69AD9933C9F2}" type="slidenum">
              <a:rPr lang="en-AU" smtClean="0"/>
              <a:t>28</a:t>
            </a:fld>
            <a:endParaRPr lang="en-AU"/>
          </a:p>
        </p:txBody>
      </p:sp>
      <p:grpSp>
        <p:nvGrpSpPr>
          <p:cNvPr id="36" name="Group 35">
            <a:extLst>
              <a:ext uri="{FF2B5EF4-FFF2-40B4-BE49-F238E27FC236}">
                <a16:creationId xmlns:a16="http://schemas.microsoft.com/office/drawing/2014/main" id="{C1E1CE3D-8665-0BC1-ED50-5282AEB7C566}"/>
              </a:ext>
            </a:extLst>
          </p:cNvPr>
          <p:cNvGrpSpPr/>
          <p:nvPr/>
        </p:nvGrpSpPr>
        <p:grpSpPr>
          <a:xfrm>
            <a:off x="1311441" y="2509589"/>
            <a:ext cx="9341917" cy="1269289"/>
            <a:chOff x="1384462" y="2489586"/>
            <a:chExt cx="9341917" cy="864001"/>
          </a:xfrm>
        </p:grpSpPr>
        <p:sp>
          <p:nvSpPr>
            <p:cNvPr id="9" name="Rectangle 8">
              <a:extLst>
                <a:ext uri="{FF2B5EF4-FFF2-40B4-BE49-F238E27FC236}">
                  <a16:creationId xmlns:a16="http://schemas.microsoft.com/office/drawing/2014/main" id="{F598F76A-0C38-6F4B-21D4-635E3D41BADF}"/>
                </a:ext>
                <a:ext uri="{C183D7F6-B498-43B3-948B-1728B52AA6E4}">
                  <adec:decorative xmlns:adec="http://schemas.microsoft.com/office/drawing/2017/decorative" val="1"/>
                </a:ext>
              </a:extLst>
            </p:cNvPr>
            <p:cNvSpPr/>
            <p:nvPr/>
          </p:nvSpPr>
          <p:spPr>
            <a:xfrm>
              <a:off x="4577398" y="2489586"/>
              <a:ext cx="6148981" cy="8640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Work Sans Light" pitchFamily="2" charset="0"/>
              </a:endParaRPr>
            </a:p>
          </p:txBody>
        </p:sp>
        <p:sp>
          <p:nvSpPr>
            <p:cNvPr id="12" name="Pentagon 2">
              <a:extLst>
                <a:ext uri="{FF2B5EF4-FFF2-40B4-BE49-F238E27FC236}">
                  <a16:creationId xmlns:a16="http://schemas.microsoft.com/office/drawing/2014/main" id="{0EED5E4C-EB78-510D-430F-45977655AC55}"/>
                </a:ext>
                <a:ext uri="{C183D7F6-B498-43B3-948B-1728B52AA6E4}">
                  <adec:decorative xmlns:adec="http://schemas.microsoft.com/office/drawing/2017/decorative" val="1"/>
                </a:ext>
              </a:extLst>
            </p:cNvPr>
            <p:cNvSpPr/>
            <p:nvPr/>
          </p:nvSpPr>
          <p:spPr>
            <a:xfrm>
              <a:off x="2418946" y="2489587"/>
              <a:ext cx="2853289" cy="864000"/>
            </a:xfrm>
            <a:prstGeom prst="homePlat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Work Sans Light" pitchFamily="2" charset="0"/>
              </a:endParaRPr>
            </a:p>
          </p:txBody>
        </p:sp>
        <p:sp>
          <p:nvSpPr>
            <p:cNvPr id="17" name="TextBox 16">
              <a:extLst>
                <a:ext uri="{FF2B5EF4-FFF2-40B4-BE49-F238E27FC236}">
                  <a16:creationId xmlns:a16="http://schemas.microsoft.com/office/drawing/2014/main" id="{3903D7DF-D884-6C9A-0971-84C687E0C280}"/>
                </a:ext>
              </a:extLst>
            </p:cNvPr>
            <p:cNvSpPr txBox="1"/>
            <p:nvPr/>
          </p:nvSpPr>
          <p:spPr>
            <a:xfrm>
              <a:off x="2522334" y="2747887"/>
              <a:ext cx="2182008" cy="338554"/>
            </a:xfrm>
            <a:prstGeom prst="rect">
              <a:avLst/>
            </a:prstGeom>
            <a:noFill/>
          </p:spPr>
          <p:txBody>
            <a:bodyPr wrap="none" rtlCol="0" anchor="ctr">
              <a:spAutoFit/>
            </a:bodyPr>
            <a:lstStyle/>
            <a:p>
              <a:pPr algn="ctr"/>
              <a:r>
                <a:rPr lang="en-US" sz="1600" b="1" dirty="0">
                  <a:solidFill>
                    <a:schemeClr val="bg1"/>
                  </a:solidFill>
                  <a:latin typeface="+mj-lt"/>
                  <a:cs typeface="Poppins" pitchFamily="2" charset="77"/>
                </a:rPr>
                <a:t>General Comments </a:t>
              </a:r>
            </a:p>
          </p:txBody>
        </p:sp>
        <p:sp>
          <p:nvSpPr>
            <p:cNvPr id="27" name="Subtitle 2">
              <a:extLst>
                <a:ext uri="{FF2B5EF4-FFF2-40B4-BE49-F238E27FC236}">
                  <a16:creationId xmlns:a16="http://schemas.microsoft.com/office/drawing/2014/main" id="{CB38A80B-D3FA-8AD7-34DC-81C27C008B3A}"/>
                </a:ext>
              </a:extLst>
            </p:cNvPr>
            <p:cNvSpPr txBox="1">
              <a:spLocks/>
            </p:cNvSpPr>
            <p:nvPr/>
          </p:nvSpPr>
          <p:spPr>
            <a:xfrm>
              <a:off x="5474210" y="2573921"/>
              <a:ext cx="5100994" cy="719171"/>
            </a:xfrm>
            <a:prstGeom prst="rect">
              <a:avLst/>
            </a:prstGeom>
          </p:spPr>
          <p:txBody>
            <a:bodyPr vert="horz" wrap="squar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750"/>
                </a:lnSpc>
              </a:pPr>
              <a:r>
                <a:rPr lang="en-US" sz="1200" dirty="0">
                  <a:solidFill>
                    <a:schemeClr val="bg1"/>
                  </a:solidFill>
                  <a:latin typeface="+mn-lt"/>
                  <a:ea typeface="Lato" panose="020F0502020204030203" pitchFamily="34" charset="0"/>
                  <a:cs typeface="Lato" panose="020F0502020204030203" pitchFamily="34" charset="0"/>
                </a:rPr>
                <a:t>Committees issue authoritative interpretations of treaty provisions called "general comments" or "general recommendations.” Considered authoritative.</a:t>
              </a:r>
            </a:p>
          </p:txBody>
        </p:sp>
        <p:sp>
          <p:nvSpPr>
            <p:cNvPr id="25" name="Freeform 23">
              <a:extLst>
                <a:ext uri="{FF2B5EF4-FFF2-40B4-BE49-F238E27FC236}">
                  <a16:creationId xmlns:a16="http://schemas.microsoft.com/office/drawing/2014/main" id="{D0AC05B9-D63A-C78F-B669-5966384E139B}"/>
                </a:ext>
                <a:ext uri="{C183D7F6-B498-43B3-948B-1728B52AA6E4}">
                  <adec:decorative xmlns:adec="http://schemas.microsoft.com/office/drawing/2017/decorative" val="1"/>
                </a:ext>
              </a:extLst>
            </p:cNvPr>
            <p:cNvSpPr>
              <a:spLocks noChangeAspect="1" noChangeArrowheads="1"/>
            </p:cNvSpPr>
            <p:nvPr/>
          </p:nvSpPr>
          <p:spPr bwMode="auto">
            <a:xfrm>
              <a:off x="1384462" y="2524412"/>
              <a:ext cx="832509" cy="731585"/>
            </a:xfrm>
            <a:custGeom>
              <a:avLst/>
              <a:gdLst>
                <a:gd name="connsiteX0" fmla="*/ 216332 w 1093427"/>
                <a:gd name="connsiteY0" fmla="*/ 1190625 h 1239478"/>
                <a:gd name="connsiteX1" fmla="*/ 233701 w 1093427"/>
                <a:gd name="connsiteY1" fmla="*/ 1197916 h 1239478"/>
                <a:gd name="connsiteX2" fmla="*/ 240938 w 1093427"/>
                <a:gd name="connsiteY2" fmla="*/ 1215049 h 1239478"/>
                <a:gd name="connsiteX3" fmla="*/ 233701 w 1093427"/>
                <a:gd name="connsiteY3" fmla="*/ 1232547 h 1239478"/>
                <a:gd name="connsiteX4" fmla="*/ 216332 w 1093427"/>
                <a:gd name="connsiteY4" fmla="*/ 1239474 h 1239478"/>
                <a:gd name="connsiteX5" fmla="*/ 199324 w 1093427"/>
                <a:gd name="connsiteY5" fmla="*/ 1232547 h 1239478"/>
                <a:gd name="connsiteX6" fmla="*/ 192087 w 1093427"/>
                <a:gd name="connsiteY6" fmla="*/ 1215049 h 1239478"/>
                <a:gd name="connsiteX7" fmla="*/ 199324 w 1093427"/>
                <a:gd name="connsiteY7" fmla="*/ 1197916 h 1239478"/>
                <a:gd name="connsiteX8" fmla="*/ 216332 w 1093427"/>
                <a:gd name="connsiteY8" fmla="*/ 1190625 h 1239478"/>
                <a:gd name="connsiteX9" fmla="*/ 927894 w 1093427"/>
                <a:gd name="connsiteY9" fmla="*/ 1060450 h 1239478"/>
                <a:gd name="connsiteX10" fmla="*/ 944901 w 1093427"/>
                <a:gd name="connsiteY10" fmla="*/ 1067741 h 1239478"/>
                <a:gd name="connsiteX11" fmla="*/ 952138 w 1093427"/>
                <a:gd name="connsiteY11" fmla="*/ 1084874 h 1239478"/>
                <a:gd name="connsiteX12" fmla="*/ 944901 w 1093427"/>
                <a:gd name="connsiteY12" fmla="*/ 1102372 h 1239478"/>
                <a:gd name="connsiteX13" fmla="*/ 927894 w 1093427"/>
                <a:gd name="connsiteY13" fmla="*/ 1109299 h 1239478"/>
                <a:gd name="connsiteX14" fmla="*/ 910524 w 1093427"/>
                <a:gd name="connsiteY14" fmla="*/ 1102372 h 1239478"/>
                <a:gd name="connsiteX15" fmla="*/ 903287 w 1093427"/>
                <a:gd name="connsiteY15" fmla="*/ 1084874 h 1239478"/>
                <a:gd name="connsiteX16" fmla="*/ 910524 w 1093427"/>
                <a:gd name="connsiteY16" fmla="*/ 1067741 h 1239478"/>
                <a:gd name="connsiteX17" fmla="*/ 927894 w 1093427"/>
                <a:gd name="connsiteY17" fmla="*/ 1060450 h 1239478"/>
                <a:gd name="connsiteX18" fmla="*/ 753142 w 1093427"/>
                <a:gd name="connsiteY18" fmla="*/ 1060450 h 1239478"/>
                <a:gd name="connsiteX19" fmla="*/ 835944 w 1093427"/>
                <a:gd name="connsiteY19" fmla="*/ 1060450 h 1239478"/>
                <a:gd name="connsiteX20" fmla="*/ 860065 w 1093427"/>
                <a:gd name="connsiteY20" fmla="*/ 1084874 h 1239478"/>
                <a:gd name="connsiteX21" fmla="*/ 835944 w 1093427"/>
                <a:gd name="connsiteY21" fmla="*/ 1109299 h 1239478"/>
                <a:gd name="connsiteX22" fmla="*/ 753142 w 1093427"/>
                <a:gd name="connsiteY22" fmla="*/ 1109299 h 1239478"/>
                <a:gd name="connsiteX23" fmla="*/ 728662 w 1093427"/>
                <a:gd name="connsiteY23" fmla="*/ 1084874 h 1239478"/>
                <a:gd name="connsiteX24" fmla="*/ 753142 w 1093427"/>
                <a:gd name="connsiteY24" fmla="*/ 1060450 h 1239478"/>
                <a:gd name="connsiteX25" fmla="*/ 463842 w 1093427"/>
                <a:gd name="connsiteY25" fmla="*/ 844951 h 1239478"/>
                <a:gd name="connsiteX26" fmla="*/ 463842 w 1093427"/>
                <a:gd name="connsiteY26" fmla="*/ 917678 h 1239478"/>
                <a:gd name="connsiteX27" fmla="*/ 497725 w 1093427"/>
                <a:gd name="connsiteY27" fmla="*/ 951161 h 1239478"/>
                <a:gd name="connsiteX28" fmla="*/ 604421 w 1093427"/>
                <a:gd name="connsiteY28" fmla="*/ 951161 h 1239478"/>
                <a:gd name="connsiteX29" fmla="*/ 638305 w 1093427"/>
                <a:gd name="connsiteY29" fmla="*/ 917678 h 1239478"/>
                <a:gd name="connsiteX30" fmla="*/ 638305 w 1093427"/>
                <a:gd name="connsiteY30" fmla="*/ 844951 h 1239478"/>
                <a:gd name="connsiteX31" fmla="*/ 280557 w 1093427"/>
                <a:gd name="connsiteY31" fmla="*/ 831046 h 1239478"/>
                <a:gd name="connsiteX32" fmla="*/ 310373 w 1093427"/>
                <a:gd name="connsiteY32" fmla="*/ 847239 h 1239478"/>
                <a:gd name="connsiteX33" fmla="*/ 293849 w 1093427"/>
                <a:gd name="connsiteY33" fmla="*/ 877467 h 1239478"/>
                <a:gd name="connsiteX34" fmla="*/ 178177 w 1093427"/>
                <a:gd name="connsiteY34" fmla="*/ 910933 h 1239478"/>
                <a:gd name="connsiteX35" fmla="*/ 48496 w 1093427"/>
                <a:gd name="connsiteY35" fmla="*/ 1083303 h 1239478"/>
                <a:gd name="connsiteX36" fmla="*/ 48496 w 1093427"/>
                <a:gd name="connsiteY36" fmla="*/ 1191258 h 1239478"/>
                <a:gd name="connsiteX37" fmla="*/ 116031 w 1093427"/>
                <a:gd name="connsiteY37" fmla="*/ 1191258 h 1239478"/>
                <a:gd name="connsiteX38" fmla="*/ 140099 w 1093427"/>
                <a:gd name="connsiteY38" fmla="*/ 1215368 h 1239478"/>
                <a:gd name="connsiteX39" fmla="*/ 116031 w 1093427"/>
                <a:gd name="connsiteY39" fmla="*/ 1239478 h 1239478"/>
                <a:gd name="connsiteX40" fmla="*/ 24068 w 1093427"/>
                <a:gd name="connsiteY40" fmla="*/ 1239478 h 1239478"/>
                <a:gd name="connsiteX41" fmla="*/ 0 w 1093427"/>
                <a:gd name="connsiteY41" fmla="*/ 1215368 h 1239478"/>
                <a:gd name="connsiteX42" fmla="*/ 0 w 1093427"/>
                <a:gd name="connsiteY42" fmla="*/ 1083303 h 1239478"/>
                <a:gd name="connsiteX43" fmla="*/ 45981 w 1093427"/>
                <a:gd name="connsiteY43" fmla="*/ 946199 h 1239478"/>
                <a:gd name="connsiteX44" fmla="*/ 164527 w 1093427"/>
                <a:gd name="connsiteY44" fmla="*/ 864152 h 1239478"/>
                <a:gd name="connsiteX45" fmla="*/ 796541 w 1093427"/>
                <a:gd name="connsiteY45" fmla="*/ 825924 h 1239478"/>
                <a:gd name="connsiteX46" fmla="*/ 928611 w 1093427"/>
                <a:gd name="connsiteY46" fmla="*/ 864076 h 1239478"/>
                <a:gd name="connsiteX47" fmla="*/ 1047725 w 1093427"/>
                <a:gd name="connsiteY47" fmla="*/ 946139 h 1239478"/>
                <a:gd name="connsiteX48" fmla="*/ 1093427 w 1093427"/>
                <a:gd name="connsiteY48" fmla="*/ 1083271 h 1239478"/>
                <a:gd name="connsiteX49" fmla="*/ 1093427 w 1093427"/>
                <a:gd name="connsiteY49" fmla="*/ 1215363 h 1239478"/>
                <a:gd name="connsiteX50" fmla="*/ 1069317 w 1093427"/>
                <a:gd name="connsiteY50" fmla="*/ 1239478 h 1239478"/>
                <a:gd name="connsiteX51" fmla="*/ 311448 w 1093427"/>
                <a:gd name="connsiteY51" fmla="*/ 1239478 h 1239478"/>
                <a:gd name="connsiteX52" fmla="*/ 287337 w 1093427"/>
                <a:gd name="connsiteY52" fmla="*/ 1215363 h 1239478"/>
                <a:gd name="connsiteX53" fmla="*/ 311448 w 1093427"/>
                <a:gd name="connsiteY53" fmla="*/ 1191248 h 1239478"/>
                <a:gd name="connsiteX54" fmla="*/ 1045206 w 1093427"/>
                <a:gd name="connsiteY54" fmla="*/ 1191248 h 1239478"/>
                <a:gd name="connsiteX55" fmla="*/ 1045206 w 1093427"/>
                <a:gd name="connsiteY55" fmla="*/ 1083271 h 1239478"/>
                <a:gd name="connsiteX56" fmla="*/ 915296 w 1093427"/>
                <a:gd name="connsiteY56" fmla="*/ 910866 h 1239478"/>
                <a:gd name="connsiteX57" fmla="*/ 782866 w 1093427"/>
                <a:gd name="connsiteY57" fmla="*/ 872354 h 1239478"/>
                <a:gd name="connsiteX58" fmla="*/ 766673 w 1093427"/>
                <a:gd name="connsiteY58" fmla="*/ 842481 h 1239478"/>
                <a:gd name="connsiteX59" fmla="*/ 796541 w 1093427"/>
                <a:gd name="connsiteY59" fmla="*/ 825924 h 1239478"/>
                <a:gd name="connsiteX60" fmla="*/ 546100 w 1093427"/>
                <a:gd name="connsiteY60" fmla="*/ 445197 h 1239478"/>
                <a:gd name="connsiteX61" fmla="*/ 521517 w 1093427"/>
                <a:gd name="connsiteY61" fmla="*/ 469719 h 1239478"/>
                <a:gd name="connsiteX62" fmla="*/ 546100 w 1093427"/>
                <a:gd name="connsiteY62" fmla="*/ 493881 h 1239478"/>
                <a:gd name="connsiteX63" fmla="*/ 570321 w 1093427"/>
                <a:gd name="connsiteY63" fmla="*/ 469719 h 1239478"/>
                <a:gd name="connsiteX64" fmla="*/ 546100 w 1093427"/>
                <a:gd name="connsiteY64" fmla="*/ 445197 h 1239478"/>
                <a:gd name="connsiteX65" fmla="*/ 546100 w 1093427"/>
                <a:gd name="connsiteY65" fmla="*/ 396875 h 1239478"/>
                <a:gd name="connsiteX66" fmla="*/ 618763 w 1093427"/>
                <a:gd name="connsiteY66" fmla="*/ 469719 h 1239478"/>
                <a:gd name="connsiteX67" fmla="*/ 546100 w 1093427"/>
                <a:gd name="connsiteY67" fmla="*/ 542564 h 1239478"/>
                <a:gd name="connsiteX68" fmla="*/ 473075 w 1093427"/>
                <a:gd name="connsiteY68" fmla="*/ 469719 h 1239478"/>
                <a:gd name="connsiteX69" fmla="*/ 546100 w 1093427"/>
                <a:gd name="connsiteY69" fmla="*/ 396875 h 1239478"/>
                <a:gd name="connsiteX70" fmla="*/ 548910 w 1093427"/>
                <a:gd name="connsiteY70" fmla="*/ 179253 h 1239478"/>
                <a:gd name="connsiteX71" fmla="*/ 410854 w 1093427"/>
                <a:gd name="connsiteY71" fmla="*/ 214896 h 1239478"/>
                <a:gd name="connsiteX72" fmla="*/ 324344 w 1093427"/>
                <a:gd name="connsiteY72" fmla="*/ 302744 h 1239478"/>
                <a:gd name="connsiteX73" fmla="*/ 364715 w 1093427"/>
                <a:gd name="connsiteY73" fmla="*/ 618132 h 1239478"/>
                <a:gd name="connsiteX74" fmla="*/ 435005 w 1093427"/>
                <a:gd name="connsiteY74" fmla="*/ 792387 h 1239478"/>
                <a:gd name="connsiteX75" fmla="*/ 438970 w 1093427"/>
                <a:gd name="connsiteY75" fmla="*/ 796347 h 1239478"/>
                <a:gd name="connsiteX76" fmla="*/ 524039 w 1093427"/>
                <a:gd name="connsiteY76" fmla="*/ 796347 h 1239478"/>
                <a:gd name="connsiteX77" fmla="*/ 524039 w 1093427"/>
                <a:gd name="connsiteY77" fmla="*/ 619572 h 1239478"/>
                <a:gd name="connsiteX78" fmla="*/ 548190 w 1093427"/>
                <a:gd name="connsiteY78" fmla="*/ 595450 h 1239478"/>
                <a:gd name="connsiteX79" fmla="*/ 572340 w 1093427"/>
                <a:gd name="connsiteY79" fmla="*/ 619572 h 1239478"/>
                <a:gd name="connsiteX80" fmla="*/ 572340 w 1093427"/>
                <a:gd name="connsiteY80" fmla="*/ 796347 h 1239478"/>
                <a:gd name="connsiteX81" fmla="*/ 658130 w 1093427"/>
                <a:gd name="connsiteY81" fmla="*/ 796347 h 1239478"/>
                <a:gd name="connsiteX82" fmla="*/ 662095 w 1093427"/>
                <a:gd name="connsiteY82" fmla="*/ 792387 h 1239478"/>
                <a:gd name="connsiteX83" fmla="*/ 732745 w 1093427"/>
                <a:gd name="connsiteY83" fmla="*/ 617771 h 1239478"/>
                <a:gd name="connsiteX84" fmla="*/ 807000 w 1093427"/>
                <a:gd name="connsiteY84" fmla="*/ 437036 h 1239478"/>
                <a:gd name="connsiteX85" fmla="*/ 681920 w 1093427"/>
                <a:gd name="connsiteY85" fmla="*/ 216337 h 1239478"/>
                <a:gd name="connsiteX86" fmla="*/ 548910 w 1093427"/>
                <a:gd name="connsiteY86" fmla="*/ 179253 h 1239478"/>
                <a:gd name="connsiteX87" fmla="*/ 552019 w 1093427"/>
                <a:gd name="connsiteY87" fmla="*/ 130649 h 1239478"/>
                <a:gd name="connsiteX88" fmla="*/ 707152 w 1093427"/>
                <a:gd name="connsiteY88" fmla="*/ 174933 h 1239478"/>
                <a:gd name="connsiteX89" fmla="*/ 814569 w 1093427"/>
                <a:gd name="connsiteY89" fmla="*/ 284382 h 1239478"/>
                <a:gd name="connsiteX90" fmla="*/ 855301 w 1093427"/>
                <a:gd name="connsiteY90" fmla="*/ 437036 h 1239478"/>
                <a:gd name="connsiteX91" fmla="*/ 767349 w 1093427"/>
                <a:gd name="connsiteY91" fmla="*/ 651974 h 1239478"/>
                <a:gd name="connsiteX92" fmla="*/ 710397 w 1093427"/>
                <a:gd name="connsiteY92" fmla="*/ 792387 h 1239478"/>
                <a:gd name="connsiteX93" fmla="*/ 686606 w 1093427"/>
                <a:gd name="connsiteY93" fmla="*/ 836311 h 1239478"/>
                <a:gd name="connsiteX94" fmla="*/ 686606 w 1093427"/>
                <a:gd name="connsiteY94" fmla="*/ 917678 h 1239478"/>
                <a:gd name="connsiteX95" fmla="*/ 604421 w 1093427"/>
                <a:gd name="connsiteY95" fmla="*/ 999765 h 1239478"/>
                <a:gd name="connsiteX96" fmla="*/ 497725 w 1093427"/>
                <a:gd name="connsiteY96" fmla="*/ 999765 h 1239478"/>
                <a:gd name="connsiteX97" fmla="*/ 415180 w 1093427"/>
                <a:gd name="connsiteY97" fmla="*/ 917678 h 1239478"/>
                <a:gd name="connsiteX98" fmla="*/ 415180 w 1093427"/>
                <a:gd name="connsiteY98" fmla="*/ 838831 h 1239478"/>
                <a:gd name="connsiteX99" fmla="*/ 386703 w 1093427"/>
                <a:gd name="connsiteY99" fmla="*/ 792387 h 1239478"/>
                <a:gd name="connsiteX100" fmla="*/ 329751 w 1093427"/>
                <a:gd name="connsiteY100" fmla="*/ 651974 h 1239478"/>
                <a:gd name="connsiteX101" fmla="*/ 245764 w 1093427"/>
                <a:gd name="connsiteY101" fmla="*/ 485640 h 1239478"/>
                <a:gd name="connsiteX102" fmla="*/ 281089 w 1093427"/>
                <a:gd name="connsiteY102" fmla="*/ 280422 h 1239478"/>
                <a:gd name="connsiteX103" fmla="*/ 388506 w 1093427"/>
                <a:gd name="connsiteY103" fmla="*/ 171693 h 1239478"/>
                <a:gd name="connsiteX104" fmla="*/ 552019 w 1093427"/>
                <a:gd name="connsiteY104" fmla="*/ 130649 h 1239478"/>
                <a:gd name="connsiteX105" fmla="*/ 755759 w 1093427"/>
                <a:gd name="connsiteY105" fmla="*/ 35763 h 1239478"/>
                <a:gd name="connsiteX106" fmla="*/ 772993 w 1093427"/>
                <a:gd name="connsiteY106" fmla="*/ 43037 h 1239478"/>
                <a:gd name="connsiteX107" fmla="*/ 772993 w 1093427"/>
                <a:gd name="connsiteY107" fmla="*/ 77162 h 1239478"/>
                <a:gd name="connsiteX108" fmla="*/ 725844 w 1093427"/>
                <a:gd name="connsiteY108" fmla="*/ 124219 h 1239478"/>
                <a:gd name="connsiteX109" fmla="*/ 709057 w 1093427"/>
                <a:gd name="connsiteY109" fmla="*/ 131404 h 1239478"/>
                <a:gd name="connsiteX110" fmla="*/ 691912 w 1093427"/>
                <a:gd name="connsiteY110" fmla="*/ 124219 h 1239478"/>
                <a:gd name="connsiteX111" fmla="*/ 691912 w 1093427"/>
                <a:gd name="connsiteY111" fmla="*/ 90094 h 1239478"/>
                <a:gd name="connsiteX112" fmla="*/ 739060 w 1093427"/>
                <a:gd name="connsiteY112" fmla="*/ 43037 h 1239478"/>
                <a:gd name="connsiteX113" fmla="*/ 755759 w 1093427"/>
                <a:gd name="connsiteY113" fmla="*/ 35763 h 1239478"/>
                <a:gd name="connsiteX114" fmla="*/ 337725 w 1093427"/>
                <a:gd name="connsiteY114" fmla="*/ 35754 h 1239478"/>
                <a:gd name="connsiteX115" fmla="*/ 354899 w 1093427"/>
                <a:gd name="connsiteY115" fmla="*/ 43001 h 1239478"/>
                <a:gd name="connsiteX116" fmla="*/ 402626 w 1093427"/>
                <a:gd name="connsiteY116" fmla="*/ 90245 h 1239478"/>
                <a:gd name="connsiteX117" fmla="*/ 402626 w 1093427"/>
                <a:gd name="connsiteY117" fmla="*/ 124247 h 1239478"/>
                <a:gd name="connsiteX118" fmla="*/ 385632 w 1093427"/>
                <a:gd name="connsiteY118" fmla="*/ 131405 h 1239478"/>
                <a:gd name="connsiteX119" fmla="*/ 368277 w 1093427"/>
                <a:gd name="connsiteY119" fmla="*/ 124247 h 1239478"/>
                <a:gd name="connsiteX120" fmla="*/ 320551 w 1093427"/>
                <a:gd name="connsiteY120" fmla="*/ 76645 h 1239478"/>
                <a:gd name="connsiteX121" fmla="*/ 320551 w 1093427"/>
                <a:gd name="connsiteY121" fmla="*/ 43001 h 1239478"/>
                <a:gd name="connsiteX122" fmla="*/ 337725 w 1093427"/>
                <a:gd name="connsiteY122" fmla="*/ 35754 h 1239478"/>
                <a:gd name="connsiteX123" fmla="*/ 548481 w 1093427"/>
                <a:gd name="connsiteY123" fmla="*/ 0 h 1239478"/>
                <a:gd name="connsiteX124" fmla="*/ 572725 w 1093427"/>
                <a:gd name="connsiteY124" fmla="*/ 24067 h 1239478"/>
                <a:gd name="connsiteX125" fmla="*/ 572725 w 1093427"/>
                <a:gd name="connsiteY125" fmla="*/ 73998 h 1239478"/>
                <a:gd name="connsiteX126" fmla="*/ 548481 w 1093427"/>
                <a:gd name="connsiteY126" fmla="*/ 98066 h 1239478"/>
                <a:gd name="connsiteX127" fmla="*/ 523875 w 1093427"/>
                <a:gd name="connsiteY127" fmla="*/ 73998 h 1239478"/>
                <a:gd name="connsiteX128" fmla="*/ 523875 w 1093427"/>
                <a:gd name="connsiteY128" fmla="*/ 24067 h 1239478"/>
                <a:gd name="connsiteX129" fmla="*/ 548481 w 1093427"/>
                <a:gd name="connsiteY129" fmla="*/ 0 h 1239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Lst>
              <a:rect l="l" t="t" r="r" b="b"/>
              <a:pathLst>
                <a:path w="1093427" h="1239478">
                  <a:moveTo>
                    <a:pt x="216332" y="1190625"/>
                  </a:moveTo>
                  <a:cubicBezTo>
                    <a:pt x="222845" y="1190625"/>
                    <a:pt x="228997" y="1193542"/>
                    <a:pt x="233701" y="1197916"/>
                  </a:cubicBezTo>
                  <a:cubicBezTo>
                    <a:pt x="238043" y="1202291"/>
                    <a:pt x="240938" y="1208852"/>
                    <a:pt x="240938" y="1215049"/>
                  </a:cubicBezTo>
                  <a:cubicBezTo>
                    <a:pt x="240938" y="1221611"/>
                    <a:pt x="238043" y="1227808"/>
                    <a:pt x="233701" y="1232547"/>
                  </a:cubicBezTo>
                  <a:cubicBezTo>
                    <a:pt x="228997" y="1236922"/>
                    <a:pt x="222845" y="1239474"/>
                    <a:pt x="216332" y="1239474"/>
                  </a:cubicBezTo>
                  <a:cubicBezTo>
                    <a:pt x="209818" y="1239474"/>
                    <a:pt x="203666" y="1236922"/>
                    <a:pt x="199324" y="1232547"/>
                  </a:cubicBezTo>
                  <a:cubicBezTo>
                    <a:pt x="194620" y="1227808"/>
                    <a:pt x="192087" y="1221611"/>
                    <a:pt x="192087" y="1215049"/>
                  </a:cubicBezTo>
                  <a:cubicBezTo>
                    <a:pt x="192087" y="1208852"/>
                    <a:pt x="194620" y="1202291"/>
                    <a:pt x="199324" y="1197916"/>
                  </a:cubicBezTo>
                  <a:cubicBezTo>
                    <a:pt x="203666" y="1193542"/>
                    <a:pt x="209818" y="1190625"/>
                    <a:pt x="216332" y="1190625"/>
                  </a:cubicBezTo>
                  <a:close/>
                  <a:moveTo>
                    <a:pt x="927894" y="1060450"/>
                  </a:moveTo>
                  <a:cubicBezTo>
                    <a:pt x="934045" y="1060450"/>
                    <a:pt x="940559" y="1063002"/>
                    <a:pt x="944901" y="1067741"/>
                  </a:cubicBezTo>
                  <a:cubicBezTo>
                    <a:pt x="949605" y="1072116"/>
                    <a:pt x="952138" y="1078677"/>
                    <a:pt x="952138" y="1084874"/>
                  </a:cubicBezTo>
                  <a:cubicBezTo>
                    <a:pt x="952138" y="1091436"/>
                    <a:pt x="949605" y="1097633"/>
                    <a:pt x="944901" y="1102372"/>
                  </a:cubicBezTo>
                  <a:cubicBezTo>
                    <a:pt x="940559" y="1106747"/>
                    <a:pt x="934045" y="1109299"/>
                    <a:pt x="927894" y="1109299"/>
                  </a:cubicBezTo>
                  <a:cubicBezTo>
                    <a:pt x="921380" y="1109299"/>
                    <a:pt x="915229" y="1106747"/>
                    <a:pt x="910524" y="1102372"/>
                  </a:cubicBezTo>
                  <a:cubicBezTo>
                    <a:pt x="906182" y="1097633"/>
                    <a:pt x="903287" y="1091436"/>
                    <a:pt x="903287" y="1084874"/>
                  </a:cubicBezTo>
                  <a:cubicBezTo>
                    <a:pt x="903287" y="1078677"/>
                    <a:pt x="906182" y="1072116"/>
                    <a:pt x="910524" y="1067741"/>
                  </a:cubicBezTo>
                  <a:cubicBezTo>
                    <a:pt x="915229" y="1063002"/>
                    <a:pt x="921380" y="1060450"/>
                    <a:pt x="927894" y="1060450"/>
                  </a:cubicBezTo>
                  <a:close/>
                  <a:moveTo>
                    <a:pt x="753142" y="1060450"/>
                  </a:moveTo>
                  <a:lnTo>
                    <a:pt x="835944" y="1060450"/>
                  </a:lnTo>
                  <a:cubicBezTo>
                    <a:pt x="849265" y="1060450"/>
                    <a:pt x="860065" y="1071386"/>
                    <a:pt x="860065" y="1084874"/>
                  </a:cubicBezTo>
                  <a:cubicBezTo>
                    <a:pt x="860065" y="1098362"/>
                    <a:pt x="849265" y="1109299"/>
                    <a:pt x="835944" y="1109299"/>
                  </a:cubicBezTo>
                  <a:lnTo>
                    <a:pt x="753142" y="1109299"/>
                  </a:lnTo>
                  <a:cubicBezTo>
                    <a:pt x="739462" y="1109299"/>
                    <a:pt x="728662" y="1098362"/>
                    <a:pt x="728662" y="1084874"/>
                  </a:cubicBezTo>
                  <a:cubicBezTo>
                    <a:pt x="728662" y="1071386"/>
                    <a:pt x="739462" y="1060450"/>
                    <a:pt x="753142" y="1060450"/>
                  </a:cubicBezTo>
                  <a:close/>
                  <a:moveTo>
                    <a:pt x="463842" y="844951"/>
                  </a:moveTo>
                  <a:lnTo>
                    <a:pt x="463842" y="917678"/>
                  </a:lnTo>
                  <a:cubicBezTo>
                    <a:pt x="463842" y="936039"/>
                    <a:pt x="478981" y="951161"/>
                    <a:pt x="497725" y="951161"/>
                  </a:cubicBezTo>
                  <a:lnTo>
                    <a:pt x="604421" y="951161"/>
                  </a:lnTo>
                  <a:cubicBezTo>
                    <a:pt x="623165" y="951161"/>
                    <a:pt x="638305" y="936039"/>
                    <a:pt x="638305" y="917678"/>
                  </a:cubicBezTo>
                  <a:lnTo>
                    <a:pt x="638305" y="844951"/>
                  </a:lnTo>
                  <a:close/>
                  <a:moveTo>
                    <a:pt x="280557" y="831046"/>
                  </a:moveTo>
                  <a:cubicBezTo>
                    <a:pt x="293130" y="827088"/>
                    <a:pt x="306781" y="834645"/>
                    <a:pt x="310373" y="847239"/>
                  </a:cubicBezTo>
                  <a:cubicBezTo>
                    <a:pt x="313966" y="860194"/>
                    <a:pt x="306781" y="873509"/>
                    <a:pt x="293849" y="877467"/>
                  </a:cubicBezTo>
                  <a:lnTo>
                    <a:pt x="178177" y="910933"/>
                  </a:lnTo>
                  <a:cubicBezTo>
                    <a:pt x="101662" y="932884"/>
                    <a:pt x="48496" y="1003775"/>
                    <a:pt x="48496" y="1083303"/>
                  </a:cubicBezTo>
                  <a:lnTo>
                    <a:pt x="48496" y="1191258"/>
                  </a:lnTo>
                  <a:lnTo>
                    <a:pt x="116031" y="1191258"/>
                  </a:lnTo>
                  <a:cubicBezTo>
                    <a:pt x="129322" y="1191258"/>
                    <a:pt x="140099" y="1202054"/>
                    <a:pt x="140099" y="1215368"/>
                  </a:cubicBezTo>
                  <a:cubicBezTo>
                    <a:pt x="140099" y="1228683"/>
                    <a:pt x="129322" y="1239478"/>
                    <a:pt x="116031" y="1239478"/>
                  </a:cubicBezTo>
                  <a:lnTo>
                    <a:pt x="24068" y="1239478"/>
                  </a:lnTo>
                  <a:cubicBezTo>
                    <a:pt x="10777" y="1239478"/>
                    <a:pt x="0" y="1228683"/>
                    <a:pt x="0" y="1215368"/>
                  </a:cubicBezTo>
                  <a:lnTo>
                    <a:pt x="0" y="1083303"/>
                  </a:lnTo>
                  <a:cubicBezTo>
                    <a:pt x="0" y="1033643"/>
                    <a:pt x="15806" y="986142"/>
                    <a:pt x="45981" y="946199"/>
                  </a:cubicBezTo>
                  <a:cubicBezTo>
                    <a:pt x="75438" y="906255"/>
                    <a:pt x="116749" y="878187"/>
                    <a:pt x="164527" y="864152"/>
                  </a:cubicBezTo>
                  <a:close/>
                  <a:moveTo>
                    <a:pt x="796541" y="825924"/>
                  </a:moveTo>
                  <a:lnTo>
                    <a:pt x="928611" y="864076"/>
                  </a:lnTo>
                  <a:cubicBezTo>
                    <a:pt x="976472" y="878113"/>
                    <a:pt x="1017856" y="906187"/>
                    <a:pt x="1047725" y="946139"/>
                  </a:cubicBezTo>
                  <a:cubicBezTo>
                    <a:pt x="1077593" y="986091"/>
                    <a:pt x="1093427" y="1033601"/>
                    <a:pt x="1093427" y="1083271"/>
                  </a:cubicBezTo>
                  <a:lnTo>
                    <a:pt x="1093427" y="1215363"/>
                  </a:lnTo>
                  <a:cubicBezTo>
                    <a:pt x="1093427" y="1228681"/>
                    <a:pt x="1082631" y="1239478"/>
                    <a:pt x="1069317" y="1239478"/>
                  </a:cubicBezTo>
                  <a:lnTo>
                    <a:pt x="311448" y="1239478"/>
                  </a:lnTo>
                  <a:cubicBezTo>
                    <a:pt x="298133" y="1239478"/>
                    <a:pt x="287337" y="1228681"/>
                    <a:pt x="287337" y="1215363"/>
                  </a:cubicBezTo>
                  <a:cubicBezTo>
                    <a:pt x="287337" y="1202046"/>
                    <a:pt x="298133" y="1191248"/>
                    <a:pt x="311448" y="1191248"/>
                  </a:cubicBezTo>
                  <a:lnTo>
                    <a:pt x="1045206" y="1191248"/>
                  </a:lnTo>
                  <a:lnTo>
                    <a:pt x="1045206" y="1083271"/>
                  </a:lnTo>
                  <a:cubicBezTo>
                    <a:pt x="1045206" y="1003727"/>
                    <a:pt x="991586" y="932822"/>
                    <a:pt x="915296" y="910866"/>
                  </a:cubicBezTo>
                  <a:lnTo>
                    <a:pt x="782866" y="872354"/>
                  </a:lnTo>
                  <a:cubicBezTo>
                    <a:pt x="770271" y="868755"/>
                    <a:pt x="762714" y="855438"/>
                    <a:pt x="766673" y="842481"/>
                  </a:cubicBezTo>
                  <a:cubicBezTo>
                    <a:pt x="770271" y="829883"/>
                    <a:pt x="783586" y="822325"/>
                    <a:pt x="796541" y="825924"/>
                  </a:cubicBezTo>
                  <a:close/>
                  <a:moveTo>
                    <a:pt x="546100" y="445197"/>
                  </a:moveTo>
                  <a:cubicBezTo>
                    <a:pt x="532362" y="445197"/>
                    <a:pt x="521517" y="456016"/>
                    <a:pt x="521517" y="469719"/>
                  </a:cubicBezTo>
                  <a:cubicBezTo>
                    <a:pt x="521517" y="483062"/>
                    <a:pt x="532362" y="493881"/>
                    <a:pt x="546100" y="493881"/>
                  </a:cubicBezTo>
                  <a:cubicBezTo>
                    <a:pt x="559114" y="493881"/>
                    <a:pt x="570321" y="483062"/>
                    <a:pt x="570321" y="469719"/>
                  </a:cubicBezTo>
                  <a:cubicBezTo>
                    <a:pt x="570321" y="456016"/>
                    <a:pt x="559114" y="445197"/>
                    <a:pt x="546100" y="445197"/>
                  </a:cubicBezTo>
                  <a:close/>
                  <a:moveTo>
                    <a:pt x="546100" y="396875"/>
                  </a:moveTo>
                  <a:cubicBezTo>
                    <a:pt x="586227" y="396875"/>
                    <a:pt x="618763" y="429691"/>
                    <a:pt x="618763" y="469719"/>
                  </a:cubicBezTo>
                  <a:cubicBezTo>
                    <a:pt x="618763" y="509748"/>
                    <a:pt x="586227" y="542564"/>
                    <a:pt x="546100" y="542564"/>
                  </a:cubicBezTo>
                  <a:cubicBezTo>
                    <a:pt x="505972" y="542564"/>
                    <a:pt x="473075" y="509748"/>
                    <a:pt x="473075" y="469719"/>
                  </a:cubicBezTo>
                  <a:cubicBezTo>
                    <a:pt x="473075" y="429691"/>
                    <a:pt x="505972" y="396875"/>
                    <a:pt x="546100" y="396875"/>
                  </a:cubicBezTo>
                  <a:close/>
                  <a:moveTo>
                    <a:pt x="548910" y="179253"/>
                  </a:moveTo>
                  <a:cubicBezTo>
                    <a:pt x="503132" y="179253"/>
                    <a:pt x="456272" y="191134"/>
                    <a:pt x="410854" y="214896"/>
                  </a:cubicBezTo>
                  <a:cubicBezTo>
                    <a:pt x="374087" y="234338"/>
                    <a:pt x="343809" y="264581"/>
                    <a:pt x="324344" y="302744"/>
                  </a:cubicBezTo>
                  <a:cubicBezTo>
                    <a:pt x="255857" y="435956"/>
                    <a:pt x="300193" y="552966"/>
                    <a:pt x="364715" y="618132"/>
                  </a:cubicBezTo>
                  <a:cubicBezTo>
                    <a:pt x="410133" y="664216"/>
                    <a:pt x="435005" y="726141"/>
                    <a:pt x="435005" y="792387"/>
                  </a:cubicBezTo>
                  <a:cubicBezTo>
                    <a:pt x="435005" y="794547"/>
                    <a:pt x="436807" y="796347"/>
                    <a:pt x="438970" y="796347"/>
                  </a:cubicBezTo>
                  <a:lnTo>
                    <a:pt x="524039" y="796347"/>
                  </a:lnTo>
                  <a:lnTo>
                    <a:pt x="524039" y="619572"/>
                  </a:lnTo>
                  <a:cubicBezTo>
                    <a:pt x="524039" y="606250"/>
                    <a:pt x="534853" y="595450"/>
                    <a:pt x="548190" y="595450"/>
                  </a:cubicBezTo>
                  <a:cubicBezTo>
                    <a:pt x="561887" y="595450"/>
                    <a:pt x="572340" y="606250"/>
                    <a:pt x="572340" y="619572"/>
                  </a:cubicBezTo>
                  <a:lnTo>
                    <a:pt x="572340" y="796347"/>
                  </a:lnTo>
                  <a:lnTo>
                    <a:pt x="658130" y="796347"/>
                  </a:lnTo>
                  <a:cubicBezTo>
                    <a:pt x="660293" y="796347"/>
                    <a:pt x="662095" y="794547"/>
                    <a:pt x="662095" y="792387"/>
                  </a:cubicBezTo>
                  <a:cubicBezTo>
                    <a:pt x="662095" y="726141"/>
                    <a:pt x="686967" y="664216"/>
                    <a:pt x="732745" y="617771"/>
                  </a:cubicBezTo>
                  <a:cubicBezTo>
                    <a:pt x="780326" y="569527"/>
                    <a:pt x="807000" y="505082"/>
                    <a:pt x="807000" y="437036"/>
                  </a:cubicBezTo>
                  <a:cubicBezTo>
                    <a:pt x="807000" y="345948"/>
                    <a:pt x="760140" y="263501"/>
                    <a:pt x="681920" y="216337"/>
                  </a:cubicBezTo>
                  <a:cubicBezTo>
                    <a:pt x="641188" y="191494"/>
                    <a:pt x="595770" y="179253"/>
                    <a:pt x="548910" y="179253"/>
                  </a:cubicBezTo>
                  <a:close/>
                  <a:moveTo>
                    <a:pt x="552019" y="130649"/>
                  </a:moveTo>
                  <a:cubicBezTo>
                    <a:pt x="606404" y="131189"/>
                    <a:pt x="659391" y="145950"/>
                    <a:pt x="707152" y="174933"/>
                  </a:cubicBezTo>
                  <a:cubicBezTo>
                    <a:pt x="751489" y="201575"/>
                    <a:pt x="788616" y="239739"/>
                    <a:pt x="814569" y="284382"/>
                  </a:cubicBezTo>
                  <a:cubicBezTo>
                    <a:pt x="841243" y="330826"/>
                    <a:pt x="855301" y="383391"/>
                    <a:pt x="855301" y="437036"/>
                  </a:cubicBezTo>
                  <a:cubicBezTo>
                    <a:pt x="855301" y="518043"/>
                    <a:pt x="823941" y="594009"/>
                    <a:pt x="767349" y="651974"/>
                  </a:cubicBezTo>
                  <a:cubicBezTo>
                    <a:pt x="730582" y="689058"/>
                    <a:pt x="710397" y="739102"/>
                    <a:pt x="710397" y="792387"/>
                  </a:cubicBezTo>
                  <a:cubicBezTo>
                    <a:pt x="710397" y="810748"/>
                    <a:pt x="701025" y="826950"/>
                    <a:pt x="686606" y="836311"/>
                  </a:cubicBezTo>
                  <a:lnTo>
                    <a:pt x="686606" y="917678"/>
                  </a:lnTo>
                  <a:cubicBezTo>
                    <a:pt x="686606" y="963042"/>
                    <a:pt x="649839" y="999765"/>
                    <a:pt x="604421" y="999765"/>
                  </a:cubicBezTo>
                  <a:lnTo>
                    <a:pt x="497725" y="999765"/>
                  </a:lnTo>
                  <a:cubicBezTo>
                    <a:pt x="452307" y="999765"/>
                    <a:pt x="415180" y="963042"/>
                    <a:pt x="415180" y="917678"/>
                  </a:cubicBezTo>
                  <a:lnTo>
                    <a:pt x="415180" y="838831"/>
                  </a:lnTo>
                  <a:cubicBezTo>
                    <a:pt x="398238" y="830550"/>
                    <a:pt x="386703" y="812908"/>
                    <a:pt x="386703" y="792387"/>
                  </a:cubicBezTo>
                  <a:cubicBezTo>
                    <a:pt x="386703" y="739102"/>
                    <a:pt x="366518" y="689058"/>
                    <a:pt x="329751" y="651974"/>
                  </a:cubicBezTo>
                  <a:cubicBezTo>
                    <a:pt x="284693" y="606250"/>
                    <a:pt x="255857" y="548645"/>
                    <a:pt x="245764" y="485640"/>
                  </a:cubicBezTo>
                  <a:cubicBezTo>
                    <a:pt x="234950" y="417954"/>
                    <a:pt x="247206" y="347028"/>
                    <a:pt x="281089" y="280422"/>
                  </a:cubicBezTo>
                  <a:cubicBezTo>
                    <a:pt x="305240" y="233618"/>
                    <a:pt x="342367" y="196175"/>
                    <a:pt x="388506" y="171693"/>
                  </a:cubicBezTo>
                  <a:cubicBezTo>
                    <a:pt x="441854" y="143790"/>
                    <a:pt x="497635" y="130109"/>
                    <a:pt x="552019" y="130649"/>
                  </a:cubicBezTo>
                  <a:close/>
                  <a:moveTo>
                    <a:pt x="755759" y="35763"/>
                  </a:moveTo>
                  <a:cubicBezTo>
                    <a:pt x="761920" y="35763"/>
                    <a:pt x="768171" y="38187"/>
                    <a:pt x="772993" y="43037"/>
                  </a:cubicBezTo>
                  <a:cubicBezTo>
                    <a:pt x="782280" y="52376"/>
                    <a:pt x="782280" y="67463"/>
                    <a:pt x="772993" y="77162"/>
                  </a:cubicBezTo>
                  <a:lnTo>
                    <a:pt x="725844" y="124219"/>
                  </a:lnTo>
                  <a:cubicBezTo>
                    <a:pt x="721201" y="128889"/>
                    <a:pt x="715129" y="131404"/>
                    <a:pt x="709057" y="131404"/>
                  </a:cubicBezTo>
                  <a:cubicBezTo>
                    <a:pt x="702984" y="131404"/>
                    <a:pt x="696555" y="128889"/>
                    <a:pt x="691912" y="124219"/>
                  </a:cubicBezTo>
                  <a:cubicBezTo>
                    <a:pt x="682625" y="114880"/>
                    <a:pt x="682625" y="99433"/>
                    <a:pt x="691912" y="90094"/>
                  </a:cubicBezTo>
                  <a:lnTo>
                    <a:pt x="739060" y="43037"/>
                  </a:lnTo>
                  <a:cubicBezTo>
                    <a:pt x="743525" y="38187"/>
                    <a:pt x="749597" y="35763"/>
                    <a:pt x="755759" y="35763"/>
                  </a:cubicBezTo>
                  <a:close/>
                  <a:moveTo>
                    <a:pt x="337725" y="35754"/>
                  </a:moveTo>
                  <a:cubicBezTo>
                    <a:pt x="343962" y="35754"/>
                    <a:pt x="350199" y="38170"/>
                    <a:pt x="354899" y="43001"/>
                  </a:cubicBezTo>
                  <a:lnTo>
                    <a:pt x="402626" y="90245"/>
                  </a:lnTo>
                  <a:cubicBezTo>
                    <a:pt x="412388" y="99551"/>
                    <a:pt x="412388" y="114941"/>
                    <a:pt x="402626" y="124247"/>
                  </a:cubicBezTo>
                  <a:cubicBezTo>
                    <a:pt x="397926" y="128899"/>
                    <a:pt x="391779" y="131405"/>
                    <a:pt x="385632" y="131405"/>
                  </a:cubicBezTo>
                  <a:cubicBezTo>
                    <a:pt x="379486" y="131405"/>
                    <a:pt x="373339" y="128899"/>
                    <a:pt x="368277" y="124247"/>
                  </a:cubicBezTo>
                  <a:lnTo>
                    <a:pt x="320551" y="76645"/>
                  </a:lnTo>
                  <a:cubicBezTo>
                    <a:pt x="311150" y="67339"/>
                    <a:pt x="311150" y="51949"/>
                    <a:pt x="320551" y="43001"/>
                  </a:cubicBezTo>
                  <a:cubicBezTo>
                    <a:pt x="325251" y="38170"/>
                    <a:pt x="331488" y="35754"/>
                    <a:pt x="337725" y="35754"/>
                  </a:cubicBezTo>
                  <a:close/>
                  <a:moveTo>
                    <a:pt x="548481" y="0"/>
                  </a:moveTo>
                  <a:cubicBezTo>
                    <a:pt x="561869" y="0"/>
                    <a:pt x="572725" y="10417"/>
                    <a:pt x="572725" y="24067"/>
                  </a:cubicBezTo>
                  <a:lnTo>
                    <a:pt x="572725" y="73998"/>
                  </a:lnTo>
                  <a:cubicBezTo>
                    <a:pt x="572725" y="87289"/>
                    <a:pt x="561869" y="98066"/>
                    <a:pt x="548481" y="98066"/>
                  </a:cubicBezTo>
                  <a:cubicBezTo>
                    <a:pt x="535092" y="98066"/>
                    <a:pt x="523875" y="87289"/>
                    <a:pt x="523875" y="73998"/>
                  </a:cubicBezTo>
                  <a:lnTo>
                    <a:pt x="523875" y="24067"/>
                  </a:lnTo>
                  <a:cubicBezTo>
                    <a:pt x="523875" y="10417"/>
                    <a:pt x="535092" y="0"/>
                    <a:pt x="548481" y="0"/>
                  </a:cubicBezTo>
                  <a:close/>
                </a:path>
              </a:pathLst>
            </a:custGeom>
            <a:solidFill>
              <a:schemeClr val="bg2">
                <a:lumMod val="75000"/>
              </a:schemeClr>
            </a:solidFill>
            <a:ln>
              <a:noFill/>
            </a:ln>
            <a:effectLst/>
          </p:spPr>
          <p:txBody>
            <a:bodyPr wrap="square" anchor="ctr">
              <a:noAutofit/>
            </a:bodyPr>
            <a:lstStyle/>
            <a:p>
              <a:endParaRPr lang="en-US" sz="900" dirty="0">
                <a:latin typeface="Work Sans Light" pitchFamily="2" charset="0"/>
              </a:endParaRPr>
            </a:p>
          </p:txBody>
        </p:sp>
      </p:grpSp>
      <p:grpSp>
        <p:nvGrpSpPr>
          <p:cNvPr id="37" name="Group 36">
            <a:extLst>
              <a:ext uri="{FF2B5EF4-FFF2-40B4-BE49-F238E27FC236}">
                <a16:creationId xmlns:a16="http://schemas.microsoft.com/office/drawing/2014/main" id="{239DA818-4338-8261-DF3F-E8AE96685ADF}"/>
              </a:ext>
            </a:extLst>
          </p:cNvPr>
          <p:cNvGrpSpPr/>
          <p:nvPr/>
        </p:nvGrpSpPr>
        <p:grpSpPr>
          <a:xfrm>
            <a:off x="1339077" y="1293086"/>
            <a:ext cx="9314281" cy="1130376"/>
            <a:chOff x="1412098" y="1503106"/>
            <a:chExt cx="9314281" cy="864001"/>
          </a:xfrm>
        </p:grpSpPr>
        <p:sp>
          <p:nvSpPr>
            <p:cNvPr id="10" name="Rectangle 9">
              <a:extLst>
                <a:ext uri="{FF2B5EF4-FFF2-40B4-BE49-F238E27FC236}">
                  <a16:creationId xmlns:a16="http://schemas.microsoft.com/office/drawing/2014/main" id="{F49CD695-FACF-E9FF-65BC-8C1DEA1019FB}"/>
                </a:ext>
                <a:ext uri="{C183D7F6-B498-43B3-948B-1728B52AA6E4}">
                  <adec:decorative xmlns:adec="http://schemas.microsoft.com/office/drawing/2017/decorative" val="1"/>
                </a:ext>
              </a:extLst>
            </p:cNvPr>
            <p:cNvSpPr/>
            <p:nvPr/>
          </p:nvSpPr>
          <p:spPr>
            <a:xfrm>
              <a:off x="4704342" y="1503106"/>
              <a:ext cx="6022037" cy="86400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Work Sans Light" pitchFamily="2" charset="0"/>
              </a:endParaRPr>
            </a:p>
          </p:txBody>
        </p:sp>
        <p:sp>
          <p:nvSpPr>
            <p:cNvPr id="11" name="Pentagon 1">
              <a:extLst>
                <a:ext uri="{FF2B5EF4-FFF2-40B4-BE49-F238E27FC236}">
                  <a16:creationId xmlns:a16="http://schemas.microsoft.com/office/drawing/2014/main" id="{1FB4D30D-5CC3-0C00-B9D7-6FB1BB7675AC}"/>
                </a:ext>
                <a:ext uri="{C183D7F6-B498-43B3-948B-1728B52AA6E4}">
                  <adec:decorative xmlns:adec="http://schemas.microsoft.com/office/drawing/2017/decorative" val="1"/>
                </a:ext>
              </a:extLst>
            </p:cNvPr>
            <p:cNvSpPr/>
            <p:nvPr/>
          </p:nvSpPr>
          <p:spPr>
            <a:xfrm>
              <a:off x="2418946" y="1503107"/>
              <a:ext cx="2853289" cy="864000"/>
            </a:xfrm>
            <a:prstGeom prst="homePlat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Work Sans Light" pitchFamily="2" charset="0"/>
              </a:endParaRPr>
            </a:p>
          </p:txBody>
        </p:sp>
        <p:sp>
          <p:nvSpPr>
            <p:cNvPr id="16" name="TextBox 15">
              <a:extLst>
                <a:ext uri="{FF2B5EF4-FFF2-40B4-BE49-F238E27FC236}">
                  <a16:creationId xmlns:a16="http://schemas.microsoft.com/office/drawing/2014/main" id="{15F1BF00-B74C-F743-5094-E6AD47DDEBAA}"/>
                </a:ext>
              </a:extLst>
            </p:cNvPr>
            <p:cNvSpPr txBox="1"/>
            <p:nvPr/>
          </p:nvSpPr>
          <p:spPr>
            <a:xfrm>
              <a:off x="2542552" y="1777750"/>
              <a:ext cx="1784463" cy="338554"/>
            </a:xfrm>
            <a:prstGeom prst="rect">
              <a:avLst/>
            </a:prstGeom>
            <a:noFill/>
          </p:spPr>
          <p:txBody>
            <a:bodyPr wrap="none" rtlCol="0" anchor="ctr">
              <a:spAutoFit/>
            </a:bodyPr>
            <a:lstStyle/>
            <a:p>
              <a:pPr algn="ctr"/>
              <a:r>
                <a:rPr lang="en-US" sz="1600" b="1" dirty="0">
                  <a:solidFill>
                    <a:schemeClr val="bg1"/>
                  </a:solidFill>
                  <a:latin typeface="+mj-lt"/>
                  <a:cs typeface="Poppins" pitchFamily="2" charset="77"/>
                </a:rPr>
                <a:t>State Reporting</a:t>
              </a:r>
            </a:p>
          </p:txBody>
        </p:sp>
        <p:sp>
          <p:nvSpPr>
            <p:cNvPr id="26" name="Subtitle 2">
              <a:extLst>
                <a:ext uri="{FF2B5EF4-FFF2-40B4-BE49-F238E27FC236}">
                  <a16:creationId xmlns:a16="http://schemas.microsoft.com/office/drawing/2014/main" id="{C6C114C5-DEEC-7D30-3854-EB1AF1E858CF}"/>
                </a:ext>
              </a:extLst>
            </p:cNvPr>
            <p:cNvSpPr txBox="1">
              <a:spLocks/>
            </p:cNvSpPr>
            <p:nvPr/>
          </p:nvSpPr>
          <p:spPr>
            <a:xfrm>
              <a:off x="5474209" y="1592713"/>
              <a:ext cx="5252170" cy="719171"/>
            </a:xfrm>
            <a:prstGeom prst="rect">
              <a:avLst/>
            </a:prstGeom>
          </p:spPr>
          <p:txBody>
            <a:bodyPr vert="horz" wrap="squar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750"/>
                </a:lnSpc>
              </a:pPr>
              <a:r>
                <a:rPr lang="en-US" sz="1200" dirty="0">
                  <a:solidFill>
                    <a:schemeClr val="bg1"/>
                  </a:solidFill>
                  <a:latin typeface="+mn-lt"/>
                  <a:ea typeface="Lato" panose="020F0502020204030203" pitchFamily="34" charset="0"/>
                  <a:cs typeface="Lato" panose="020F0502020204030203" pitchFamily="34" charset="0"/>
                </a:rPr>
                <a:t>States must submit initial reports after ratifying a treaty, followed by periodic reports. Includes dialogue with states followed by concluding observations and recommendations.</a:t>
              </a:r>
            </a:p>
          </p:txBody>
        </p:sp>
        <p:pic>
          <p:nvPicPr>
            <p:cNvPr id="31" name="Graphic 30">
              <a:extLst>
                <a:ext uri="{FF2B5EF4-FFF2-40B4-BE49-F238E27FC236}">
                  <a16:creationId xmlns:a16="http://schemas.microsoft.com/office/drawing/2014/main" id="{81514001-1EF7-7957-ECAD-84369F656D5B}"/>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12098" y="1682577"/>
              <a:ext cx="675903" cy="583413"/>
            </a:xfrm>
            <a:prstGeom prst="rect">
              <a:avLst/>
            </a:prstGeom>
          </p:spPr>
        </p:pic>
      </p:grpSp>
      <p:grpSp>
        <p:nvGrpSpPr>
          <p:cNvPr id="35" name="Group 34">
            <a:extLst>
              <a:ext uri="{FF2B5EF4-FFF2-40B4-BE49-F238E27FC236}">
                <a16:creationId xmlns:a16="http://schemas.microsoft.com/office/drawing/2014/main" id="{B5566D40-A590-3336-838B-B5530DCD19D2}"/>
              </a:ext>
            </a:extLst>
          </p:cNvPr>
          <p:cNvGrpSpPr/>
          <p:nvPr/>
        </p:nvGrpSpPr>
        <p:grpSpPr>
          <a:xfrm>
            <a:off x="1257906" y="3854188"/>
            <a:ext cx="9395454" cy="1400006"/>
            <a:chOff x="1330926" y="3462298"/>
            <a:chExt cx="9395454" cy="915379"/>
          </a:xfrm>
        </p:grpSpPr>
        <p:sp>
          <p:nvSpPr>
            <p:cNvPr id="8" name="Rectangle 7">
              <a:extLst>
                <a:ext uri="{FF2B5EF4-FFF2-40B4-BE49-F238E27FC236}">
                  <a16:creationId xmlns:a16="http://schemas.microsoft.com/office/drawing/2014/main" id="{8FF2FC66-A1E5-9603-BF8C-67CF323A24F3}"/>
                </a:ext>
                <a:ext uri="{C183D7F6-B498-43B3-948B-1728B52AA6E4}">
                  <adec:decorative xmlns:adec="http://schemas.microsoft.com/office/drawing/2017/decorative" val="1"/>
                </a:ext>
              </a:extLst>
            </p:cNvPr>
            <p:cNvSpPr/>
            <p:nvPr/>
          </p:nvSpPr>
          <p:spPr>
            <a:xfrm>
              <a:off x="4577398" y="3476067"/>
              <a:ext cx="6148982" cy="864000"/>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Work Sans Light" pitchFamily="2" charset="0"/>
              </a:endParaRPr>
            </a:p>
          </p:txBody>
        </p:sp>
        <p:sp>
          <p:nvSpPr>
            <p:cNvPr id="13" name="Pentagon 3">
              <a:extLst>
                <a:ext uri="{FF2B5EF4-FFF2-40B4-BE49-F238E27FC236}">
                  <a16:creationId xmlns:a16="http://schemas.microsoft.com/office/drawing/2014/main" id="{EF3AFD01-C9A4-9A96-B63A-611FBC64C4F9}"/>
                </a:ext>
                <a:ext uri="{C183D7F6-B498-43B3-948B-1728B52AA6E4}">
                  <adec:decorative xmlns:adec="http://schemas.microsoft.com/office/drawing/2017/decorative" val="1"/>
                </a:ext>
              </a:extLst>
            </p:cNvPr>
            <p:cNvSpPr/>
            <p:nvPr/>
          </p:nvSpPr>
          <p:spPr>
            <a:xfrm>
              <a:off x="2418946" y="3476067"/>
              <a:ext cx="2853289" cy="864000"/>
            </a:xfrm>
            <a:prstGeom prst="homePlat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Work Sans Light" pitchFamily="2" charset="0"/>
              </a:endParaRPr>
            </a:p>
          </p:txBody>
        </p:sp>
        <p:sp>
          <p:nvSpPr>
            <p:cNvPr id="18" name="TextBox 17">
              <a:extLst>
                <a:ext uri="{FF2B5EF4-FFF2-40B4-BE49-F238E27FC236}">
                  <a16:creationId xmlns:a16="http://schemas.microsoft.com/office/drawing/2014/main" id="{1DB54E5D-1772-AE16-EC68-0EBFE6FC23A1}"/>
                </a:ext>
              </a:extLst>
            </p:cNvPr>
            <p:cNvSpPr txBox="1"/>
            <p:nvPr/>
          </p:nvSpPr>
          <p:spPr>
            <a:xfrm>
              <a:off x="2522334" y="3635342"/>
              <a:ext cx="2388515" cy="584775"/>
            </a:xfrm>
            <a:prstGeom prst="rect">
              <a:avLst/>
            </a:prstGeom>
            <a:noFill/>
          </p:spPr>
          <p:txBody>
            <a:bodyPr wrap="square" rtlCol="0" anchor="ctr">
              <a:spAutoFit/>
            </a:bodyPr>
            <a:lstStyle/>
            <a:p>
              <a:pPr algn="ctr"/>
              <a:r>
                <a:rPr lang="en-US" sz="1600" b="1" dirty="0">
                  <a:solidFill>
                    <a:schemeClr val="bg1"/>
                  </a:solidFill>
                  <a:latin typeface="+mj-lt"/>
                  <a:cs typeface="Poppins" pitchFamily="2" charset="77"/>
                </a:rPr>
                <a:t>Individual Complaints Procedures</a:t>
              </a:r>
            </a:p>
          </p:txBody>
        </p:sp>
        <p:sp>
          <p:nvSpPr>
            <p:cNvPr id="28" name="Subtitle 2">
              <a:extLst>
                <a:ext uri="{FF2B5EF4-FFF2-40B4-BE49-F238E27FC236}">
                  <a16:creationId xmlns:a16="http://schemas.microsoft.com/office/drawing/2014/main" id="{29386155-6900-E4D8-09A6-FD000BDA4CC9}"/>
                </a:ext>
              </a:extLst>
            </p:cNvPr>
            <p:cNvSpPr txBox="1">
              <a:spLocks/>
            </p:cNvSpPr>
            <p:nvPr/>
          </p:nvSpPr>
          <p:spPr>
            <a:xfrm>
              <a:off x="5474209" y="3462298"/>
              <a:ext cx="5252169" cy="915379"/>
            </a:xfrm>
            <a:prstGeom prst="rect">
              <a:avLst/>
            </a:prstGeom>
          </p:spPr>
          <p:txBody>
            <a:bodyPr vert="horz" wrap="squar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r>
                <a:rPr lang="en-US" sz="1200" dirty="0">
                  <a:solidFill>
                    <a:schemeClr val="bg1"/>
                  </a:solidFill>
                  <a:latin typeface="+mn-lt"/>
                  <a:ea typeface="Lato" panose="020F0502020204030203" pitchFamily="34" charset="0"/>
                  <a:cs typeface="Lato" panose="020F0502020204030203" pitchFamily="34" charset="0"/>
                </a:rPr>
                <a:t>Written, confidential proceedings modeled on judicial practice.  Full opportunity for both parties to respond to pleadings.  Adoption of "views" Published jurisprudence used for authoritative treaty interpretation.</a:t>
              </a:r>
            </a:p>
          </p:txBody>
        </p:sp>
        <p:pic>
          <p:nvPicPr>
            <p:cNvPr id="32" name="Graphic 31">
              <a:extLst>
                <a:ext uri="{FF2B5EF4-FFF2-40B4-BE49-F238E27FC236}">
                  <a16:creationId xmlns:a16="http://schemas.microsoft.com/office/drawing/2014/main" id="{24B05BB1-F3F5-03A0-7D22-3C633C3D087C}"/>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30926" y="3607429"/>
              <a:ext cx="855673" cy="697708"/>
            </a:xfrm>
            <a:prstGeom prst="rect">
              <a:avLst/>
            </a:prstGeom>
          </p:spPr>
        </p:pic>
      </p:grpSp>
      <p:pic>
        <p:nvPicPr>
          <p:cNvPr id="33" name="Graphic 32">
            <a:extLst>
              <a:ext uri="{FF2B5EF4-FFF2-40B4-BE49-F238E27FC236}">
                <a16:creationId xmlns:a16="http://schemas.microsoft.com/office/drawing/2014/main" id="{72B9BECA-6AA3-56E4-F7D5-6FC3504B2901}"/>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32328" y="5556672"/>
            <a:ext cx="855673" cy="905299"/>
          </a:xfrm>
          <a:prstGeom prst="rect">
            <a:avLst/>
          </a:prstGeom>
        </p:spPr>
      </p:pic>
    </p:spTree>
    <p:extLst>
      <p:ext uri="{BB962C8B-B14F-4D97-AF65-F5344CB8AC3E}">
        <p14:creationId xmlns:p14="http://schemas.microsoft.com/office/powerpoint/2010/main" val="22231189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8790DF-ECD8-FE81-3756-A80CA84C42F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A3A323C-C9B9-A9FE-9FB9-7EB9F004EDDE}"/>
              </a:ext>
            </a:extLst>
          </p:cNvPr>
          <p:cNvSpPr>
            <a:spLocks noGrp="1"/>
          </p:cNvSpPr>
          <p:nvPr>
            <p:ph type="title"/>
          </p:nvPr>
        </p:nvSpPr>
        <p:spPr>
          <a:xfrm>
            <a:off x="623418" y="360041"/>
            <a:ext cx="8956211" cy="538616"/>
          </a:xfrm>
        </p:spPr>
        <p:txBody>
          <a:bodyPr>
            <a:normAutofit fontScale="90000"/>
          </a:bodyPr>
          <a:lstStyle/>
          <a:p>
            <a:r>
              <a:rPr lang="en-US" dirty="0"/>
              <a:t>International Human Rights Machinery</a:t>
            </a:r>
            <a:br>
              <a:rPr lang="en-US" dirty="0"/>
            </a:br>
            <a:endParaRPr lang="en-US" dirty="0"/>
          </a:p>
        </p:txBody>
      </p:sp>
      <p:sp>
        <p:nvSpPr>
          <p:cNvPr id="20" name="Text Placeholder 19">
            <a:extLst>
              <a:ext uri="{FF2B5EF4-FFF2-40B4-BE49-F238E27FC236}">
                <a16:creationId xmlns:a16="http://schemas.microsoft.com/office/drawing/2014/main" id="{0211914E-8214-D9CC-19BB-3031C2D29093}"/>
              </a:ext>
            </a:extLst>
          </p:cNvPr>
          <p:cNvSpPr>
            <a:spLocks noGrp="1"/>
          </p:cNvSpPr>
          <p:nvPr>
            <p:ph type="body" sz="quarter" idx="13"/>
          </p:nvPr>
        </p:nvSpPr>
        <p:spPr/>
        <p:txBody>
          <a:bodyPr/>
          <a:lstStyle/>
          <a:p>
            <a:r>
              <a:rPr lang="en-US" dirty="0"/>
              <a:t>Treaty-Based Mechanisms – Legal nature of Outputs </a:t>
            </a:r>
            <a:endParaRPr lang="en-AU" dirty="0"/>
          </a:p>
          <a:p>
            <a:endParaRPr lang="en-US" dirty="0"/>
          </a:p>
        </p:txBody>
      </p:sp>
      <p:sp>
        <p:nvSpPr>
          <p:cNvPr id="21" name="TextBox 20">
            <a:extLst>
              <a:ext uri="{FF2B5EF4-FFF2-40B4-BE49-F238E27FC236}">
                <a16:creationId xmlns:a16="http://schemas.microsoft.com/office/drawing/2014/main" id="{82A39277-DE0F-0AD6-71CC-32F97C946E70}"/>
              </a:ext>
            </a:extLst>
          </p:cNvPr>
          <p:cNvSpPr txBox="1"/>
          <p:nvPr/>
        </p:nvSpPr>
        <p:spPr>
          <a:xfrm>
            <a:off x="623418" y="1636295"/>
            <a:ext cx="8117305" cy="400110"/>
          </a:xfrm>
          <a:prstGeom prst="rect">
            <a:avLst/>
          </a:prstGeom>
          <a:noFill/>
        </p:spPr>
        <p:txBody>
          <a:bodyPr wrap="square" rtlCol="0">
            <a:spAutoFit/>
          </a:bodyPr>
          <a:lstStyle/>
          <a:p>
            <a:r>
              <a:rPr lang="en-US" sz="2000" dirty="0">
                <a:latin typeface="Work Sans Light" pitchFamily="2" charset="0"/>
              </a:rPr>
              <a:t>Treaty body decisions are not binding but carry significant weight. </a:t>
            </a:r>
            <a:endParaRPr lang="en-US" sz="2000" b="1" dirty="0"/>
          </a:p>
        </p:txBody>
      </p:sp>
      <p:sp>
        <p:nvSpPr>
          <p:cNvPr id="22" name="TextBox 21">
            <a:extLst>
              <a:ext uri="{FF2B5EF4-FFF2-40B4-BE49-F238E27FC236}">
                <a16:creationId xmlns:a16="http://schemas.microsoft.com/office/drawing/2014/main" id="{922EC1B9-FAC8-1C15-227E-AE226711D99C}"/>
              </a:ext>
            </a:extLst>
          </p:cNvPr>
          <p:cNvSpPr txBox="1"/>
          <p:nvPr/>
        </p:nvSpPr>
        <p:spPr>
          <a:xfrm>
            <a:off x="623418" y="2274838"/>
            <a:ext cx="11119403" cy="2308324"/>
          </a:xfrm>
          <a:prstGeom prst="rect">
            <a:avLst/>
          </a:prstGeom>
          <a:noFill/>
        </p:spPr>
        <p:txBody>
          <a:bodyPr wrap="square" rtlCol="0">
            <a:spAutoFit/>
          </a:bodyPr>
          <a:lstStyle/>
          <a:p>
            <a:r>
              <a:rPr lang="en-US" b="1" i="1" dirty="0"/>
              <a:t>Ahmadou Sadio Diallo (Republic of Guinea v. Democratic Republic of the Congo)</a:t>
            </a:r>
            <a:r>
              <a:rPr lang="en-US" b="1" dirty="0"/>
              <a:t>, Merits, Judgment, ICJ, 2010, para 66.</a:t>
            </a:r>
          </a:p>
          <a:p>
            <a:endParaRPr lang="en-US" b="1" dirty="0"/>
          </a:p>
          <a:p>
            <a:r>
              <a:rPr lang="en-US" dirty="0"/>
              <a:t>“Although the Court is in no way obliged, in the exercise of its judicial functions, to model its own interpretation of the Covenant on that of the Committee, it believes that it should ascribe great weight to the interpretation adopted by this independent body that was established specifically to supervise the application of that treaty. The point here is to achieve the necessary clarity and the essential consistency of international law, as well as legal security…”</a:t>
            </a:r>
          </a:p>
        </p:txBody>
      </p:sp>
      <p:sp>
        <p:nvSpPr>
          <p:cNvPr id="23" name="TextBox 22">
            <a:extLst>
              <a:ext uri="{FF2B5EF4-FFF2-40B4-BE49-F238E27FC236}">
                <a16:creationId xmlns:a16="http://schemas.microsoft.com/office/drawing/2014/main" id="{CE809E5E-9F46-01C1-F2F7-C6056E70938E}"/>
              </a:ext>
            </a:extLst>
          </p:cNvPr>
          <p:cNvSpPr txBox="1"/>
          <p:nvPr/>
        </p:nvSpPr>
        <p:spPr>
          <a:xfrm>
            <a:off x="770021" y="5277853"/>
            <a:ext cx="10539663" cy="923330"/>
          </a:xfrm>
          <a:prstGeom prst="rect">
            <a:avLst/>
          </a:prstGeom>
          <a:noFill/>
        </p:spPr>
        <p:txBody>
          <a:bodyPr wrap="square" rtlCol="0">
            <a:spAutoFit/>
          </a:bodyPr>
          <a:lstStyle/>
          <a:p>
            <a:r>
              <a:rPr lang="en-US" dirty="0"/>
              <a:t>See also, </a:t>
            </a:r>
            <a:r>
              <a:rPr lang="en-US" b="1" i="1" dirty="0"/>
              <a:t>Application of the International Convention on the Elimination of All Forms of Racial Discrimination (Qatar V. United Arab Emirates) </a:t>
            </a:r>
            <a:r>
              <a:rPr lang="en-US" b="1" dirty="0"/>
              <a:t>(Preliminary Objections), ICJ, 2021, para 101. </a:t>
            </a:r>
          </a:p>
        </p:txBody>
      </p:sp>
    </p:spTree>
    <p:extLst>
      <p:ext uri="{BB962C8B-B14F-4D97-AF65-F5344CB8AC3E}">
        <p14:creationId xmlns:p14="http://schemas.microsoft.com/office/powerpoint/2010/main" val="3720555434"/>
      </p:ext>
    </p:extLst>
  </p:cSld>
  <p:clrMapOvr>
    <a:masterClrMapping/>
  </p:clrMapOvr>
</p:sld>
</file>

<file path=ppt/theme/theme1.xml><?xml version="1.0" encoding="utf-8"?>
<a:theme xmlns:a="http://schemas.openxmlformats.org/drawingml/2006/main" name="Office Theme">
  <a:themeElements>
    <a:clrScheme name="MQ">
      <a:dk1>
        <a:sysClr val="windowText" lastClr="000000"/>
      </a:dk1>
      <a:lt1>
        <a:sysClr val="window" lastClr="FFFFFF"/>
      </a:lt1>
      <a:dk2>
        <a:srgbClr val="373A36"/>
      </a:dk2>
      <a:lt2>
        <a:srgbClr val="A6192E"/>
      </a:lt2>
      <a:accent1>
        <a:srgbClr val="EAE8E1"/>
      </a:accent1>
      <a:accent2>
        <a:srgbClr val="80225F"/>
      </a:accent2>
      <a:accent3>
        <a:srgbClr val="76232F"/>
      </a:accent3>
      <a:accent4>
        <a:srgbClr val="D6001C"/>
      </a:accent4>
      <a:accent5>
        <a:srgbClr val="C6007E"/>
      </a:accent5>
      <a:accent6>
        <a:srgbClr val="7F7F7F"/>
      </a:accent6>
      <a:hlink>
        <a:srgbClr val="A6192E"/>
      </a:hlink>
      <a:folHlink>
        <a:srgbClr val="80225F"/>
      </a:folHlink>
    </a:clrScheme>
    <a:fontScheme name="MU PPT 2024">
      <a:majorFont>
        <a:latin typeface="Work Sans Bold"/>
        <a:ea typeface=""/>
        <a:cs typeface=""/>
      </a:majorFont>
      <a:minorFont>
        <a:latin typeface="Work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cquarie University PowerPoint template" id="{AC548BF2-8F30-4E84-B243-105A08A1DCE4}" vid="{9E431089-73A2-4868-8403-5A07D36FD54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504940b-6da4-4391-b89d-7ea1b503135d" xsi:nil="true"/>
    <lcf76f155ced4ddcb4097134ff3c332f xmlns="1f489cd5-4011-471a-b816-7910a3a483d7">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2F21E68C590DF4FA2893637BABE4219" ma:contentTypeVersion="13" ma:contentTypeDescription="Create a new document." ma:contentTypeScope="" ma:versionID="b9857a2b6dcbd221de0cce105b5b59bb">
  <xsd:schema xmlns:xsd="http://www.w3.org/2001/XMLSchema" xmlns:xs="http://www.w3.org/2001/XMLSchema" xmlns:p="http://schemas.microsoft.com/office/2006/metadata/properties" xmlns:ns2="1f489cd5-4011-471a-b816-7910a3a483d7" xmlns:ns3="d504940b-6da4-4391-b89d-7ea1b503135d" targetNamespace="http://schemas.microsoft.com/office/2006/metadata/properties" ma:root="true" ma:fieldsID="f00f0d60145391fc5bb4ea1ab0d39a11" ns2:_="" ns3:_="">
    <xsd:import namespace="1f489cd5-4011-471a-b816-7910a3a483d7"/>
    <xsd:import namespace="d504940b-6da4-4391-b89d-7ea1b503135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489cd5-4011-471a-b816-7910a3a483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0f0fa888-949a-464e-a270-b091e030d5a3"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04940b-6da4-4391-b89d-7ea1b503135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d326a50-ac0d-4633-8fa3-33004e3f7332}" ma:internalName="TaxCatchAll" ma:showField="CatchAllData" ma:web="d504940b-6da4-4391-b89d-7ea1b503135d">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0067A75-EF7D-40CC-B3BB-162E2395ECC3}">
  <ds:schemaRefs>
    <ds:schemaRef ds:uri="http://schemas.microsoft.com/office/2006/documentManagement/types"/>
    <ds:schemaRef ds:uri="d504940b-6da4-4391-b89d-7ea1b503135d"/>
    <ds:schemaRef ds:uri="http://schemas.microsoft.com/office/2006/metadata/properties"/>
    <ds:schemaRef ds:uri="http://www.w3.org/XML/1998/namespace"/>
    <ds:schemaRef ds:uri="http://purl.org/dc/terms/"/>
    <ds:schemaRef ds:uri="http://schemas.microsoft.com/office/infopath/2007/PartnerControls"/>
    <ds:schemaRef ds:uri="http://purl.org/dc/elements/1.1/"/>
    <ds:schemaRef ds:uri="http://purl.org/dc/dcmitype/"/>
    <ds:schemaRef ds:uri="http://schemas.openxmlformats.org/package/2006/metadata/core-properties"/>
    <ds:schemaRef ds:uri="1f489cd5-4011-471a-b816-7910a3a483d7"/>
  </ds:schemaRefs>
</ds:datastoreItem>
</file>

<file path=customXml/itemProps2.xml><?xml version="1.0" encoding="utf-8"?>
<ds:datastoreItem xmlns:ds="http://schemas.openxmlformats.org/officeDocument/2006/customXml" ds:itemID="{23F76A03-1DC6-4EAE-8DB4-69AB8C6C9B4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489cd5-4011-471a-b816-7910a3a483d7"/>
    <ds:schemaRef ds:uri="d504940b-6da4-4391-b89d-7ea1b503135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8997FC9-304A-4FFF-9ED6-0952161CA08B}">
  <ds:schemaRefs>
    <ds:schemaRef ds:uri="http://schemas.microsoft.com/sharepoint/v3/contenttype/forms"/>
  </ds:schemaRefs>
</ds:datastoreItem>
</file>

<file path=docMetadata/LabelInfo.xml><?xml version="1.0" encoding="utf-8"?>
<clbl:labelList xmlns:clbl="http://schemas.microsoft.com/office/2020/mipLabelMetadata">
  <clbl:label id="{82c514c1-a717-4087-be06-d40d2070ad52}" enabled="0" method="" siteId="{82c514c1-a717-4087-be06-d40d2070ad52}" removed="1"/>
</clbl:labelList>
</file>

<file path=docProps/app.xml><?xml version="1.0" encoding="utf-8"?>
<Properties xmlns="http://schemas.openxmlformats.org/officeDocument/2006/extended-properties" xmlns:vt="http://schemas.openxmlformats.org/officeDocument/2006/docPropsVTypes">
  <Template>Office Theme</Template>
  <TotalTime>1770</TotalTime>
  <Words>3174</Words>
  <Application>Microsoft Macintosh PowerPoint</Application>
  <PresentationFormat>Widescreen</PresentationFormat>
  <Paragraphs>305</Paragraphs>
  <Slides>29</Slides>
  <Notes>29</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29</vt:i4>
      </vt:variant>
    </vt:vector>
  </HeadingPairs>
  <TitlesOfParts>
    <vt:vector size="43" baseType="lpstr">
      <vt:lpstr>Arial</vt:lpstr>
      <vt:lpstr>Courier New</vt:lpstr>
      <vt:lpstr>Segoe UI</vt:lpstr>
      <vt:lpstr>Aharoni</vt:lpstr>
      <vt:lpstr>Work Sans Bold</vt:lpstr>
      <vt:lpstr>Arial Nova Cond</vt:lpstr>
      <vt:lpstr>Work Sans</vt:lpstr>
      <vt:lpstr>Work Sans Light</vt:lpstr>
      <vt:lpstr>Speak Pro</vt:lpstr>
      <vt:lpstr>Calibri</vt:lpstr>
      <vt:lpstr>Wingdings</vt:lpstr>
      <vt:lpstr>Lato Light</vt:lpstr>
      <vt:lpstr>League Spartan</vt:lpstr>
      <vt:lpstr>Office Theme</vt:lpstr>
      <vt:lpstr>International Human Rights Law  </vt:lpstr>
      <vt:lpstr>Lecture Summary</vt:lpstr>
      <vt:lpstr>Early Instruments</vt:lpstr>
      <vt:lpstr>History and Foundations</vt:lpstr>
      <vt:lpstr>History and Foundations</vt:lpstr>
      <vt:lpstr>UN and Human Rights</vt:lpstr>
      <vt:lpstr>UN and Human Rights</vt:lpstr>
      <vt:lpstr>UDHR  10 Dec 1948</vt:lpstr>
      <vt:lpstr>UN and Human Rights</vt:lpstr>
      <vt:lpstr>UN and Human Rights </vt:lpstr>
      <vt:lpstr>Sources of HR Obligations</vt:lpstr>
      <vt:lpstr>Generations of Rights</vt:lpstr>
      <vt:lpstr>Key Principles</vt:lpstr>
      <vt:lpstr>Key Principles</vt:lpstr>
      <vt:lpstr>Rights Holders and Duty Bearers </vt:lpstr>
      <vt:lpstr>Rights Holders and Duty Bearers </vt:lpstr>
      <vt:lpstr>Scope of IHRL</vt:lpstr>
      <vt:lpstr>Scope of IHRL</vt:lpstr>
      <vt:lpstr>Derogations in Time of Emergency </vt:lpstr>
      <vt:lpstr>Derogations in Time of Emergency </vt:lpstr>
      <vt:lpstr>Derogations Outside of Emergency </vt:lpstr>
      <vt:lpstr>International Human Rights Machinery </vt:lpstr>
      <vt:lpstr>International Human Rights Machinery </vt:lpstr>
      <vt:lpstr>International Human Rights Machinery </vt:lpstr>
      <vt:lpstr>International Human Rights Machinery </vt:lpstr>
      <vt:lpstr>International Human Rights Machinery </vt:lpstr>
      <vt:lpstr>International Human Rights Machinery </vt:lpstr>
      <vt:lpstr>International Human Rights Machinery </vt:lpstr>
      <vt:lpstr>International Human Rights Machinery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Marie-Eve Loiselle</dc:creator>
  <cp:lastModifiedBy>Marie-Eve Loiselle</cp:lastModifiedBy>
  <cp:revision>2</cp:revision>
  <cp:lastPrinted>2025-05-26T07:31:21Z</cp:lastPrinted>
  <dcterms:created xsi:type="dcterms:W3CDTF">2025-05-25T01:46:18Z</dcterms:created>
  <dcterms:modified xsi:type="dcterms:W3CDTF">2025-05-27T01:15:44Z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0x01010062F21E68C590DF4FA2893637BABE4219</vt:lpwstr>
  </property>
  <property fmtid="{D5CDD505-2E9C-101B-9397-08002B2CF9AE}" pid="3" name="MediaServiceImageTags">
    <vt:lpwstr/>
  </property>
</Properties>
</file>