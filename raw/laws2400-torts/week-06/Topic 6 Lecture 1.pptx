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638" r:id="rId1"/>
  </p:sldMasterIdLst>
  <p:notesMasterIdLst>
    <p:notesMasterId r:id="rId33"/>
  </p:notesMasterIdLst>
  <p:handoutMasterIdLst>
    <p:handoutMasterId r:id="rId34"/>
  </p:handoutMasterIdLst>
  <p:sldIdLst>
    <p:sldId id="303" r:id="rId2"/>
    <p:sldId id="258" r:id="rId3"/>
    <p:sldId id="333" r:id="rId4"/>
    <p:sldId id="336" r:id="rId5"/>
    <p:sldId id="335" r:id="rId6"/>
    <p:sldId id="436" r:id="rId7"/>
    <p:sldId id="437" r:id="rId8"/>
    <p:sldId id="438" r:id="rId9"/>
    <p:sldId id="337" r:id="rId10"/>
    <p:sldId id="353" r:id="rId11"/>
    <p:sldId id="439" r:id="rId12"/>
    <p:sldId id="440" r:id="rId13"/>
    <p:sldId id="441" r:id="rId14"/>
    <p:sldId id="443" r:id="rId15"/>
    <p:sldId id="442" r:id="rId16"/>
    <p:sldId id="457" r:id="rId17"/>
    <p:sldId id="447" r:id="rId18"/>
    <p:sldId id="444" r:id="rId19"/>
    <p:sldId id="459" r:id="rId20"/>
    <p:sldId id="446" r:id="rId21"/>
    <p:sldId id="448" r:id="rId22"/>
    <p:sldId id="449" r:id="rId23"/>
    <p:sldId id="450" r:id="rId24"/>
    <p:sldId id="458" r:id="rId25"/>
    <p:sldId id="451" r:id="rId26"/>
    <p:sldId id="452" r:id="rId27"/>
    <p:sldId id="340" r:id="rId28"/>
    <p:sldId id="381" r:id="rId29"/>
    <p:sldId id="454" r:id="rId30"/>
    <p:sldId id="455" r:id="rId31"/>
    <p:sldId id="45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nnah Harris" initials="HH" lastIdx="8" clrIdx="0">
    <p:extLst>
      <p:ext uri="{19B8F6BF-5375-455C-9EA6-DF929625EA0E}">
        <p15:presenceInfo xmlns:p15="http://schemas.microsoft.com/office/powerpoint/2012/main" userId="S::hannah.harris@mq.edu.au::6810d1df-3b5d-4428-9867-3b286e5d46c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11" autoAdjust="0"/>
    <p:restoredTop sz="96301" autoAdjust="0"/>
  </p:normalViewPr>
  <p:slideViewPr>
    <p:cSldViewPr snapToGrid="0" snapToObjects="1">
      <p:cViewPr varScale="1">
        <p:scale>
          <a:sx n="111" d="100"/>
          <a:sy n="111" d="100"/>
        </p:scale>
        <p:origin x="216" y="440"/>
      </p:cViewPr>
      <p:guideLst/>
    </p:cSldViewPr>
  </p:slideViewPr>
  <p:outlineViewPr>
    <p:cViewPr>
      <p:scale>
        <a:sx n="33" d="100"/>
        <a:sy n="33" d="100"/>
      </p:scale>
      <p:origin x="0" y="-52332"/>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p:scale>
          <a:sx n="120" d="100"/>
          <a:sy n="120" d="100"/>
        </p:scale>
        <p:origin x="2544" y="-19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Head" userId="3622ac83-72fb-4480-aaff-0580f4ad655a" providerId="ADAL" clId="{26B8ED3C-072C-57B2-8DCA-D1BEC0C6037D}"/>
    <pc:docChg chg="custSel modSld">
      <pc:chgData name="Amanda Head" userId="3622ac83-72fb-4480-aaff-0580f4ad655a" providerId="ADAL" clId="{26B8ED3C-072C-57B2-8DCA-D1BEC0C6037D}" dt="2026-09-03T01:49:47.666" v="61" actId="20577"/>
      <pc:docMkLst>
        <pc:docMk/>
      </pc:docMkLst>
      <pc:sldChg chg="modSp mod">
        <pc:chgData name="Amanda Head" userId="3622ac83-72fb-4480-aaff-0580f4ad655a" providerId="ADAL" clId="{26B8ED3C-072C-57B2-8DCA-D1BEC0C6037D}" dt="2026-09-03T01:49:47.666" v="61" actId="20577"/>
        <pc:sldMkLst>
          <pc:docMk/>
          <pc:sldMk cId="819476024" sldId="303"/>
        </pc:sldMkLst>
        <pc:spChg chg="mod">
          <ac:chgData name="Amanda Head" userId="3622ac83-72fb-4480-aaff-0580f4ad655a" providerId="ADAL" clId="{26B8ED3C-072C-57B2-8DCA-D1BEC0C6037D}" dt="2026-09-03T01:49:47.666" v="61" actId="20577"/>
          <ac:spMkLst>
            <pc:docMk/>
            <pc:sldMk cId="819476024" sldId="303"/>
            <ac:spMk id="3" creationId="{00000000-0000-0000-0000-000000000000}"/>
          </ac:spMkLst>
        </pc:spChg>
      </pc:sldChg>
      <pc:sldChg chg="modSp mod">
        <pc:chgData name="Amanda Head" userId="3622ac83-72fb-4480-aaff-0580f4ad655a" providerId="ADAL" clId="{26B8ED3C-072C-57B2-8DCA-D1BEC0C6037D}" dt="2026-08-26T12:04:09.995" v="4" actId="20577"/>
        <pc:sldMkLst>
          <pc:docMk/>
          <pc:sldMk cId="847723938" sldId="337"/>
        </pc:sldMkLst>
        <pc:spChg chg="mod">
          <ac:chgData name="Amanda Head" userId="3622ac83-72fb-4480-aaff-0580f4ad655a" providerId="ADAL" clId="{26B8ED3C-072C-57B2-8DCA-D1BEC0C6037D}" dt="2026-08-26T12:04:09.995" v="4" actId="20577"/>
          <ac:spMkLst>
            <pc:docMk/>
            <pc:sldMk cId="847723938" sldId="337"/>
            <ac:spMk id="3" creationId="{EEA464B0-4368-47D8-802B-4FB5B5FAD6E7}"/>
          </ac:spMkLst>
        </pc:spChg>
      </pc:sldChg>
    </pc:docChg>
  </pc:docChgLst>
  <pc:docChgLst>
    <pc:chgData name="Amanda Head" userId="3622ac83-72fb-4480-aaff-0580f4ad655a" providerId="ADAL" clId="{6BBF4A71-3A44-5905-A51C-0BDCE69EAF34}"/>
    <pc:docChg chg="undo custSel addSld delSld modSld">
      <pc:chgData name="Amanda Head" userId="3622ac83-72fb-4480-aaff-0580f4ad655a" providerId="ADAL" clId="{6BBF4A71-3A44-5905-A51C-0BDCE69EAF34}" dt="2026-09-03T04:12:24.511" v="1162" actId="20577"/>
      <pc:docMkLst>
        <pc:docMk/>
      </pc:docMkLst>
      <pc:sldChg chg="modSp mod">
        <pc:chgData name="Amanda Head" userId="3622ac83-72fb-4480-aaff-0580f4ad655a" providerId="ADAL" clId="{6BBF4A71-3A44-5905-A51C-0BDCE69EAF34}" dt="2026-09-03T02:03:31.344" v="947" actId="14100"/>
        <pc:sldMkLst>
          <pc:docMk/>
          <pc:sldMk cId="819476024" sldId="303"/>
        </pc:sldMkLst>
        <pc:spChg chg="mod">
          <ac:chgData name="Amanda Head" userId="3622ac83-72fb-4480-aaff-0580f4ad655a" providerId="ADAL" clId="{6BBF4A71-3A44-5905-A51C-0BDCE69EAF34}" dt="2026-09-03T02:03:31.344" v="947" actId="14100"/>
          <ac:spMkLst>
            <pc:docMk/>
            <pc:sldMk cId="819476024" sldId="303"/>
            <ac:spMk id="3" creationId="{00000000-0000-0000-0000-000000000000}"/>
          </ac:spMkLst>
        </pc:spChg>
      </pc:sldChg>
      <pc:sldChg chg="modSp mod">
        <pc:chgData name="Amanda Head" userId="3622ac83-72fb-4480-aaff-0580f4ad655a" providerId="ADAL" clId="{6BBF4A71-3A44-5905-A51C-0BDCE69EAF34}" dt="2026-09-03T00:27:49.832" v="530" actId="114"/>
        <pc:sldMkLst>
          <pc:docMk/>
          <pc:sldMk cId="2551680515" sldId="333"/>
        </pc:sldMkLst>
        <pc:spChg chg="mod">
          <ac:chgData name="Amanda Head" userId="3622ac83-72fb-4480-aaff-0580f4ad655a" providerId="ADAL" clId="{6BBF4A71-3A44-5905-A51C-0BDCE69EAF34}" dt="2026-09-03T00:27:49.832" v="530" actId="114"/>
          <ac:spMkLst>
            <pc:docMk/>
            <pc:sldMk cId="2551680515" sldId="333"/>
            <ac:spMk id="3" creationId="{EEA464B0-4368-47D8-802B-4FB5B5FAD6E7}"/>
          </ac:spMkLst>
        </pc:spChg>
      </pc:sldChg>
      <pc:sldChg chg="modSp mod">
        <pc:chgData name="Amanda Head" userId="3622ac83-72fb-4480-aaff-0580f4ad655a" providerId="ADAL" clId="{6BBF4A71-3A44-5905-A51C-0BDCE69EAF34}" dt="2026-09-02T02:14:59.428" v="80" actId="20577"/>
        <pc:sldMkLst>
          <pc:docMk/>
          <pc:sldMk cId="1147857787" sldId="335"/>
        </pc:sldMkLst>
        <pc:spChg chg="mod">
          <ac:chgData name="Amanda Head" userId="3622ac83-72fb-4480-aaff-0580f4ad655a" providerId="ADAL" clId="{6BBF4A71-3A44-5905-A51C-0BDCE69EAF34}" dt="2026-09-02T02:14:59.428" v="80" actId="20577"/>
          <ac:spMkLst>
            <pc:docMk/>
            <pc:sldMk cId="1147857787" sldId="335"/>
            <ac:spMk id="3" creationId="{EEA464B0-4368-47D8-802B-4FB5B5FAD6E7}"/>
          </ac:spMkLst>
        </pc:spChg>
      </pc:sldChg>
      <pc:sldChg chg="modSp mod">
        <pc:chgData name="Amanda Head" userId="3622ac83-72fb-4480-aaff-0580f4ad655a" providerId="ADAL" clId="{6BBF4A71-3A44-5905-A51C-0BDCE69EAF34}" dt="2026-09-03T00:10:48.049" v="306" actId="20577"/>
        <pc:sldMkLst>
          <pc:docMk/>
          <pc:sldMk cId="865280206" sldId="336"/>
        </pc:sldMkLst>
        <pc:spChg chg="mod">
          <ac:chgData name="Amanda Head" userId="3622ac83-72fb-4480-aaff-0580f4ad655a" providerId="ADAL" clId="{6BBF4A71-3A44-5905-A51C-0BDCE69EAF34}" dt="2026-09-03T00:10:48.049" v="306" actId="20577"/>
          <ac:spMkLst>
            <pc:docMk/>
            <pc:sldMk cId="865280206" sldId="336"/>
            <ac:spMk id="3" creationId="{EEA464B0-4368-47D8-802B-4FB5B5FAD6E7}"/>
          </ac:spMkLst>
        </pc:spChg>
      </pc:sldChg>
      <pc:sldChg chg="modSp mod">
        <pc:chgData name="Amanda Head" userId="3622ac83-72fb-4480-aaff-0580f4ad655a" providerId="ADAL" clId="{6BBF4A71-3A44-5905-A51C-0BDCE69EAF34}" dt="2026-09-03T00:29:06.007" v="541" actId="20577"/>
        <pc:sldMkLst>
          <pc:docMk/>
          <pc:sldMk cId="1643290164" sldId="340"/>
        </pc:sldMkLst>
        <pc:spChg chg="mod">
          <ac:chgData name="Amanda Head" userId="3622ac83-72fb-4480-aaff-0580f4ad655a" providerId="ADAL" clId="{6BBF4A71-3A44-5905-A51C-0BDCE69EAF34}" dt="2026-09-03T00:29:06.007" v="541" actId="20577"/>
          <ac:spMkLst>
            <pc:docMk/>
            <pc:sldMk cId="1643290164" sldId="340"/>
            <ac:spMk id="3" creationId="{EEA464B0-4368-47D8-802B-4FB5B5FAD6E7}"/>
          </ac:spMkLst>
        </pc:spChg>
      </pc:sldChg>
      <pc:sldChg chg="modSp mod">
        <pc:chgData name="Amanda Head" userId="3622ac83-72fb-4480-aaff-0580f4ad655a" providerId="ADAL" clId="{6BBF4A71-3A44-5905-A51C-0BDCE69EAF34}" dt="2026-09-03T04:12:24.511" v="1162" actId="20577"/>
        <pc:sldMkLst>
          <pc:docMk/>
          <pc:sldMk cId="1315225398" sldId="353"/>
        </pc:sldMkLst>
        <pc:spChg chg="mod">
          <ac:chgData name="Amanda Head" userId="3622ac83-72fb-4480-aaff-0580f4ad655a" providerId="ADAL" clId="{6BBF4A71-3A44-5905-A51C-0BDCE69EAF34}" dt="2026-09-03T04:12:24.511" v="1162" actId="20577"/>
          <ac:spMkLst>
            <pc:docMk/>
            <pc:sldMk cId="1315225398" sldId="353"/>
            <ac:spMk id="3" creationId="{EEA464B0-4368-47D8-802B-4FB5B5FAD6E7}"/>
          </ac:spMkLst>
        </pc:spChg>
      </pc:sldChg>
      <pc:sldChg chg="modSp mod">
        <pc:chgData name="Amanda Head" userId="3622ac83-72fb-4480-aaff-0580f4ad655a" providerId="ADAL" clId="{6BBF4A71-3A44-5905-A51C-0BDCE69EAF34}" dt="2026-09-03T00:29:15.263" v="546" actId="20577"/>
        <pc:sldMkLst>
          <pc:docMk/>
          <pc:sldMk cId="3294179121" sldId="381"/>
        </pc:sldMkLst>
        <pc:spChg chg="mod">
          <ac:chgData name="Amanda Head" userId="3622ac83-72fb-4480-aaff-0580f4ad655a" providerId="ADAL" clId="{6BBF4A71-3A44-5905-A51C-0BDCE69EAF34}" dt="2026-09-03T00:29:15.263" v="546" actId="20577"/>
          <ac:spMkLst>
            <pc:docMk/>
            <pc:sldMk cId="3294179121" sldId="381"/>
            <ac:spMk id="3" creationId="{EEA464B0-4368-47D8-802B-4FB5B5FAD6E7}"/>
          </ac:spMkLst>
        </pc:spChg>
      </pc:sldChg>
      <pc:sldChg chg="modSp mod">
        <pc:chgData name="Amanda Head" userId="3622ac83-72fb-4480-aaff-0580f4ad655a" providerId="ADAL" clId="{6BBF4A71-3A44-5905-A51C-0BDCE69EAF34}" dt="2026-09-03T01:18:59.888" v="890" actId="20577"/>
        <pc:sldMkLst>
          <pc:docMk/>
          <pc:sldMk cId="3011770311" sldId="436"/>
        </pc:sldMkLst>
        <pc:spChg chg="mod">
          <ac:chgData name="Amanda Head" userId="3622ac83-72fb-4480-aaff-0580f4ad655a" providerId="ADAL" clId="{6BBF4A71-3A44-5905-A51C-0BDCE69EAF34}" dt="2026-09-03T01:18:59.888" v="890" actId="20577"/>
          <ac:spMkLst>
            <pc:docMk/>
            <pc:sldMk cId="3011770311" sldId="436"/>
            <ac:spMk id="3" creationId="{EEA464B0-4368-47D8-802B-4FB5B5FAD6E7}"/>
          </ac:spMkLst>
        </pc:spChg>
      </pc:sldChg>
      <pc:sldChg chg="modSp mod">
        <pc:chgData name="Amanda Head" userId="3622ac83-72fb-4480-aaff-0580f4ad655a" providerId="ADAL" clId="{6BBF4A71-3A44-5905-A51C-0BDCE69EAF34}" dt="2026-09-03T00:11:45.022" v="308" actId="20577"/>
        <pc:sldMkLst>
          <pc:docMk/>
          <pc:sldMk cId="3149356586" sldId="439"/>
        </pc:sldMkLst>
        <pc:spChg chg="mod">
          <ac:chgData name="Amanda Head" userId="3622ac83-72fb-4480-aaff-0580f4ad655a" providerId="ADAL" clId="{6BBF4A71-3A44-5905-A51C-0BDCE69EAF34}" dt="2026-09-03T00:11:45.022" v="308" actId="20577"/>
          <ac:spMkLst>
            <pc:docMk/>
            <pc:sldMk cId="3149356586" sldId="439"/>
            <ac:spMk id="3" creationId="{EEA464B0-4368-47D8-802B-4FB5B5FAD6E7}"/>
          </ac:spMkLst>
        </pc:spChg>
      </pc:sldChg>
      <pc:sldChg chg="modSp mod">
        <pc:chgData name="Amanda Head" userId="3622ac83-72fb-4480-aaff-0580f4ad655a" providerId="ADAL" clId="{6BBF4A71-3A44-5905-A51C-0BDCE69EAF34}" dt="2026-09-03T00:18:18.769" v="451" actId="114"/>
        <pc:sldMkLst>
          <pc:docMk/>
          <pc:sldMk cId="1570744229" sldId="440"/>
        </pc:sldMkLst>
        <pc:spChg chg="mod">
          <ac:chgData name="Amanda Head" userId="3622ac83-72fb-4480-aaff-0580f4ad655a" providerId="ADAL" clId="{6BBF4A71-3A44-5905-A51C-0BDCE69EAF34}" dt="2026-09-03T00:18:18.769" v="451" actId="114"/>
          <ac:spMkLst>
            <pc:docMk/>
            <pc:sldMk cId="1570744229" sldId="440"/>
            <ac:spMk id="3" creationId="{EEA464B0-4368-47D8-802B-4FB5B5FAD6E7}"/>
          </ac:spMkLst>
        </pc:spChg>
      </pc:sldChg>
      <pc:sldChg chg="modSp mod">
        <pc:chgData name="Amanda Head" userId="3622ac83-72fb-4480-aaff-0580f4ad655a" providerId="ADAL" clId="{6BBF4A71-3A44-5905-A51C-0BDCE69EAF34}" dt="2026-09-03T01:45:17.271" v="894" actId="20577"/>
        <pc:sldMkLst>
          <pc:docMk/>
          <pc:sldMk cId="615142649" sldId="441"/>
        </pc:sldMkLst>
        <pc:spChg chg="mod">
          <ac:chgData name="Amanda Head" userId="3622ac83-72fb-4480-aaff-0580f4ad655a" providerId="ADAL" clId="{6BBF4A71-3A44-5905-A51C-0BDCE69EAF34}" dt="2026-09-03T01:45:17.271" v="894" actId="20577"/>
          <ac:spMkLst>
            <pc:docMk/>
            <pc:sldMk cId="615142649" sldId="441"/>
            <ac:spMk id="3" creationId="{EEA464B0-4368-47D8-802B-4FB5B5FAD6E7}"/>
          </ac:spMkLst>
        </pc:spChg>
      </pc:sldChg>
      <pc:sldChg chg="modSp mod">
        <pc:chgData name="Amanda Head" userId="3622ac83-72fb-4480-aaff-0580f4ad655a" providerId="ADAL" clId="{6BBF4A71-3A44-5905-A51C-0BDCE69EAF34}" dt="2026-09-03T00:19:35.436" v="459" actId="20577"/>
        <pc:sldMkLst>
          <pc:docMk/>
          <pc:sldMk cId="3864565769" sldId="442"/>
        </pc:sldMkLst>
        <pc:spChg chg="mod">
          <ac:chgData name="Amanda Head" userId="3622ac83-72fb-4480-aaff-0580f4ad655a" providerId="ADAL" clId="{6BBF4A71-3A44-5905-A51C-0BDCE69EAF34}" dt="2026-09-03T00:19:35.436" v="459" actId="20577"/>
          <ac:spMkLst>
            <pc:docMk/>
            <pc:sldMk cId="3864565769" sldId="442"/>
            <ac:spMk id="3" creationId="{EEA464B0-4368-47D8-802B-4FB5B5FAD6E7}"/>
          </ac:spMkLst>
        </pc:spChg>
      </pc:sldChg>
      <pc:sldChg chg="modSp mod">
        <pc:chgData name="Amanda Head" userId="3622ac83-72fb-4480-aaff-0580f4ad655a" providerId="ADAL" clId="{6BBF4A71-3A44-5905-A51C-0BDCE69EAF34}" dt="2026-09-03T01:47:44.570" v="946" actId="20577"/>
        <pc:sldMkLst>
          <pc:docMk/>
          <pc:sldMk cId="510549019" sldId="444"/>
        </pc:sldMkLst>
        <pc:spChg chg="mod">
          <ac:chgData name="Amanda Head" userId="3622ac83-72fb-4480-aaff-0580f4ad655a" providerId="ADAL" clId="{6BBF4A71-3A44-5905-A51C-0BDCE69EAF34}" dt="2026-09-03T01:47:44.570" v="946" actId="20577"/>
          <ac:spMkLst>
            <pc:docMk/>
            <pc:sldMk cId="510549019" sldId="444"/>
            <ac:spMk id="3" creationId="{EEA464B0-4368-47D8-802B-4FB5B5FAD6E7}"/>
          </ac:spMkLst>
        </pc:spChg>
      </pc:sldChg>
      <pc:sldChg chg="modSp mod">
        <pc:chgData name="Amanda Head" userId="3622ac83-72fb-4480-aaff-0580f4ad655a" providerId="ADAL" clId="{6BBF4A71-3A44-5905-A51C-0BDCE69EAF34}" dt="2026-09-03T00:23:34.193" v="491" actId="20577"/>
        <pc:sldMkLst>
          <pc:docMk/>
          <pc:sldMk cId="2160433774" sldId="446"/>
        </pc:sldMkLst>
        <pc:spChg chg="mod">
          <ac:chgData name="Amanda Head" userId="3622ac83-72fb-4480-aaff-0580f4ad655a" providerId="ADAL" clId="{6BBF4A71-3A44-5905-A51C-0BDCE69EAF34}" dt="2026-09-03T00:23:34.193" v="491" actId="20577"/>
          <ac:spMkLst>
            <pc:docMk/>
            <pc:sldMk cId="2160433774" sldId="446"/>
            <ac:spMk id="3" creationId="{EEA464B0-4368-47D8-802B-4FB5B5FAD6E7}"/>
          </ac:spMkLst>
        </pc:spChg>
      </pc:sldChg>
      <pc:sldChg chg="modSp mod">
        <pc:chgData name="Amanda Head" userId="3622ac83-72fb-4480-aaff-0580f4ad655a" providerId="ADAL" clId="{6BBF4A71-3A44-5905-A51C-0BDCE69EAF34}" dt="2026-09-03T01:06:09.515" v="772" actId="20577"/>
        <pc:sldMkLst>
          <pc:docMk/>
          <pc:sldMk cId="3834567737" sldId="447"/>
        </pc:sldMkLst>
        <pc:spChg chg="mod">
          <ac:chgData name="Amanda Head" userId="3622ac83-72fb-4480-aaff-0580f4ad655a" providerId="ADAL" clId="{6BBF4A71-3A44-5905-A51C-0BDCE69EAF34}" dt="2026-09-03T01:06:09.515" v="772" actId="20577"/>
          <ac:spMkLst>
            <pc:docMk/>
            <pc:sldMk cId="3834567737" sldId="447"/>
            <ac:spMk id="3" creationId="{EEA464B0-4368-47D8-802B-4FB5B5FAD6E7}"/>
          </ac:spMkLst>
        </pc:spChg>
      </pc:sldChg>
      <pc:sldChg chg="modSp mod">
        <pc:chgData name="Amanda Head" userId="3622ac83-72fb-4480-aaff-0580f4ad655a" providerId="ADAL" clId="{6BBF4A71-3A44-5905-A51C-0BDCE69EAF34}" dt="2026-09-03T00:23:43.813" v="494" actId="20577"/>
        <pc:sldMkLst>
          <pc:docMk/>
          <pc:sldMk cId="218441522" sldId="448"/>
        </pc:sldMkLst>
        <pc:spChg chg="mod">
          <ac:chgData name="Amanda Head" userId="3622ac83-72fb-4480-aaff-0580f4ad655a" providerId="ADAL" clId="{6BBF4A71-3A44-5905-A51C-0BDCE69EAF34}" dt="2026-09-03T00:23:43.813" v="494" actId="20577"/>
          <ac:spMkLst>
            <pc:docMk/>
            <pc:sldMk cId="218441522" sldId="448"/>
            <ac:spMk id="3" creationId="{EEA464B0-4368-47D8-802B-4FB5B5FAD6E7}"/>
          </ac:spMkLst>
        </pc:spChg>
      </pc:sldChg>
      <pc:sldChg chg="modSp mod">
        <pc:chgData name="Amanda Head" userId="3622ac83-72fb-4480-aaff-0580f4ad655a" providerId="ADAL" clId="{6BBF4A71-3A44-5905-A51C-0BDCE69EAF34}" dt="2026-09-03T00:24:32.837" v="499" actId="255"/>
        <pc:sldMkLst>
          <pc:docMk/>
          <pc:sldMk cId="1270193883" sldId="449"/>
        </pc:sldMkLst>
        <pc:spChg chg="mod">
          <ac:chgData name="Amanda Head" userId="3622ac83-72fb-4480-aaff-0580f4ad655a" providerId="ADAL" clId="{6BBF4A71-3A44-5905-A51C-0BDCE69EAF34}" dt="2026-09-03T00:24:32.837" v="499" actId="255"/>
          <ac:spMkLst>
            <pc:docMk/>
            <pc:sldMk cId="1270193883" sldId="449"/>
            <ac:spMk id="3" creationId="{EEA464B0-4368-47D8-802B-4FB5B5FAD6E7}"/>
          </ac:spMkLst>
        </pc:spChg>
      </pc:sldChg>
      <pc:sldChg chg="modSp mod">
        <pc:chgData name="Amanda Head" userId="3622ac83-72fb-4480-aaff-0580f4ad655a" providerId="ADAL" clId="{6BBF4A71-3A44-5905-A51C-0BDCE69EAF34}" dt="2026-09-03T00:49:48.779" v="664" actId="255"/>
        <pc:sldMkLst>
          <pc:docMk/>
          <pc:sldMk cId="296590700" sldId="450"/>
        </pc:sldMkLst>
        <pc:spChg chg="mod">
          <ac:chgData name="Amanda Head" userId="3622ac83-72fb-4480-aaff-0580f4ad655a" providerId="ADAL" clId="{6BBF4A71-3A44-5905-A51C-0BDCE69EAF34}" dt="2026-09-03T00:49:48.779" v="664" actId="255"/>
          <ac:spMkLst>
            <pc:docMk/>
            <pc:sldMk cId="296590700" sldId="450"/>
            <ac:spMk id="3" creationId="{EEA464B0-4368-47D8-802B-4FB5B5FAD6E7}"/>
          </ac:spMkLst>
        </pc:spChg>
      </pc:sldChg>
      <pc:sldChg chg="modSp mod">
        <pc:chgData name="Amanda Head" userId="3622ac83-72fb-4480-aaff-0580f4ad655a" providerId="ADAL" clId="{6BBF4A71-3A44-5905-A51C-0BDCE69EAF34}" dt="2026-09-03T00:28:30.897" v="535" actId="20577"/>
        <pc:sldMkLst>
          <pc:docMk/>
          <pc:sldMk cId="2830575955" sldId="451"/>
        </pc:sldMkLst>
        <pc:spChg chg="mod">
          <ac:chgData name="Amanda Head" userId="3622ac83-72fb-4480-aaff-0580f4ad655a" providerId="ADAL" clId="{6BBF4A71-3A44-5905-A51C-0BDCE69EAF34}" dt="2026-09-03T00:28:30.897" v="535" actId="20577"/>
          <ac:spMkLst>
            <pc:docMk/>
            <pc:sldMk cId="2830575955" sldId="451"/>
            <ac:spMk id="3" creationId="{EEA464B0-4368-47D8-802B-4FB5B5FAD6E7}"/>
          </ac:spMkLst>
        </pc:spChg>
      </pc:sldChg>
      <pc:sldChg chg="modSp mod">
        <pc:chgData name="Amanda Head" userId="3622ac83-72fb-4480-aaff-0580f4ad655a" providerId="ADAL" clId="{6BBF4A71-3A44-5905-A51C-0BDCE69EAF34}" dt="2026-09-03T00:28:54.051" v="536" actId="2710"/>
        <pc:sldMkLst>
          <pc:docMk/>
          <pc:sldMk cId="671632881" sldId="452"/>
        </pc:sldMkLst>
        <pc:spChg chg="mod">
          <ac:chgData name="Amanda Head" userId="3622ac83-72fb-4480-aaff-0580f4ad655a" providerId="ADAL" clId="{6BBF4A71-3A44-5905-A51C-0BDCE69EAF34}" dt="2026-09-03T00:28:54.051" v="536" actId="2710"/>
          <ac:spMkLst>
            <pc:docMk/>
            <pc:sldMk cId="671632881" sldId="452"/>
            <ac:spMk id="3" creationId="{EEA464B0-4368-47D8-802B-4FB5B5FAD6E7}"/>
          </ac:spMkLst>
        </pc:spChg>
      </pc:sldChg>
      <pc:sldChg chg="modSp del mod">
        <pc:chgData name="Amanda Head" userId="3622ac83-72fb-4480-aaff-0580f4ad655a" providerId="ADAL" clId="{6BBF4A71-3A44-5905-A51C-0BDCE69EAF34}" dt="2026-09-03T01:44:02.629" v="891" actId="2696"/>
        <pc:sldMkLst>
          <pc:docMk/>
          <pc:sldMk cId="2527106718" sldId="453"/>
        </pc:sldMkLst>
        <pc:spChg chg="mod">
          <ac:chgData name="Amanda Head" userId="3622ac83-72fb-4480-aaff-0580f4ad655a" providerId="ADAL" clId="{6BBF4A71-3A44-5905-A51C-0BDCE69EAF34}" dt="2026-09-03T00:29:24.192" v="549" actId="20577"/>
          <ac:spMkLst>
            <pc:docMk/>
            <pc:sldMk cId="2527106718" sldId="453"/>
            <ac:spMk id="3" creationId="{EEA464B0-4368-47D8-802B-4FB5B5FAD6E7}"/>
          </ac:spMkLst>
        </pc:spChg>
      </pc:sldChg>
      <pc:sldChg chg="modSp mod">
        <pc:chgData name="Amanda Head" userId="3622ac83-72fb-4480-aaff-0580f4ad655a" providerId="ADAL" clId="{6BBF4A71-3A44-5905-A51C-0BDCE69EAF34}" dt="2026-09-03T00:36:42.054" v="587" actId="114"/>
        <pc:sldMkLst>
          <pc:docMk/>
          <pc:sldMk cId="4083445314" sldId="454"/>
        </pc:sldMkLst>
        <pc:spChg chg="mod">
          <ac:chgData name="Amanda Head" userId="3622ac83-72fb-4480-aaff-0580f4ad655a" providerId="ADAL" clId="{6BBF4A71-3A44-5905-A51C-0BDCE69EAF34}" dt="2026-09-03T00:36:42.054" v="587" actId="114"/>
          <ac:spMkLst>
            <pc:docMk/>
            <pc:sldMk cId="4083445314" sldId="454"/>
            <ac:spMk id="3" creationId="{EEA464B0-4368-47D8-802B-4FB5B5FAD6E7}"/>
          </ac:spMkLst>
        </pc:spChg>
      </pc:sldChg>
      <pc:sldChg chg="modSp mod">
        <pc:chgData name="Amanda Head" userId="3622ac83-72fb-4480-aaff-0580f4ad655a" providerId="ADAL" clId="{6BBF4A71-3A44-5905-A51C-0BDCE69EAF34}" dt="2026-09-03T01:06:25.927" v="773" actId="255"/>
        <pc:sldMkLst>
          <pc:docMk/>
          <pc:sldMk cId="1323351141" sldId="455"/>
        </pc:sldMkLst>
        <pc:spChg chg="mod">
          <ac:chgData name="Amanda Head" userId="3622ac83-72fb-4480-aaff-0580f4ad655a" providerId="ADAL" clId="{6BBF4A71-3A44-5905-A51C-0BDCE69EAF34}" dt="2026-09-03T01:06:25.927" v="773" actId="255"/>
          <ac:spMkLst>
            <pc:docMk/>
            <pc:sldMk cId="1323351141" sldId="455"/>
            <ac:spMk id="3" creationId="{EEA464B0-4368-47D8-802B-4FB5B5FAD6E7}"/>
          </ac:spMkLst>
        </pc:spChg>
      </pc:sldChg>
      <pc:sldChg chg="modSp mod">
        <pc:chgData name="Amanda Head" userId="3622ac83-72fb-4480-aaff-0580f4ad655a" providerId="ADAL" clId="{6BBF4A71-3A44-5905-A51C-0BDCE69EAF34}" dt="2026-09-03T01:07:37.518" v="888" actId="20577"/>
        <pc:sldMkLst>
          <pc:docMk/>
          <pc:sldMk cId="3032817456" sldId="456"/>
        </pc:sldMkLst>
        <pc:spChg chg="mod">
          <ac:chgData name="Amanda Head" userId="3622ac83-72fb-4480-aaff-0580f4ad655a" providerId="ADAL" clId="{6BBF4A71-3A44-5905-A51C-0BDCE69EAF34}" dt="2026-09-03T01:07:37.518" v="888" actId="20577"/>
          <ac:spMkLst>
            <pc:docMk/>
            <pc:sldMk cId="3032817456" sldId="456"/>
            <ac:spMk id="3" creationId="{EEA464B0-4368-47D8-802B-4FB5B5FAD6E7}"/>
          </ac:spMkLst>
        </pc:spChg>
      </pc:sldChg>
      <pc:sldChg chg="modSp add mod">
        <pc:chgData name="Amanda Head" userId="3622ac83-72fb-4480-aaff-0580f4ad655a" providerId="ADAL" clId="{6BBF4A71-3A44-5905-A51C-0BDCE69EAF34}" dt="2026-09-03T00:21:32.089" v="484" actId="404"/>
        <pc:sldMkLst>
          <pc:docMk/>
          <pc:sldMk cId="692602811" sldId="457"/>
        </pc:sldMkLst>
        <pc:spChg chg="mod">
          <ac:chgData name="Amanda Head" userId="3622ac83-72fb-4480-aaff-0580f4ad655a" providerId="ADAL" clId="{6BBF4A71-3A44-5905-A51C-0BDCE69EAF34}" dt="2026-09-03T00:21:32.089" v="484" actId="404"/>
          <ac:spMkLst>
            <pc:docMk/>
            <pc:sldMk cId="692602811" sldId="457"/>
            <ac:spMk id="3" creationId="{7CA60A0B-F999-C7B8-6705-3AA029F1249B}"/>
          </ac:spMkLst>
        </pc:spChg>
      </pc:sldChg>
      <pc:sldChg chg="modSp add mod">
        <pc:chgData name="Amanda Head" userId="3622ac83-72fb-4480-aaff-0580f4ad655a" providerId="ADAL" clId="{6BBF4A71-3A44-5905-A51C-0BDCE69EAF34}" dt="2026-09-03T00:48:35.577" v="655" actId="255"/>
        <pc:sldMkLst>
          <pc:docMk/>
          <pc:sldMk cId="2961683332" sldId="458"/>
        </pc:sldMkLst>
        <pc:spChg chg="mod">
          <ac:chgData name="Amanda Head" userId="3622ac83-72fb-4480-aaff-0580f4ad655a" providerId="ADAL" clId="{6BBF4A71-3A44-5905-A51C-0BDCE69EAF34}" dt="2026-09-03T00:48:35.577" v="655" actId="255"/>
          <ac:spMkLst>
            <pc:docMk/>
            <pc:sldMk cId="2961683332" sldId="458"/>
            <ac:spMk id="3" creationId="{E161F065-1720-37F3-FD47-0A3F4FD753F3}"/>
          </ac:spMkLst>
        </pc:spChg>
      </pc:sldChg>
      <pc:sldChg chg="modSp add mod">
        <pc:chgData name="Amanda Head" userId="3622ac83-72fb-4480-aaff-0580f4ad655a" providerId="ADAL" clId="{6BBF4A71-3A44-5905-A51C-0BDCE69EAF34}" dt="2026-09-03T00:47:44.457" v="654" actId="255"/>
        <pc:sldMkLst>
          <pc:docMk/>
          <pc:sldMk cId="3413141833" sldId="459"/>
        </pc:sldMkLst>
        <pc:spChg chg="mod">
          <ac:chgData name="Amanda Head" userId="3622ac83-72fb-4480-aaff-0580f4ad655a" providerId="ADAL" clId="{6BBF4A71-3A44-5905-A51C-0BDCE69EAF34}" dt="2026-09-03T00:47:44.457" v="654" actId="255"/>
          <ac:spMkLst>
            <pc:docMk/>
            <pc:sldMk cId="3413141833" sldId="459"/>
            <ac:spMk id="3" creationId="{B2AC71AB-21E7-4636-9200-C4C2C099429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8761F64-24A3-47F5-8A3C-C1A55F2765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8CCF9FD7-5F19-4302-897E-687657C26A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3EFBBB-0FE0-4C79-99F2-94106FE31639}" type="datetimeFigureOut">
              <a:rPr lang="en-AU" smtClean="0"/>
              <a:t>2/9/2026</a:t>
            </a:fld>
            <a:endParaRPr lang="en-AU"/>
          </a:p>
        </p:txBody>
      </p:sp>
      <p:sp>
        <p:nvSpPr>
          <p:cNvPr id="4" name="Footer Placeholder 3">
            <a:extLst>
              <a:ext uri="{FF2B5EF4-FFF2-40B4-BE49-F238E27FC236}">
                <a16:creationId xmlns:a16="http://schemas.microsoft.com/office/drawing/2014/main" id="{96209924-3CCC-4429-B913-306C3F0A09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81EEA83F-F2DC-46D7-B696-662122F59A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8C4DC0-EA1F-4BE8-BE5B-D0247039CF28}" type="slidenum">
              <a:rPr lang="en-AU" smtClean="0"/>
              <a:t>‹#›</a:t>
            </a:fld>
            <a:endParaRPr lang="en-AU"/>
          </a:p>
        </p:txBody>
      </p:sp>
    </p:spTree>
    <p:extLst>
      <p:ext uri="{BB962C8B-B14F-4D97-AF65-F5344CB8AC3E}">
        <p14:creationId xmlns:p14="http://schemas.microsoft.com/office/powerpoint/2010/main" val="26984105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1BC296-011A-4286-8D88-FBCD11477F2B}" type="datetimeFigureOut">
              <a:rPr lang="en-AU" smtClean="0"/>
              <a:t>2/9/2026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142E5-A706-4C60-B43E-D82CA518B040}" type="slidenum">
              <a:rPr lang="en-AU" smtClean="0"/>
              <a:t>‹#›</a:t>
            </a:fld>
            <a:endParaRPr lang="en-AU"/>
          </a:p>
        </p:txBody>
      </p:sp>
    </p:spTree>
    <p:extLst>
      <p:ext uri="{BB962C8B-B14F-4D97-AF65-F5344CB8AC3E}">
        <p14:creationId xmlns:p14="http://schemas.microsoft.com/office/powerpoint/2010/main" val="508740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780AC98-8E30-490D-A639-38DF0F70C274}" type="slidenum">
              <a:rPr lang="en-AU" smtClean="0"/>
              <a:t>1</a:t>
            </a:fld>
            <a:endParaRPr lang="en-AU" dirty="0"/>
          </a:p>
        </p:txBody>
      </p:sp>
    </p:spTree>
    <p:extLst>
      <p:ext uri="{BB962C8B-B14F-4D97-AF65-F5344CB8AC3E}">
        <p14:creationId xmlns:p14="http://schemas.microsoft.com/office/powerpoint/2010/main" val="273890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a:t>
            </a:fld>
            <a:endParaRPr lang="en-AU" dirty="0"/>
          </a:p>
        </p:txBody>
      </p:sp>
    </p:spTree>
    <p:extLst>
      <p:ext uri="{BB962C8B-B14F-4D97-AF65-F5344CB8AC3E}">
        <p14:creationId xmlns:p14="http://schemas.microsoft.com/office/powerpoint/2010/main" val="3575394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a:t>
            </a:fld>
            <a:endParaRPr lang="en-AU" dirty="0"/>
          </a:p>
        </p:txBody>
      </p:sp>
    </p:spTree>
    <p:extLst>
      <p:ext uri="{BB962C8B-B14F-4D97-AF65-F5344CB8AC3E}">
        <p14:creationId xmlns:p14="http://schemas.microsoft.com/office/powerpoint/2010/main" val="419729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4</a:t>
            </a:fld>
            <a:endParaRPr lang="en-AU" dirty="0"/>
          </a:p>
        </p:txBody>
      </p:sp>
    </p:spTree>
    <p:extLst>
      <p:ext uri="{BB962C8B-B14F-4D97-AF65-F5344CB8AC3E}">
        <p14:creationId xmlns:p14="http://schemas.microsoft.com/office/powerpoint/2010/main" val="1662796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5</a:t>
            </a:fld>
            <a:endParaRPr lang="en-AU" dirty="0"/>
          </a:p>
        </p:txBody>
      </p:sp>
    </p:spTree>
    <p:extLst>
      <p:ext uri="{BB962C8B-B14F-4D97-AF65-F5344CB8AC3E}">
        <p14:creationId xmlns:p14="http://schemas.microsoft.com/office/powerpoint/2010/main" val="2924084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6</a:t>
            </a:fld>
            <a:endParaRPr lang="en-AU" dirty="0"/>
          </a:p>
        </p:txBody>
      </p:sp>
    </p:spTree>
    <p:extLst>
      <p:ext uri="{BB962C8B-B14F-4D97-AF65-F5344CB8AC3E}">
        <p14:creationId xmlns:p14="http://schemas.microsoft.com/office/powerpoint/2010/main" val="1020247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7</a:t>
            </a:fld>
            <a:endParaRPr lang="en-AU" dirty="0"/>
          </a:p>
        </p:txBody>
      </p:sp>
    </p:spTree>
    <p:extLst>
      <p:ext uri="{BB962C8B-B14F-4D97-AF65-F5344CB8AC3E}">
        <p14:creationId xmlns:p14="http://schemas.microsoft.com/office/powerpoint/2010/main" val="4038630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8</a:t>
            </a:fld>
            <a:endParaRPr lang="en-AU" dirty="0"/>
          </a:p>
        </p:txBody>
      </p:sp>
    </p:spTree>
    <p:extLst>
      <p:ext uri="{BB962C8B-B14F-4D97-AF65-F5344CB8AC3E}">
        <p14:creationId xmlns:p14="http://schemas.microsoft.com/office/powerpoint/2010/main" val="2323322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9</a:t>
            </a:fld>
            <a:endParaRPr lang="en-AU"/>
          </a:p>
        </p:txBody>
      </p:sp>
    </p:spTree>
    <p:extLst>
      <p:ext uri="{BB962C8B-B14F-4D97-AF65-F5344CB8AC3E}">
        <p14:creationId xmlns:p14="http://schemas.microsoft.com/office/powerpoint/2010/main" val="1813171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10</a:t>
            </a:fld>
            <a:endParaRPr lang="en-AU"/>
          </a:p>
        </p:txBody>
      </p:sp>
    </p:spTree>
    <p:extLst>
      <p:ext uri="{BB962C8B-B14F-4D97-AF65-F5344CB8AC3E}">
        <p14:creationId xmlns:p14="http://schemas.microsoft.com/office/powerpoint/2010/main" val="238552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11</a:t>
            </a:fld>
            <a:endParaRPr lang="en-AU"/>
          </a:p>
        </p:txBody>
      </p:sp>
    </p:spTree>
    <p:extLst>
      <p:ext uri="{BB962C8B-B14F-4D97-AF65-F5344CB8AC3E}">
        <p14:creationId xmlns:p14="http://schemas.microsoft.com/office/powerpoint/2010/main" val="1530527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12</a:t>
            </a:fld>
            <a:endParaRPr lang="en-AU"/>
          </a:p>
        </p:txBody>
      </p:sp>
    </p:spTree>
    <p:extLst>
      <p:ext uri="{BB962C8B-B14F-4D97-AF65-F5344CB8AC3E}">
        <p14:creationId xmlns:p14="http://schemas.microsoft.com/office/powerpoint/2010/main" val="419222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13</a:t>
            </a:fld>
            <a:endParaRPr lang="en-AU"/>
          </a:p>
        </p:txBody>
      </p:sp>
    </p:spTree>
    <p:extLst>
      <p:ext uri="{BB962C8B-B14F-4D97-AF65-F5344CB8AC3E}">
        <p14:creationId xmlns:p14="http://schemas.microsoft.com/office/powerpoint/2010/main" val="36849410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14</a:t>
            </a:fld>
            <a:endParaRPr lang="en-AU"/>
          </a:p>
        </p:txBody>
      </p:sp>
    </p:spTree>
    <p:extLst>
      <p:ext uri="{BB962C8B-B14F-4D97-AF65-F5344CB8AC3E}">
        <p14:creationId xmlns:p14="http://schemas.microsoft.com/office/powerpoint/2010/main" val="423334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15</a:t>
            </a:fld>
            <a:endParaRPr lang="en-AU"/>
          </a:p>
        </p:txBody>
      </p:sp>
    </p:spTree>
    <p:extLst>
      <p:ext uri="{BB962C8B-B14F-4D97-AF65-F5344CB8AC3E}">
        <p14:creationId xmlns:p14="http://schemas.microsoft.com/office/powerpoint/2010/main" val="445802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5625C-087E-D1E9-F133-EB441CC8F3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32C2C5-2F21-95ED-1ED3-BD0A246FC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1294B-7D63-A793-D8AD-993C7C6456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14A45D3D-82C2-EC91-BF69-520785E71402}"/>
              </a:ext>
            </a:extLst>
          </p:cNvPr>
          <p:cNvSpPr>
            <a:spLocks noGrp="1"/>
          </p:cNvSpPr>
          <p:nvPr>
            <p:ph type="sldNum" sz="quarter" idx="5"/>
          </p:nvPr>
        </p:nvSpPr>
        <p:spPr/>
        <p:txBody>
          <a:bodyPr/>
          <a:lstStyle/>
          <a:p>
            <a:fld id="{639142E5-A706-4C60-B43E-D82CA518B040}" type="slidenum">
              <a:rPr lang="en-AU" smtClean="0"/>
              <a:t>16</a:t>
            </a:fld>
            <a:endParaRPr lang="en-AU"/>
          </a:p>
        </p:txBody>
      </p:sp>
    </p:spTree>
    <p:extLst>
      <p:ext uri="{BB962C8B-B14F-4D97-AF65-F5344CB8AC3E}">
        <p14:creationId xmlns:p14="http://schemas.microsoft.com/office/powerpoint/2010/main" val="1594033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17</a:t>
            </a:fld>
            <a:endParaRPr lang="en-AU"/>
          </a:p>
        </p:txBody>
      </p:sp>
    </p:spTree>
    <p:extLst>
      <p:ext uri="{BB962C8B-B14F-4D97-AF65-F5344CB8AC3E}">
        <p14:creationId xmlns:p14="http://schemas.microsoft.com/office/powerpoint/2010/main" val="1819003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18</a:t>
            </a:fld>
            <a:endParaRPr lang="en-AU"/>
          </a:p>
        </p:txBody>
      </p:sp>
    </p:spTree>
    <p:extLst>
      <p:ext uri="{BB962C8B-B14F-4D97-AF65-F5344CB8AC3E}">
        <p14:creationId xmlns:p14="http://schemas.microsoft.com/office/powerpoint/2010/main" val="489897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5EC7D-5D35-F009-CC2C-F82A1D9E7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016E1-48CB-6D92-F85C-7AE8F2B846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D4698-2598-0717-8AC9-81079BF7FA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CA668F0A-4510-A85E-91FA-57CB71C1FEDF}"/>
              </a:ext>
            </a:extLst>
          </p:cNvPr>
          <p:cNvSpPr>
            <a:spLocks noGrp="1"/>
          </p:cNvSpPr>
          <p:nvPr>
            <p:ph type="sldNum" sz="quarter" idx="5"/>
          </p:nvPr>
        </p:nvSpPr>
        <p:spPr/>
        <p:txBody>
          <a:bodyPr/>
          <a:lstStyle/>
          <a:p>
            <a:fld id="{639142E5-A706-4C60-B43E-D82CA518B040}" type="slidenum">
              <a:rPr lang="en-AU" smtClean="0"/>
              <a:t>19</a:t>
            </a:fld>
            <a:endParaRPr lang="en-AU"/>
          </a:p>
        </p:txBody>
      </p:sp>
    </p:spTree>
    <p:extLst>
      <p:ext uri="{BB962C8B-B14F-4D97-AF65-F5344CB8AC3E}">
        <p14:creationId xmlns:p14="http://schemas.microsoft.com/office/powerpoint/2010/main" val="9553606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20</a:t>
            </a:fld>
            <a:endParaRPr lang="en-AU"/>
          </a:p>
        </p:txBody>
      </p:sp>
    </p:spTree>
    <p:extLst>
      <p:ext uri="{BB962C8B-B14F-4D97-AF65-F5344CB8AC3E}">
        <p14:creationId xmlns:p14="http://schemas.microsoft.com/office/powerpoint/2010/main" val="13802326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21</a:t>
            </a:fld>
            <a:endParaRPr lang="en-AU"/>
          </a:p>
        </p:txBody>
      </p:sp>
    </p:spTree>
    <p:extLst>
      <p:ext uri="{BB962C8B-B14F-4D97-AF65-F5344CB8AC3E}">
        <p14:creationId xmlns:p14="http://schemas.microsoft.com/office/powerpoint/2010/main" val="4061926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22</a:t>
            </a:fld>
            <a:endParaRPr lang="en-AU"/>
          </a:p>
        </p:txBody>
      </p:sp>
    </p:spTree>
    <p:extLst>
      <p:ext uri="{BB962C8B-B14F-4D97-AF65-F5344CB8AC3E}">
        <p14:creationId xmlns:p14="http://schemas.microsoft.com/office/powerpoint/2010/main" val="6649005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23</a:t>
            </a:fld>
            <a:endParaRPr lang="en-AU"/>
          </a:p>
        </p:txBody>
      </p:sp>
    </p:spTree>
    <p:extLst>
      <p:ext uri="{BB962C8B-B14F-4D97-AF65-F5344CB8AC3E}">
        <p14:creationId xmlns:p14="http://schemas.microsoft.com/office/powerpoint/2010/main" val="1137876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C4B42-61C2-2D69-9DFC-6D5460D8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CAAB2-8ECC-A190-ECEC-9DAC18C7E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B7C86-8AD6-8AFD-69C8-F8E2809DD8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a:extLst>
              <a:ext uri="{FF2B5EF4-FFF2-40B4-BE49-F238E27FC236}">
                <a16:creationId xmlns:a16="http://schemas.microsoft.com/office/drawing/2014/main" id="{485C1BD1-15CD-A22C-F7D9-45AD8B715F1C}"/>
              </a:ext>
            </a:extLst>
          </p:cNvPr>
          <p:cNvSpPr>
            <a:spLocks noGrp="1"/>
          </p:cNvSpPr>
          <p:nvPr>
            <p:ph type="sldNum" sz="quarter" idx="5"/>
          </p:nvPr>
        </p:nvSpPr>
        <p:spPr/>
        <p:txBody>
          <a:bodyPr/>
          <a:lstStyle/>
          <a:p>
            <a:fld id="{639142E5-A706-4C60-B43E-D82CA518B040}" type="slidenum">
              <a:rPr lang="en-AU" smtClean="0"/>
              <a:t>24</a:t>
            </a:fld>
            <a:endParaRPr lang="en-AU"/>
          </a:p>
        </p:txBody>
      </p:sp>
    </p:spTree>
    <p:extLst>
      <p:ext uri="{BB962C8B-B14F-4D97-AF65-F5344CB8AC3E}">
        <p14:creationId xmlns:p14="http://schemas.microsoft.com/office/powerpoint/2010/main" val="24016032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25</a:t>
            </a:fld>
            <a:endParaRPr lang="en-AU"/>
          </a:p>
        </p:txBody>
      </p:sp>
    </p:spTree>
    <p:extLst>
      <p:ext uri="{BB962C8B-B14F-4D97-AF65-F5344CB8AC3E}">
        <p14:creationId xmlns:p14="http://schemas.microsoft.com/office/powerpoint/2010/main" val="6012148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26</a:t>
            </a:fld>
            <a:endParaRPr lang="en-AU"/>
          </a:p>
        </p:txBody>
      </p:sp>
    </p:spTree>
    <p:extLst>
      <p:ext uri="{BB962C8B-B14F-4D97-AF65-F5344CB8AC3E}">
        <p14:creationId xmlns:p14="http://schemas.microsoft.com/office/powerpoint/2010/main" val="5436777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27</a:t>
            </a:fld>
            <a:endParaRPr lang="en-AU"/>
          </a:p>
        </p:txBody>
      </p:sp>
    </p:spTree>
    <p:extLst>
      <p:ext uri="{BB962C8B-B14F-4D97-AF65-F5344CB8AC3E}">
        <p14:creationId xmlns:p14="http://schemas.microsoft.com/office/powerpoint/2010/main" val="27327893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28</a:t>
            </a:fld>
            <a:endParaRPr lang="en-AU"/>
          </a:p>
        </p:txBody>
      </p:sp>
    </p:spTree>
    <p:extLst>
      <p:ext uri="{BB962C8B-B14F-4D97-AF65-F5344CB8AC3E}">
        <p14:creationId xmlns:p14="http://schemas.microsoft.com/office/powerpoint/2010/main" val="26829036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29</a:t>
            </a:fld>
            <a:endParaRPr lang="en-AU"/>
          </a:p>
        </p:txBody>
      </p:sp>
    </p:spTree>
    <p:extLst>
      <p:ext uri="{BB962C8B-B14F-4D97-AF65-F5344CB8AC3E}">
        <p14:creationId xmlns:p14="http://schemas.microsoft.com/office/powerpoint/2010/main" val="17023458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30</a:t>
            </a:fld>
            <a:endParaRPr lang="en-AU"/>
          </a:p>
        </p:txBody>
      </p:sp>
    </p:spTree>
    <p:extLst>
      <p:ext uri="{BB962C8B-B14F-4D97-AF65-F5344CB8AC3E}">
        <p14:creationId xmlns:p14="http://schemas.microsoft.com/office/powerpoint/2010/main" val="20614006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AU" dirty="0"/>
          </a:p>
        </p:txBody>
      </p:sp>
      <p:sp>
        <p:nvSpPr>
          <p:cNvPr id="4" name="Slide Number Placeholder 3"/>
          <p:cNvSpPr>
            <a:spLocks noGrp="1"/>
          </p:cNvSpPr>
          <p:nvPr>
            <p:ph type="sldNum" sz="quarter" idx="5"/>
          </p:nvPr>
        </p:nvSpPr>
        <p:spPr/>
        <p:txBody>
          <a:bodyPr/>
          <a:lstStyle/>
          <a:p>
            <a:fld id="{639142E5-A706-4C60-B43E-D82CA518B040}" type="slidenum">
              <a:rPr lang="en-AU" smtClean="0"/>
              <a:t>31</a:t>
            </a:fld>
            <a:endParaRPr lang="en-AU"/>
          </a:p>
        </p:txBody>
      </p:sp>
    </p:spTree>
    <p:extLst>
      <p:ext uri="{BB962C8B-B14F-4D97-AF65-F5344CB8AC3E}">
        <p14:creationId xmlns:p14="http://schemas.microsoft.com/office/powerpoint/2010/main" val="28899347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b="35463"/>
          <a:stretch/>
        </p:blipFill>
        <p:spPr>
          <a:xfrm>
            <a:off x="241904" y="3067670"/>
            <a:ext cx="11710747" cy="3611293"/>
          </a:xfrm>
          <a:prstGeom prst="rect">
            <a:avLst/>
          </a:prstGeom>
        </p:spPr>
      </p:pic>
      <p:pic>
        <p:nvPicPr>
          <p:cNvPr id="8" name="Picture 7">
            <a:extLst>
              <a:ext uri="{FF2B5EF4-FFF2-40B4-BE49-F238E27FC236}">
                <a16:creationId xmlns:a16="http://schemas.microsoft.com/office/drawing/2014/main" id="{2EF52CFF-C49E-FB47-9FC2-54AD48C78F05}"/>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6188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7" name="Rectangle 6"/>
          <p:cNvSpPr/>
          <p:nvPr/>
        </p:nvSpPr>
        <p:spPr>
          <a:xfrm>
            <a:off x="241904" y="181429"/>
            <a:ext cx="1171074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2" name="Text Placeholder 2"/>
          <p:cNvSpPr>
            <a:spLocks noGrp="1"/>
          </p:cNvSpPr>
          <p:nvPr>
            <p:ph type="body" idx="14" hasCustomPrompt="1"/>
          </p:nvPr>
        </p:nvSpPr>
        <p:spPr>
          <a:xfrm>
            <a:off x="720000" y="2754276"/>
            <a:ext cx="617582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15" name="Title 14"/>
          <p:cNvSpPr>
            <a:spLocks noGrp="1"/>
          </p:cNvSpPr>
          <p:nvPr>
            <p:ph type="title" hasCustomPrompt="1"/>
          </p:nvPr>
        </p:nvSpPr>
        <p:spPr>
          <a:xfrm>
            <a:off x="720000" y="1484784"/>
            <a:ext cx="8544000" cy="648000"/>
          </a:xfrm>
        </p:spPr>
        <p:txBody>
          <a:bodyPr/>
          <a:lstStyle/>
          <a:p>
            <a:r>
              <a:rPr lang="en-US" dirty="0"/>
              <a:t>Click to edit master title style</a:t>
            </a:r>
            <a:endParaRPr lang="en-AU" dirty="0"/>
          </a:p>
        </p:txBody>
      </p:sp>
      <p:sp>
        <p:nvSpPr>
          <p:cNvPr id="17" name="Text Placeholder 16"/>
          <p:cNvSpPr>
            <a:spLocks noGrp="1"/>
          </p:cNvSpPr>
          <p:nvPr>
            <p:ph type="body" sz="quarter" idx="15" hasCustomPrompt="1"/>
          </p:nvPr>
        </p:nvSpPr>
        <p:spPr>
          <a:xfrm>
            <a:off x="720000" y="2133600"/>
            <a:ext cx="8542867" cy="503238"/>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2" name="Rectangle 1"/>
          <p:cNvSpPr/>
          <p:nvPr/>
        </p:nvSpPr>
        <p:spPr>
          <a:xfrm>
            <a:off x="241904" y="3062172"/>
            <a:ext cx="4722971" cy="36330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Placeholder 9" descr="Section_Image.jpg"/>
          <p:cNvPicPr>
            <a:picLocks/>
          </p:cNvPicPr>
          <p:nvPr/>
        </p:nvPicPr>
        <p:blipFill rotWithShape="1">
          <a:blip r:embed="rId2">
            <a:extLst>
              <a:ext uri="{28A0092B-C50C-407E-A947-70E740481C1C}">
                <a14:useLocalDpi xmlns:a14="http://schemas.microsoft.com/office/drawing/2010/main" val="0"/>
              </a:ext>
            </a:extLst>
          </a:blip>
          <a:srcRect l="11403" t="15468" r="100" b="1049"/>
          <a:stretch/>
        </p:blipFill>
        <p:spPr>
          <a:xfrm>
            <a:off x="4964875" y="3062172"/>
            <a:ext cx="6987287" cy="3632400"/>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6959" y="3448840"/>
            <a:ext cx="1943987" cy="3239978"/>
          </a:xfrm>
          <a:prstGeom prst="rect">
            <a:avLst/>
          </a:prstGeom>
        </p:spPr>
      </p:pic>
      <p:sp>
        <p:nvSpPr>
          <p:cNvPr id="11" name="TextBox 10"/>
          <p:cNvSpPr txBox="1"/>
          <p:nvPr/>
        </p:nvSpPr>
        <p:spPr>
          <a:xfrm>
            <a:off x="8046796" y="5910035"/>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3" name="Picture 12">
            <a:extLst>
              <a:ext uri="{FF2B5EF4-FFF2-40B4-BE49-F238E27FC236}">
                <a16:creationId xmlns:a16="http://schemas.microsoft.com/office/drawing/2014/main" id="{B0A9269F-011F-4649-845C-08AE05BE96C7}"/>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890063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p:cNvSpPr/>
          <p:nvPr/>
        </p:nvSpPr>
        <p:spPr>
          <a:xfrm>
            <a:off x="251428" y="181429"/>
            <a:ext cx="11703337"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pic>
        <p:nvPicPr>
          <p:cNvPr id="9" name="Picture Placeholder 9" descr="Section_Image.jpg"/>
          <p:cNvPicPr>
            <a:picLocks noChangeAspect="1"/>
          </p:cNvPicPr>
          <p:nvPr/>
        </p:nvPicPr>
        <p:blipFill rotWithShape="1">
          <a:blip r:embed="rId2">
            <a:extLst>
              <a:ext uri="{28A0092B-C50C-407E-A947-70E740481C1C}">
                <a14:useLocalDpi xmlns:a14="http://schemas.microsoft.com/office/drawing/2010/main" val="0"/>
              </a:ext>
            </a:extLst>
          </a:blip>
          <a:srcRect l="561" t="15597" r="462" b="1605"/>
          <a:stretch/>
        </p:blipFill>
        <p:spPr>
          <a:xfrm>
            <a:off x="251429" y="1257301"/>
            <a:ext cx="11706850" cy="5419724"/>
          </a:xfrm>
          <a:prstGeom prst="rect">
            <a:avLst/>
          </a:prstGeom>
          <a:ln>
            <a:noFill/>
          </a:ln>
        </p:spPr>
      </p:pic>
      <p:sp>
        <p:nvSpPr>
          <p:cNvPr id="11" name="Title 1"/>
          <p:cNvSpPr>
            <a:spLocks noGrp="1"/>
          </p:cNvSpPr>
          <p:nvPr>
            <p:ph type="title"/>
          </p:nvPr>
        </p:nvSpPr>
        <p:spPr>
          <a:xfrm>
            <a:off x="720000" y="2863019"/>
            <a:ext cx="8045752" cy="608315"/>
          </a:xfrm>
        </p:spPr>
        <p:txBody>
          <a:bodyPr/>
          <a:lstStyle>
            <a:lvl1pPr>
              <a:defRPr>
                <a:solidFill>
                  <a:schemeClr val="tx1"/>
                </a:solidFill>
              </a:defRPr>
            </a:lvl1pPr>
          </a:lstStyle>
          <a:p>
            <a:r>
              <a:rPr lang="en-US"/>
              <a:t>Click to edit Master title style</a:t>
            </a:r>
            <a:endParaRPr lang="en-AU" dirty="0"/>
          </a:p>
        </p:txBody>
      </p:sp>
      <p:sp>
        <p:nvSpPr>
          <p:cNvPr id="13" name="Text Placeholder 16"/>
          <p:cNvSpPr>
            <a:spLocks noGrp="1"/>
          </p:cNvSpPr>
          <p:nvPr>
            <p:ph type="body" sz="quarter" idx="15" hasCustomPrompt="1"/>
          </p:nvPr>
        </p:nvSpPr>
        <p:spPr>
          <a:xfrm>
            <a:off x="720000" y="3485114"/>
            <a:ext cx="6407150" cy="503238"/>
          </a:xfrm>
        </p:spPr>
        <p:txBody>
          <a:bodyPr/>
          <a:lstStyle>
            <a:lvl1pPr marL="0" indent="0">
              <a:buNone/>
              <a:defRPr cap="all" baseline="0">
                <a:solidFill>
                  <a:schemeClr val="tx1"/>
                </a:solidFill>
                <a:latin typeface="+mj-lt"/>
              </a:defRPr>
            </a:lvl1pPr>
          </a:lstStyle>
          <a:p>
            <a:pPr lvl="0"/>
            <a:r>
              <a:rPr lang="en-AU" dirty="0"/>
              <a:t>Click to ADD SUBTITLE</a:t>
            </a:r>
          </a:p>
        </p:txBody>
      </p:sp>
      <p:sp>
        <p:nvSpPr>
          <p:cNvPr id="14" name="TextBox 13"/>
          <p:cNvSpPr txBox="1"/>
          <p:nvPr/>
        </p:nvSpPr>
        <p:spPr>
          <a:xfrm>
            <a:off x="342605" y="5842000"/>
            <a:ext cx="3591442" cy="655675"/>
          </a:xfrm>
          <a:prstGeom prst="rect">
            <a:avLst/>
          </a:prstGeom>
          <a:solidFill>
            <a:schemeClr val="accent1"/>
          </a:solidFill>
        </p:spPr>
        <p:txBody>
          <a:bodyPr wrap="square" rtlCol="0" anchor="ctr" anchorCtr="0">
            <a:normAutofit fontScale="77500" lnSpcReduction="20000"/>
          </a:bodyPr>
          <a:lstStyle/>
          <a:p>
            <a:r>
              <a:rPr lang="en-AU" sz="1200" dirty="0">
                <a:solidFill>
                  <a:schemeClr val="bg1"/>
                </a:solidFill>
                <a:latin typeface="Arial"/>
                <a:cs typeface="Arial"/>
              </a:rPr>
              <a:t>Note to user: Replace this image with your own.</a:t>
            </a:r>
          </a:p>
          <a:p>
            <a:pPr marL="266700" indent="-266700">
              <a:buFont typeface="Wingdings" panose="05000000000000000000" pitchFamily="2" charset="2"/>
              <a:buChar char="§"/>
            </a:pPr>
            <a:r>
              <a:rPr lang="en-AU" sz="1200" dirty="0">
                <a:solidFill>
                  <a:schemeClr val="bg1"/>
                </a:solidFill>
                <a:latin typeface="Arial"/>
                <a:cs typeface="Arial"/>
              </a:rPr>
              <a:t>Right click on this Placeholder box</a:t>
            </a:r>
          </a:p>
          <a:p>
            <a:pPr marL="266700" lvl="2" indent="-266700">
              <a:buFont typeface="Wingdings" panose="05000000000000000000" pitchFamily="2" charset="2"/>
              <a:buChar char="§"/>
            </a:pPr>
            <a:r>
              <a:rPr lang="en-AU" sz="1200" dirty="0">
                <a:solidFill>
                  <a:schemeClr val="bg1"/>
                </a:solidFill>
                <a:latin typeface="Arial"/>
                <a:cs typeface="Arial"/>
              </a:rPr>
              <a:t>Replace image</a:t>
            </a:r>
          </a:p>
          <a:p>
            <a:pPr marL="266700" lvl="2" indent="-266700">
              <a:buFont typeface="Wingdings" panose="05000000000000000000" pitchFamily="2" charset="2"/>
              <a:buChar char="§"/>
            </a:pPr>
            <a:r>
              <a:rPr lang="en-AU" sz="1200" dirty="0">
                <a:solidFill>
                  <a:schemeClr val="bg1"/>
                </a:solidFill>
                <a:latin typeface="Arial"/>
                <a:cs typeface="Arial"/>
              </a:rPr>
              <a:t>Select image and click ‘Resize image to fit in placeholder’)</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83457" y="3502203"/>
            <a:ext cx="3174822" cy="3174822"/>
          </a:xfrm>
          <a:prstGeom prst="rect">
            <a:avLst/>
          </a:prstGeom>
        </p:spPr>
      </p:pic>
      <p:pic>
        <p:nvPicPr>
          <p:cNvPr id="16" name="Picture 15">
            <a:extLst>
              <a:ext uri="{FF2B5EF4-FFF2-40B4-BE49-F238E27FC236}">
                <a16:creationId xmlns:a16="http://schemas.microsoft.com/office/drawing/2014/main" id="{8C9B8C79-07FC-2444-B397-BBCDB3F9F22B}"/>
              </a:ext>
            </a:extLst>
          </p:cNvPr>
          <p:cNvPicPr>
            <a:picLocks noChangeAspect="1"/>
          </p:cNvPicPr>
          <p:nvPr/>
        </p:nvPicPr>
        <p:blipFill>
          <a:blip r:embed="rId4"/>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228020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4" name="Rectangle 13"/>
          <p:cNvSpPr/>
          <p:nvPr/>
        </p:nvSpPr>
        <p:spPr>
          <a:xfrm>
            <a:off x="241904" y="181429"/>
            <a:ext cx="11710800" cy="6504214"/>
          </a:xfrm>
          <a:prstGeom prst="rect">
            <a:avLst/>
          </a:prstGeom>
          <a:solidFill>
            <a:srgbClr val="E6E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800" noProof="0" dirty="0"/>
          </a:p>
        </p:txBody>
      </p:sp>
      <p:sp>
        <p:nvSpPr>
          <p:cNvPr id="19" name="Text Placeholder 2"/>
          <p:cNvSpPr>
            <a:spLocks noGrp="1"/>
          </p:cNvSpPr>
          <p:nvPr>
            <p:ph type="body" idx="14" hasCustomPrompt="1"/>
          </p:nvPr>
        </p:nvSpPr>
        <p:spPr>
          <a:xfrm>
            <a:off x="5608410" y="6183276"/>
            <a:ext cx="5772668" cy="275580"/>
          </a:xfrm>
          <a:prstGeom prst="rect">
            <a:avLst/>
          </a:prstGeom>
          <a:ln>
            <a:noFill/>
          </a:ln>
        </p:spPr>
        <p:txBody>
          <a:bodyPr anchor="t" anchorCtr="0"/>
          <a:lstStyle>
            <a:lvl1pPr marL="0" indent="0" algn="l">
              <a:buNone/>
              <a:defRPr sz="1100" b="0">
                <a:solidFill>
                  <a:schemeClr val="tx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noProof="0" dirty="0"/>
              <a:t>DATE: 3 October 2014</a:t>
            </a:r>
          </a:p>
        </p:txBody>
      </p:sp>
      <p:sp>
        <p:nvSpPr>
          <p:cNvPr id="21" name="Title 20"/>
          <p:cNvSpPr>
            <a:spLocks noGrp="1"/>
          </p:cNvSpPr>
          <p:nvPr>
            <p:ph type="title" hasCustomPrompt="1"/>
          </p:nvPr>
        </p:nvSpPr>
        <p:spPr>
          <a:xfrm>
            <a:off x="5639120" y="2708920"/>
            <a:ext cx="5665556" cy="648000"/>
          </a:xfrm>
        </p:spPr>
        <p:txBody>
          <a:bodyPr/>
          <a:lstStyle>
            <a:lvl1pPr>
              <a:defRPr/>
            </a:lvl1pPr>
          </a:lstStyle>
          <a:p>
            <a:r>
              <a:rPr lang="en-US" dirty="0"/>
              <a:t>Click to add title</a:t>
            </a:r>
            <a:endParaRPr lang="en-AU" dirty="0"/>
          </a:p>
        </p:txBody>
      </p:sp>
      <p:sp>
        <p:nvSpPr>
          <p:cNvPr id="23" name="Text Placeholder 22"/>
          <p:cNvSpPr>
            <a:spLocks noGrp="1"/>
          </p:cNvSpPr>
          <p:nvPr>
            <p:ph type="body" sz="quarter" idx="15" hasCustomPrompt="1"/>
          </p:nvPr>
        </p:nvSpPr>
        <p:spPr>
          <a:xfrm>
            <a:off x="5638360" y="3357564"/>
            <a:ext cx="5666316" cy="503237"/>
          </a:xfrm>
        </p:spPr>
        <p:txBody>
          <a:bodyPr/>
          <a:lstStyle>
            <a:lvl1pPr marL="0" indent="0">
              <a:buNone/>
              <a:defRPr cap="all" baseline="0">
                <a:solidFill>
                  <a:schemeClr val="accent1"/>
                </a:solidFill>
                <a:latin typeface="+mj-lt"/>
              </a:defRPr>
            </a:lvl1pPr>
          </a:lstStyle>
          <a:p>
            <a:pPr lvl="0"/>
            <a:r>
              <a:rPr lang="en-AU" dirty="0"/>
              <a:t>Click to add subtitle</a:t>
            </a:r>
          </a:p>
        </p:txBody>
      </p:sp>
      <p:pic>
        <p:nvPicPr>
          <p:cNvPr id="9" name="Picture 8" descr="MAC21_190.5x254_PowerPoint_Images_Cov v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95" y="0"/>
            <a:ext cx="4383024" cy="6858000"/>
          </a:xfrm>
          <a:prstGeom prst="rect">
            <a:avLst/>
          </a:prstGeom>
        </p:spPr>
      </p:pic>
      <p:pic>
        <p:nvPicPr>
          <p:cNvPr id="10" name="Picture 9">
            <a:extLst>
              <a:ext uri="{FF2B5EF4-FFF2-40B4-BE49-F238E27FC236}">
                <a16:creationId xmlns:a16="http://schemas.microsoft.com/office/drawing/2014/main" id="{4CF0B494-A7A4-6F4C-8E15-141F578E022F}"/>
              </a:ext>
            </a:extLst>
          </p:cNvPr>
          <p:cNvPicPr>
            <a:picLocks noChangeAspect="1"/>
          </p:cNvPicPr>
          <p:nvPr/>
        </p:nvPicPr>
        <p:blipFill>
          <a:blip r:embed="rId3"/>
          <a:stretch>
            <a:fillRect/>
          </a:stretch>
        </p:blipFill>
        <p:spPr>
          <a:xfrm>
            <a:off x="9673174" y="217272"/>
            <a:ext cx="2037600" cy="804766"/>
          </a:xfrm>
          <a:prstGeom prst="rect">
            <a:avLst/>
          </a:prstGeom>
        </p:spPr>
      </p:pic>
    </p:spTree>
    <p:extLst>
      <p:ext uri="{BB962C8B-B14F-4D97-AF65-F5344CB8AC3E}">
        <p14:creationId xmlns:p14="http://schemas.microsoft.com/office/powerpoint/2010/main" val="3505427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ne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10800001" cy="4525963"/>
          </a:xfrm>
        </p:spPr>
        <p:txBody>
          <a:bodyPr/>
          <a:lstStyle>
            <a:lvl1pPr marL="0" indent="0">
              <a:buNone/>
              <a:defRPr baseline="0"/>
            </a:lvl1pPr>
          </a:lstStyle>
          <a:p>
            <a:pPr lvl="0"/>
            <a:r>
              <a:rPr lang="en-AU" dirty="0"/>
              <a:t>Content no bullets</a:t>
            </a:r>
          </a:p>
        </p:txBody>
      </p:sp>
      <p:sp>
        <p:nvSpPr>
          <p:cNvPr id="5" name="Footer Placeholder 4"/>
          <p:cNvSpPr>
            <a:spLocks noGrp="1"/>
          </p:cNvSpPr>
          <p:nvPr>
            <p:ph type="ftr" sz="quarter" idx="11"/>
          </p:nvPr>
        </p:nvSpPr>
        <p:spPr>
          <a:xfrm>
            <a:off x="720000" y="6381329"/>
            <a:ext cx="5304664"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914"/>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316253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ne Column Bullet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720000" y="1620000"/>
            <a:ext cx="10776675" cy="45243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623392"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759075"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38668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28980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lIns="0" tIns="0" rIns="0" bIns="0"/>
          <a:lstStyle/>
          <a:p>
            <a:r>
              <a:rPr lang="en-US" dirty="0"/>
              <a:t>Click to edit master title style</a:t>
            </a:r>
            <a:endParaRPr lang="en-AU" dirty="0"/>
          </a:p>
        </p:txBody>
      </p:sp>
      <p:sp>
        <p:nvSpPr>
          <p:cNvPr id="3" name="Content Placeholder 2"/>
          <p:cNvSpPr>
            <a:spLocks noGrp="1"/>
          </p:cNvSpPr>
          <p:nvPr>
            <p:ph idx="1" hasCustomPrompt="1"/>
          </p:nvPr>
        </p:nvSpPr>
        <p:spPr>
          <a:xfrm>
            <a:off x="7200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25430"/>
          </a:xfrm>
        </p:spPr>
        <p:txBody>
          <a:bodyPr lIns="0" tIns="0" rIns="0" bIns="0"/>
          <a:lstStyle>
            <a:lvl1pPr marL="0" indent="0">
              <a:buNone/>
              <a:defRPr cap="all" baseline="0">
                <a:solidFill>
                  <a:schemeClr val="accent1"/>
                </a:solidFill>
                <a:latin typeface="+mj-lt"/>
              </a:defRPr>
            </a:lvl1pPr>
          </a:lstStyle>
          <a:p>
            <a:pPr lvl="0"/>
            <a:r>
              <a:rPr lang="en-AU" dirty="0"/>
              <a:t>Click to ADD SUBTITLE</a:t>
            </a:r>
          </a:p>
        </p:txBody>
      </p:sp>
      <p:sp>
        <p:nvSpPr>
          <p:cNvPr id="8" name="Content Placeholder 2"/>
          <p:cNvSpPr>
            <a:spLocks noGrp="1"/>
          </p:cNvSpPr>
          <p:nvPr>
            <p:ph idx="16" hasCustomPrompt="1"/>
          </p:nvPr>
        </p:nvSpPr>
        <p:spPr>
          <a:xfrm>
            <a:off x="6248400" y="1620000"/>
            <a:ext cx="5220000" cy="4525963"/>
          </a:xfrm>
        </p:spPr>
        <p:txBody>
          <a:bodyPr lIns="0" tIns="0" rIns="0" bIns="0" numCol="1" spcCol="144000"/>
          <a:lstStyle>
            <a:lvl1pPr marL="0" indent="0">
              <a:buNone/>
              <a:defRPr baseline="0"/>
            </a:lvl1pPr>
          </a:lstStyle>
          <a:p>
            <a:pPr lvl="0"/>
            <a:r>
              <a:rPr lang="en-AU" dirty="0"/>
              <a:t>Two Column content no bullets</a:t>
            </a:r>
          </a:p>
        </p:txBody>
      </p:sp>
    </p:spTree>
    <p:extLst>
      <p:ext uri="{BB962C8B-B14F-4D97-AF65-F5344CB8AC3E}">
        <p14:creationId xmlns:p14="http://schemas.microsoft.com/office/powerpoint/2010/main" val="264008"/>
      </p:ext>
    </p:extLst>
  </p:cSld>
  <p:clrMapOvr>
    <a:masterClrMapping/>
  </p:clrMapOvr>
  <p:extLst>
    <p:ext uri="{DCECCB84-F9BA-43D5-87BE-67443E8EF086}">
      <p15:sldGuideLst xmlns:p15="http://schemas.microsoft.com/office/powerpoint/2012/main">
        <p15:guide id="1" orient="horz" pos="2160">
          <p15:clr>
            <a:srgbClr val="FBAE40"/>
          </p15:clr>
        </p15:guide>
        <p15:guide id="2" pos="4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wo Column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lvl1pPr>
              <a:defRPr sz="1050"/>
            </a:lvl1p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 </a:t>
            </a:r>
          </a:p>
        </p:txBody>
      </p:sp>
      <p:sp>
        <p:nvSpPr>
          <p:cNvPr id="9" name="Text Placeholder 8"/>
          <p:cNvSpPr>
            <a:spLocks noGrp="1"/>
          </p:cNvSpPr>
          <p:nvPr>
            <p:ph type="body" sz="quarter" idx="17"/>
          </p:nvPr>
        </p:nvSpPr>
        <p:spPr>
          <a:xfrm>
            <a:off x="7200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0" name="Text Placeholder 8"/>
          <p:cNvSpPr>
            <a:spLocks noGrp="1"/>
          </p:cNvSpPr>
          <p:nvPr>
            <p:ph type="body" sz="quarter" idx="18"/>
          </p:nvPr>
        </p:nvSpPr>
        <p:spPr>
          <a:xfrm>
            <a:off x="6362400" y="1620000"/>
            <a:ext cx="5220000" cy="4529137"/>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2629029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43830"/>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2060120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0000" y="274638"/>
            <a:ext cx="8458276" cy="648000"/>
          </a:xfrm>
        </p:spPr>
        <p:txBody>
          <a:bodyPr/>
          <a:lstStyle/>
          <a:p>
            <a:r>
              <a:rPr lang="en-US" dirty="0"/>
              <a:t>Click to edit master title style</a:t>
            </a:r>
            <a:endParaRPr lang="en-AU" dirty="0"/>
          </a:p>
        </p:txBody>
      </p:sp>
      <p:sp>
        <p:nvSpPr>
          <p:cNvPr id="5" name="Footer Placeholder 4"/>
          <p:cNvSpPr>
            <a:spLocks noGrp="1"/>
          </p:cNvSpPr>
          <p:nvPr>
            <p:ph type="ftr" sz="quarter" idx="11"/>
          </p:nvPr>
        </p:nvSpPr>
        <p:spPr>
          <a:xfrm>
            <a:off x="720000" y="6381329"/>
            <a:ext cx="5376597" cy="365125"/>
          </a:xfrm>
        </p:spPr>
        <p:txBody>
          <a:bodyPr/>
          <a:lstStyle>
            <a:lvl1pPr algn="l">
              <a:defRPr sz="1050"/>
            </a:lvl1pPr>
          </a:lstStyle>
          <a:p>
            <a:endParaRPr lang="en-US"/>
          </a:p>
        </p:txBody>
      </p:sp>
      <p:sp>
        <p:nvSpPr>
          <p:cNvPr id="6" name="Slide Number Placeholder 5"/>
          <p:cNvSpPr>
            <a:spLocks noGrp="1"/>
          </p:cNvSpPr>
          <p:nvPr>
            <p:ph type="sldNum" sz="quarter" idx="12"/>
          </p:nvPr>
        </p:nvSpPr>
        <p:spPr>
          <a:xfrm>
            <a:off x="8737600" y="6381329"/>
            <a:ext cx="2844800" cy="365125"/>
          </a:xfrm>
        </p:spPr>
        <p:txBody>
          <a:bodyPr/>
          <a:lstStyle/>
          <a:p>
            <a:fld id="{A7E59BBE-8B91-6A4A-80E8-2EE021604ECB}" type="slidenum">
              <a:rPr lang="en-US" smtClean="0"/>
              <a:t>‹#›</a:t>
            </a:fld>
            <a:endParaRPr lang="en-US"/>
          </a:p>
        </p:txBody>
      </p:sp>
      <p:sp>
        <p:nvSpPr>
          <p:cNvPr id="7" name="Text Placeholder 16"/>
          <p:cNvSpPr>
            <a:spLocks noGrp="1"/>
          </p:cNvSpPr>
          <p:nvPr>
            <p:ph type="body" sz="quarter" idx="15" hasCustomPrompt="1"/>
          </p:nvPr>
        </p:nvSpPr>
        <p:spPr>
          <a:xfrm>
            <a:off x="720000" y="908720"/>
            <a:ext cx="8542867" cy="475151"/>
          </a:xfrm>
        </p:spPr>
        <p:txBody>
          <a:bodyPr/>
          <a:lstStyle>
            <a:lvl1pPr marL="0" indent="0">
              <a:buNone/>
              <a:defRPr cap="all" baseline="0">
                <a:solidFill>
                  <a:schemeClr val="accent1"/>
                </a:solidFill>
                <a:latin typeface="+mj-lt"/>
              </a:defRPr>
            </a:lvl1pPr>
          </a:lstStyle>
          <a:p>
            <a:pPr lvl="0"/>
            <a:r>
              <a:rPr lang="en-AU" dirty="0"/>
              <a:t>Click to ADD SUBTITLE</a:t>
            </a:r>
          </a:p>
        </p:txBody>
      </p:sp>
      <p:sp>
        <p:nvSpPr>
          <p:cNvPr id="4" name="Picture Placeholder 3"/>
          <p:cNvSpPr>
            <a:spLocks noGrp="1"/>
          </p:cNvSpPr>
          <p:nvPr>
            <p:ph type="pic" sz="quarter" idx="16"/>
          </p:nvPr>
        </p:nvSpPr>
        <p:spPr>
          <a:xfrm>
            <a:off x="720000" y="1620000"/>
            <a:ext cx="10752000" cy="4525200"/>
          </a:xfrm>
        </p:spPr>
        <p:txBody>
          <a:bodyPr/>
          <a:lstStyle/>
          <a:p>
            <a:r>
              <a:rPr lang="en-US"/>
              <a:t>Click icon to add picture</a:t>
            </a:r>
            <a:endParaRPr lang="en-AU" dirty="0"/>
          </a:p>
        </p:txBody>
      </p:sp>
    </p:spTree>
    <p:extLst>
      <p:ext uri="{BB962C8B-B14F-4D97-AF65-F5344CB8AC3E}">
        <p14:creationId xmlns:p14="http://schemas.microsoft.com/office/powerpoint/2010/main" val="1859987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623392" y="6309321"/>
            <a:ext cx="5472608" cy="365125"/>
          </a:xfrm>
        </p:spPr>
        <p:txBody>
          <a:bodyPr/>
          <a:lstStyle/>
          <a:p>
            <a:endParaRPr lang="en-US"/>
          </a:p>
        </p:txBody>
      </p:sp>
      <p:sp>
        <p:nvSpPr>
          <p:cNvPr id="4" name="Slide Number Placeholder 3"/>
          <p:cNvSpPr>
            <a:spLocks noGrp="1"/>
          </p:cNvSpPr>
          <p:nvPr>
            <p:ph type="sldNum" sz="quarter" idx="12"/>
          </p:nvPr>
        </p:nvSpPr>
        <p:spPr>
          <a:xfrm>
            <a:off x="8737600" y="6309321"/>
            <a:ext cx="2844800" cy="365125"/>
          </a:xfrm>
        </p:spPr>
        <p:txBody>
          <a:bodyPr/>
          <a:lstStyle/>
          <a:p>
            <a:fld id="{A7E59BBE-8B91-6A4A-80E8-2EE021604ECB}" type="slidenum">
              <a:rPr lang="en-US" smtClean="0"/>
              <a:t>‹#›</a:t>
            </a:fld>
            <a:endParaRPr lang="en-US"/>
          </a:p>
        </p:txBody>
      </p:sp>
    </p:spTree>
    <p:extLst>
      <p:ext uri="{BB962C8B-B14F-4D97-AF65-F5344CB8AC3E}">
        <p14:creationId xmlns:p14="http://schemas.microsoft.com/office/powerpoint/2010/main" val="2091377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p:cNvSpPr txBox="1"/>
          <p:nvPr/>
        </p:nvSpPr>
        <p:spPr>
          <a:xfrm>
            <a:off x="10001277" y="5715016"/>
            <a:ext cx="571504" cy="369332"/>
          </a:xfrm>
          <a:prstGeom prst="rect">
            <a:avLst/>
          </a:prstGeom>
          <a:noFill/>
        </p:spPr>
        <p:txBody>
          <a:bodyPr wrap="square" rtlCol="0">
            <a:spAutoFit/>
          </a:bodyPr>
          <a:lstStyle/>
          <a:p>
            <a:endParaRPr lang="en-AU" sz="1800" dirty="0"/>
          </a:p>
        </p:txBody>
      </p:sp>
    </p:spTree>
    <p:extLst>
      <p:ext uri="{BB962C8B-B14F-4D97-AF65-F5344CB8AC3E}">
        <p14:creationId xmlns:p14="http://schemas.microsoft.com/office/powerpoint/2010/main" val="2186930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20000" y="274638"/>
            <a:ext cx="8458276" cy="648000"/>
          </a:xfr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p>
            <a:fld id="{A7E59BBE-8B91-6A4A-80E8-2EE021604ECB}" type="slidenum">
              <a:rPr lang="en-US" smtClean="0"/>
              <a:t>‹#›</a:t>
            </a:fld>
            <a:endParaRPr lang="en-US"/>
          </a:p>
        </p:txBody>
      </p:sp>
      <p:sp>
        <p:nvSpPr>
          <p:cNvPr id="4" name="Date Placeholder 3"/>
          <p:cNvSpPr>
            <a:spLocks noGrp="1"/>
          </p:cNvSpPr>
          <p:nvPr>
            <p:ph type="dt" sz="half" idx="11"/>
          </p:nvPr>
        </p:nvSpPr>
        <p:spPr/>
        <p:txBody>
          <a:bodyPr/>
          <a:lstStyle>
            <a:lvl1pPr>
              <a:defRPr/>
            </a:lvl1pPr>
          </a:lstStyle>
          <a:p>
            <a:endParaRPr lang="en-US"/>
          </a:p>
        </p:txBody>
      </p:sp>
      <p:sp>
        <p:nvSpPr>
          <p:cNvPr id="5" name="Content Placeholder 4"/>
          <p:cNvSpPr>
            <a:spLocks noGrp="1"/>
          </p:cNvSpPr>
          <p:nvPr>
            <p:ph sz="quarter" idx="13" hasCustomPrompt="1"/>
          </p:nvPr>
        </p:nvSpPr>
        <p:spPr>
          <a:xfrm>
            <a:off x="720000" y="1620000"/>
            <a:ext cx="8507963" cy="4490720"/>
          </a:xfrm>
        </p:spPr>
        <p:txBody>
          <a:bodyPr>
            <a:noAutofit/>
          </a:bodyPr>
          <a:lstStyle>
            <a:lvl7pPr>
              <a:buNone/>
              <a:defRPr/>
            </a:lvl7pPr>
            <a:lvl8pPr>
              <a:buNone/>
              <a:defRPr/>
            </a:lvl8pPr>
          </a:lstStyle>
          <a:p>
            <a:r>
              <a:rPr lang="en-US" b="1" dirty="0">
                <a:solidFill>
                  <a:srgbClr val="6D0020"/>
                </a:solidFill>
              </a:rPr>
              <a:t>HEADER INFO</a:t>
            </a:r>
          </a:p>
          <a:p>
            <a:r>
              <a:rPr lang="en-US" dirty="0" err="1">
                <a:latin typeface="Georgia"/>
                <a:cs typeface="Georgia"/>
              </a:rPr>
              <a:t>Consectetur</a:t>
            </a:r>
            <a:r>
              <a:rPr lang="en-US" dirty="0">
                <a:latin typeface="Georgia"/>
                <a:cs typeface="Georgia"/>
              </a:rPr>
              <a:t>  met </a:t>
            </a:r>
            <a:r>
              <a:rPr lang="en-US" dirty="0" err="1">
                <a:latin typeface="Georgia"/>
                <a:cs typeface="Georgia"/>
              </a:rPr>
              <a:t>adipiscing</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Aenean</a:t>
            </a:r>
            <a:r>
              <a:rPr lang="en-US" dirty="0">
                <a:latin typeface="Georgia"/>
                <a:cs typeface="Georgia"/>
              </a:rPr>
              <a:t> ac </a:t>
            </a:r>
            <a:r>
              <a:rPr lang="en-US" dirty="0" err="1">
                <a:latin typeface="Georgia"/>
                <a:cs typeface="Georgia"/>
              </a:rPr>
              <a:t>elit</a:t>
            </a:r>
            <a:r>
              <a:rPr lang="en-US" dirty="0">
                <a:latin typeface="Georgia"/>
                <a:cs typeface="Georgia"/>
              </a:rPr>
              <a:t> a </a:t>
            </a:r>
            <a:r>
              <a:rPr lang="en-US" dirty="0" err="1">
                <a:latin typeface="Georgia"/>
                <a:cs typeface="Georgia"/>
              </a:rPr>
              <a:t>felis</a:t>
            </a:r>
            <a:r>
              <a:rPr lang="en-US" dirty="0">
                <a:latin typeface="Georgia"/>
                <a:cs typeface="Georgia"/>
              </a:rPr>
              <a:t> </a:t>
            </a:r>
            <a:r>
              <a:rPr lang="en-US" dirty="0" err="1">
                <a:latin typeface="Georgia"/>
                <a:cs typeface="Georgia"/>
              </a:rPr>
              <a:t>pharetra</a:t>
            </a:r>
            <a:r>
              <a:rPr lang="en-US" dirty="0">
                <a:latin typeface="Georgia"/>
                <a:cs typeface="Georgia"/>
              </a:rPr>
              <a:t> </a:t>
            </a:r>
            <a:br>
              <a:rPr lang="en-US" dirty="0">
                <a:latin typeface="Georgia"/>
                <a:cs typeface="Georgia"/>
              </a:rPr>
            </a:br>
            <a:r>
              <a:rPr lang="en-US" dirty="0" err="1">
                <a:latin typeface="Georgia"/>
                <a:cs typeface="Georgia"/>
              </a:rPr>
              <a:t>vel</a:t>
            </a:r>
            <a:r>
              <a:rPr lang="en-US" dirty="0">
                <a:latin typeface="Georgia"/>
                <a:cs typeface="Georgia"/>
              </a:rPr>
              <a:t> </a:t>
            </a:r>
            <a:r>
              <a:rPr lang="en-US" dirty="0" err="1">
                <a:latin typeface="Georgia"/>
                <a:cs typeface="Georgia"/>
              </a:rPr>
              <a:t>Fringilla</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Duis</a:t>
            </a:r>
            <a:r>
              <a:rPr lang="en-US" dirty="0">
                <a:latin typeface="Georgia"/>
                <a:cs typeface="Georgia"/>
              </a:rPr>
              <a:t> dui </a:t>
            </a:r>
            <a:r>
              <a:rPr lang="en-US" dirty="0" err="1">
                <a:latin typeface="Georgia"/>
                <a:cs typeface="Georgia"/>
              </a:rPr>
              <a:t>arcu</a:t>
            </a:r>
            <a:r>
              <a:rPr lang="en-US" dirty="0">
                <a:latin typeface="Georgia"/>
                <a:cs typeface="Georgia"/>
              </a:rPr>
              <a:t>, </a:t>
            </a:r>
            <a:r>
              <a:rPr lang="en-US" dirty="0" err="1">
                <a:latin typeface="Georgia"/>
                <a:cs typeface="Georgia"/>
              </a:rPr>
              <a:t>amet</a:t>
            </a:r>
            <a:r>
              <a:rPr lang="en-US" dirty="0">
                <a:latin typeface="Georgia"/>
                <a:cs typeface="Georgia"/>
              </a:rPr>
              <a:t> </a:t>
            </a:r>
            <a:r>
              <a:rPr lang="en-US" dirty="0" err="1">
                <a:latin typeface="Georgia"/>
                <a:cs typeface="Georgia"/>
              </a:rPr>
              <a:t>scelerisque</a:t>
            </a:r>
            <a:r>
              <a:rPr lang="en-US" dirty="0">
                <a:latin typeface="Georgia"/>
                <a:cs typeface="Georgia"/>
              </a:rPr>
              <a:t> </a:t>
            </a:r>
            <a:r>
              <a:rPr lang="en-US" dirty="0" err="1">
                <a:latin typeface="Georgia"/>
                <a:cs typeface="Georgia"/>
              </a:rPr>
              <a:t>nec</a:t>
            </a:r>
            <a:r>
              <a:rPr lang="en-US" dirty="0">
                <a:latin typeface="Georgia"/>
                <a:cs typeface="Georgia"/>
              </a:rPr>
              <a:t> dictum </a:t>
            </a:r>
            <a:br>
              <a:rPr lang="en-US" dirty="0">
                <a:latin typeface="Georgia"/>
                <a:cs typeface="Georgia"/>
              </a:rPr>
            </a:br>
            <a:r>
              <a:rPr lang="en-US" dirty="0">
                <a:latin typeface="Georgia"/>
                <a:cs typeface="Georgia"/>
              </a:rPr>
              <a:t>ac </a:t>
            </a:r>
            <a:r>
              <a:rPr lang="en-US" dirty="0" err="1">
                <a:latin typeface="Georgia"/>
                <a:cs typeface="Georgia"/>
              </a:rPr>
              <a:t>conse</a:t>
            </a:r>
            <a:r>
              <a:rPr lang="en-US" dirty="0">
                <a:latin typeface="Georgia"/>
                <a:cs typeface="Georgia"/>
              </a:rPr>
              <a:t> </a:t>
            </a:r>
            <a:r>
              <a:rPr lang="en-US" dirty="0" err="1">
                <a:latin typeface="Georgia"/>
                <a:cs typeface="Georgia"/>
              </a:rPr>
              <a:t>eu</a:t>
            </a:r>
            <a:r>
              <a:rPr lang="en-US" dirty="0">
                <a:latin typeface="Georgia"/>
                <a:cs typeface="Georgia"/>
              </a:rPr>
              <a:t> </a:t>
            </a:r>
            <a:r>
              <a:rPr lang="en-US" dirty="0" err="1">
                <a:latin typeface="Georgia"/>
                <a:cs typeface="Georgia"/>
              </a:rPr>
              <a:t>elit</a:t>
            </a:r>
            <a:r>
              <a:rPr lang="en-US" dirty="0">
                <a:latin typeface="Georgia"/>
                <a:cs typeface="Georgia"/>
              </a:rPr>
              <a:t> </a:t>
            </a:r>
            <a:r>
              <a:rPr lang="en-US" dirty="0" err="1">
                <a:latin typeface="Georgia"/>
                <a:cs typeface="Georgia"/>
              </a:rPr>
              <a:t>Donec</a:t>
            </a:r>
            <a:r>
              <a:rPr lang="en-US" dirty="0">
                <a:latin typeface="Georgia"/>
                <a:cs typeface="Georgia"/>
              </a:rPr>
              <a:t> </a:t>
            </a:r>
            <a:r>
              <a:rPr lang="en-US" dirty="0" err="1">
                <a:latin typeface="Georgia"/>
                <a:cs typeface="Georgia"/>
              </a:rPr>
              <a:t>tincid</a:t>
            </a:r>
            <a:r>
              <a:rPr lang="en-US" dirty="0">
                <a:latin typeface="Georgia"/>
                <a:cs typeface="Georgia"/>
              </a:rPr>
              <a:t> </a:t>
            </a:r>
            <a:r>
              <a:rPr lang="en-US" dirty="0" err="1">
                <a:latin typeface="Georgia"/>
                <a:cs typeface="Georgia"/>
              </a:rPr>
              <a:t>unt</a:t>
            </a:r>
            <a:r>
              <a:rPr lang="en-US" dirty="0">
                <a:latin typeface="Georgia"/>
                <a:cs typeface="Georgia"/>
              </a:rPr>
              <a:t> </a:t>
            </a:r>
            <a:r>
              <a:rPr lang="en-US" dirty="0" err="1">
                <a:latin typeface="Georgia"/>
                <a:cs typeface="Georgia"/>
              </a:rPr>
              <a:t>enim</a:t>
            </a:r>
            <a:r>
              <a:rPr lang="en-US" dirty="0">
                <a:latin typeface="Georgia"/>
                <a:cs typeface="Georgia"/>
              </a:rPr>
              <a:t> sit </a:t>
            </a:r>
            <a:r>
              <a:rPr lang="en-US" dirty="0" err="1">
                <a:latin typeface="Georgia"/>
                <a:cs typeface="Georgia"/>
              </a:rPr>
              <a:t>amet</a:t>
            </a:r>
            <a:r>
              <a:rPr lang="en-US" dirty="0">
                <a:latin typeface="Georgia"/>
                <a:cs typeface="Georgia"/>
              </a:rPr>
              <a:t> </a:t>
            </a:r>
            <a:r>
              <a:rPr lang="en-US" dirty="0" err="1">
                <a:latin typeface="Georgia"/>
                <a:cs typeface="Georgia"/>
              </a:rPr>
              <a:t>consequat</a:t>
            </a:r>
            <a:r>
              <a:rPr lang="en-US" dirty="0">
                <a:latin typeface="Georgia"/>
                <a:cs typeface="Georgia"/>
              </a:rPr>
              <a:t>.</a:t>
            </a:r>
          </a:p>
          <a:p>
            <a:pPr>
              <a:buFont typeface="Arial"/>
              <a:buChar char="•"/>
            </a:pPr>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7"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pPr marL="342900" lvl="7" indent="0"/>
            <a:endParaRPr lang="en-US" dirty="0">
              <a:latin typeface="Georgia"/>
              <a:cs typeface="Georgia"/>
            </a:endParaRPr>
          </a:p>
          <a:p>
            <a:pPr>
              <a:buFont typeface="Arial"/>
              <a:buChar char="•"/>
            </a:pPr>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r>
              <a:rPr lang="en-US" dirty="0">
                <a:latin typeface="Georgia"/>
                <a:cs typeface="Georgia"/>
              </a:rPr>
              <a:t> velum</a:t>
            </a:r>
          </a:p>
          <a:p>
            <a:pPr marL="342900" lvl="6" indent="0"/>
            <a:r>
              <a:rPr lang="en-US" dirty="0" err="1">
                <a:latin typeface="Georgia"/>
                <a:cs typeface="Georgia"/>
              </a:rPr>
              <a:t>Lorum</a:t>
            </a:r>
            <a:r>
              <a:rPr lang="en-US" dirty="0">
                <a:latin typeface="Georgia"/>
                <a:cs typeface="Georgia"/>
              </a:rPr>
              <a:t> </a:t>
            </a:r>
            <a:r>
              <a:rPr lang="en-US" dirty="0" err="1">
                <a:latin typeface="Georgia"/>
                <a:cs typeface="Georgia"/>
              </a:rPr>
              <a:t>ipsum</a:t>
            </a:r>
            <a:r>
              <a:rPr lang="en-US" dirty="0">
                <a:latin typeface="Georgia"/>
                <a:cs typeface="Georgia"/>
              </a:rPr>
              <a:t> </a:t>
            </a:r>
            <a:r>
              <a:rPr lang="en-US" dirty="0" err="1">
                <a:latin typeface="Georgia"/>
                <a:cs typeface="Georgia"/>
              </a:rPr>
              <a:t>dolore</a:t>
            </a:r>
            <a:r>
              <a:rPr lang="en-US" dirty="0">
                <a:latin typeface="Georgia"/>
                <a:cs typeface="Georgia"/>
              </a:rPr>
              <a:t> </a:t>
            </a:r>
            <a:r>
              <a:rPr lang="en-US" dirty="0" err="1">
                <a:latin typeface="Georgia"/>
                <a:cs typeface="Georgia"/>
              </a:rPr>
              <a:t>melior</a:t>
            </a:r>
            <a:r>
              <a:rPr lang="en-US" dirty="0">
                <a:latin typeface="Georgia"/>
                <a:cs typeface="Georgia"/>
              </a:rPr>
              <a:t> </a:t>
            </a:r>
            <a:r>
              <a:rPr lang="en-US" dirty="0" err="1">
                <a:latin typeface="Georgia"/>
                <a:cs typeface="Georgia"/>
              </a:rPr>
              <a:t>nonne</a:t>
            </a:r>
            <a:r>
              <a:rPr lang="en-US" dirty="0">
                <a:latin typeface="Georgia"/>
                <a:cs typeface="Georgia"/>
              </a:rPr>
              <a:t> </a:t>
            </a:r>
            <a:r>
              <a:rPr lang="en-US" dirty="0" err="1">
                <a:latin typeface="Georgia"/>
                <a:cs typeface="Georgia"/>
              </a:rPr>
              <a:t>tutte</a:t>
            </a:r>
            <a:r>
              <a:rPr lang="en-US" dirty="0">
                <a:latin typeface="Georgia"/>
                <a:cs typeface="Georgia"/>
              </a:rPr>
              <a:t> san </a:t>
            </a:r>
            <a:r>
              <a:rPr lang="en-US" dirty="0" err="1">
                <a:latin typeface="Georgia"/>
                <a:cs typeface="Georgia"/>
              </a:rPr>
              <a:t>toro</a:t>
            </a:r>
            <a:endParaRPr lang="en-US" dirty="0">
              <a:latin typeface="Georgia"/>
              <a:cs typeface="Georgia"/>
            </a:endParaRPr>
          </a:p>
          <a:p>
            <a:endParaRPr lang="en-US" dirty="0">
              <a:latin typeface="Georgia"/>
              <a:cs typeface="Georgia"/>
            </a:endParaRPr>
          </a:p>
          <a:p>
            <a:endParaRPr lang="en-US" dirty="0"/>
          </a:p>
        </p:txBody>
      </p:sp>
      <p:sp>
        <p:nvSpPr>
          <p:cNvPr id="7" name="Text Placeholder 16"/>
          <p:cNvSpPr>
            <a:spLocks noGrp="1"/>
          </p:cNvSpPr>
          <p:nvPr>
            <p:ph type="body" sz="quarter" idx="15" hasCustomPrompt="1"/>
          </p:nvPr>
        </p:nvSpPr>
        <p:spPr>
          <a:xfrm>
            <a:off x="720000" y="908720"/>
            <a:ext cx="8458276" cy="434305"/>
          </a:xfrm>
        </p:spPr>
        <p:txBody>
          <a:bodyPr/>
          <a:lstStyle>
            <a:lvl1pPr marL="0" indent="0">
              <a:buNone/>
              <a:defRPr cap="all" baseline="0">
                <a:solidFill>
                  <a:schemeClr val="accent1"/>
                </a:solidFill>
                <a:latin typeface="+mj-lt"/>
              </a:defRPr>
            </a:lvl1pPr>
          </a:lstStyle>
          <a:p>
            <a:pPr lvl="0"/>
            <a:r>
              <a:rPr lang="en-AU" dirty="0"/>
              <a:t>Click to ADD SUBTITLE</a:t>
            </a:r>
          </a:p>
        </p:txBody>
      </p:sp>
    </p:spTree>
    <p:extLst>
      <p:ext uri="{BB962C8B-B14F-4D97-AF65-F5344CB8AC3E}">
        <p14:creationId xmlns:p14="http://schemas.microsoft.com/office/powerpoint/2010/main" val="905079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329F5C7-1EDD-4D4F-B3EB-31F227D9F428}"/>
              </a:ext>
            </a:extLst>
          </p:cNvPr>
          <p:cNvPicPr>
            <a:picLocks noChangeAspect="1"/>
          </p:cNvPicPr>
          <p:nvPr/>
        </p:nvPicPr>
        <p:blipFill>
          <a:blip r:embed="rId15"/>
          <a:stretch>
            <a:fillRect/>
          </a:stretch>
        </p:blipFill>
        <p:spPr>
          <a:xfrm>
            <a:off x="9673174" y="217272"/>
            <a:ext cx="2037600" cy="804766"/>
          </a:xfrm>
          <a:prstGeom prst="rect">
            <a:avLst/>
          </a:prstGeom>
        </p:spPr>
      </p:pic>
      <p:sp>
        <p:nvSpPr>
          <p:cNvPr id="2" name="Title Placeholder 1"/>
          <p:cNvSpPr>
            <a:spLocks noGrp="1"/>
          </p:cNvSpPr>
          <p:nvPr>
            <p:ph type="title"/>
          </p:nvPr>
        </p:nvSpPr>
        <p:spPr>
          <a:xfrm>
            <a:off x="720000" y="274638"/>
            <a:ext cx="8458276" cy="648000"/>
          </a:xfrm>
          <a:prstGeom prst="rect">
            <a:avLst/>
          </a:prstGeom>
        </p:spPr>
        <p:txBody>
          <a:bodyPr vert="horz" lIns="0" tIns="0" rIns="0" bIns="0" rtlCol="0" anchor="t" anchorCtr="0">
            <a:normAutofit/>
          </a:bodyPr>
          <a:lstStyle/>
          <a:p>
            <a:r>
              <a:rPr lang="en-US"/>
              <a:t>Click to edit Master title style</a:t>
            </a:r>
            <a:endParaRPr lang="en-AU" dirty="0"/>
          </a:p>
        </p:txBody>
      </p:sp>
      <p:sp>
        <p:nvSpPr>
          <p:cNvPr id="3" name="Text Placeholder 2"/>
          <p:cNvSpPr>
            <a:spLocks noGrp="1"/>
          </p:cNvSpPr>
          <p:nvPr>
            <p:ph type="body" idx="1"/>
          </p:nvPr>
        </p:nvSpPr>
        <p:spPr>
          <a:xfrm>
            <a:off x="720000" y="1620000"/>
            <a:ext cx="10800001" cy="45259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5" name="Footer Placeholder 4"/>
          <p:cNvSpPr>
            <a:spLocks noGrp="1"/>
          </p:cNvSpPr>
          <p:nvPr>
            <p:ph type="ftr" sz="quarter" idx="3"/>
          </p:nvPr>
        </p:nvSpPr>
        <p:spPr>
          <a:xfrm>
            <a:off x="720000" y="6309321"/>
            <a:ext cx="5400675" cy="365125"/>
          </a:xfrm>
          <a:prstGeom prst="rect">
            <a:avLst/>
          </a:prstGeom>
        </p:spPr>
        <p:txBody>
          <a:bodyPr vert="horz" lIns="0" tIns="0" rIns="0" bIns="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51875" y="6309321"/>
            <a:ext cx="2844800" cy="365125"/>
          </a:xfrm>
          <a:prstGeom prst="rect">
            <a:avLst/>
          </a:prstGeom>
        </p:spPr>
        <p:txBody>
          <a:bodyPr vert="horz" lIns="0" tIns="0" rIns="0" bIns="0" rtlCol="0" anchor="ctr"/>
          <a:lstStyle>
            <a:lvl1pPr algn="r">
              <a:defRPr sz="1050">
                <a:solidFill>
                  <a:schemeClr val="tx1">
                    <a:tint val="75000"/>
                  </a:schemeClr>
                </a:solidFill>
              </a:defRPr>
            </a:lvl1pPr>
          </a:lstStyle>
          <a:p>
            <a:fld id="{A7E59BBE-8B91-6A4A-80E8-2EE021604ECB}" type="slidenum">
              <a:rPr lang="en-US" smtClean="0"/>
              <a:t>‹#›</a:t>
            </a:fld>
            <a:endParaRPr lang="en-US"/>
          </a:p>
        </p:txBody>
      </p:sp>
      <p:pic>
        <p:nvPicPr>
          <p:cNvPr id="1026" name="Picture 2"/>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000" y="1368000"/>
            <a:ext cx="10800000" cy="12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000947"/>
      </p:ext>
    </p:extLst>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 id="2147484650" r:id="rId12"/>
    <p:sldLayoutId id="2147484651" r:id="rId13"/>
  </p:sldLayoutIdLst>
  <p:hf hdr="0" ftr="0" dt="0"/>
  <p:txStyles>
    <p:titleStyle>
      <a:lvl1pPr algn="l" defTabSz="914400" rtl="0" eaLnBrk="1" latinLnBrk="0" hangingPunct="1">
        <a:spcBef>
          <a:spcPct val="0"/>
        </a:spcBef>
        <a:buNone/>
        <a:defRPr sz="32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1pPr>
      <a:lvl2pPr marL="800100" indent="-342900" algn="l" defTabSz="914400" rtl="0" eaLnBrk="1" latinLnBrk="0" hangingPunct="1">
        <a:spcBef>
          <a:spcPct val="20000"/>
        </a:spcBef>
        <a:buFont typeface="Georgia" panose="02040502050405020303" pitchFamily="18" charset="0"/>
        <a:buChar char="―"/>
        <a:defRPr sz="1600" kern="1200">
          <a:solidFill>
            <a:schemeClr val="tx1"/>
          </a:solidFill>
          <a:latin typeface="+mn-lt"/>
          <a:ea typeface="+mn-ea"/>
          <a:cs typeface="+mn-cs"/>
        </a:defRPr>
      </a:lvl2pPr>
      <a:lvl3pPr marL="1200150" indent="-285750" algn="l" defTabSz="914400" rtl="0" eaLnBrk="1" latinLnBrk="0" hangingPunct="1">
        <a:spcBef>
          <a:spcPct val="200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spcBef>
          <a:spcPct val="20000"/>
        </a:spcBef>
        <a:buFont typeface="Georgia" panose="02040502050405020303" pitchFamily="18"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2">
          <p15:clr>
            <a:srgbClr val="F26B43"/>
          </p15:clr>
        </p15:guide>
        <p15:guide id="2" pos="43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19999" y="836784"/>
            <a:ext cx="9766663" cy="648000"/>
          </a:xfrm>
        </p:spPr>
        <p:txBody>
          <a:bodyPr>
            <a:normAutofit fontScale="90000"/>
          </a:bodyPr>
          <a:lstStyle/>
          <a:p>
            <a:pPr algn="ctr"/>
            <a:r>
              <a:rPr lang="en-AU" sz="4000" b="1" dirty="0">
                <a:latin typeface="Times New Roman" panose="02020603050405020304" pitchFamily="18" charset="0"/>
                <a:cs typeface="Times New Roman" panose="02020603050405020304" pitchFamily="18" charset="0"/>
              </a:rPr>
              <a:t>LAWS2400 / LAWS8040 – Torts</a:t>
            </a:r>
            <a:br>
              <a:rPr lang="en-AU" sz="3600" b="1" dirty="0">
                <a:latin typeface="Times New Roman" panose="02020603050405020304" pitchFamily="18" charset="0"/>
                <a:cs typeface="Times New Roman" panose="02020603050405020304" pitchFamily="18" charset="0"/>
              </a:rPr>
            </a:br>
            <a:br>
              <a:rPr lang="en-AU" sz="3600" b="1" dirty="0">
                <a:latin typeface="Times New Roman" panose="02020603050405020304" pitchFamily="18" charset="0"/>
                <a:cs typeface="Times New Roman" panose="02020603050405020304" pitchFamily="18" charset="0"/>
              </a:rPr>
            </a:br>
            <a:r>
              <a:rPr lang="en-AU" sz="3100" b="1" dirty="0">
                <a:latin typeface="Times New Roman" panose="02020603050405020304" pitchFamily="18" charset="0"/>
                <a:cs typeface="Times New Roman" panose="02020603050405020304" pitchFamily="18" charset="0"/>
              </a:rPr>
              <a:t>Topic 6 – Lecture 1</a:t>
            </a:r>
            <a:br>
              <a:rPr lang="en-AU" sz="3100" b="1" dirty="0">
                <a:latin typeface="Times New Roman" panose="02020603050405020304" pitchFamily="18" charset="0"/>
                <a:cs typeface="Times New Roman" panose="02020603050405020304" pitchFamily="18" charset="0"/>
              </a:rPr>
            </a:br>
            <a:r>
              <a:rPr lang="en-AU" sz="3100" b="1" i="1" dirty="0">
                <a:latin typeface="Times New Roman" panose="02020603050405020304" pitchFamily="18" charset="0"/>
                <a:cs typeface="Times New Roman" panose="02020603050405020304" pitchFamily="18" charset="0"/>
              </a:rPr>
              <a:t>Categories (Lectures 1&amp;2): </a:t>
            </a:r>
            <a:r>
              <a:rPr lang="en-US" sz="3100" b="1" i="1" dirty="0">
                <a:latin typeface="Times New Roman" panose="02020603050405020304" pitchFamily="18" charset="0"/>
                <a:cs typeface="Times New Roman" panose="02020603050405020304" pitchFamily="18" charset="0"/>
              </a:rPr>
              <a:t>Physical Harm and Psychiatric Harm</a:t>
            </a:r>
            <a:br>
              <a:rPr lang="en-AU" sz="2900" b="1" dirty="0">
                <a:latin typeface="Times New Roman" panose="02020603050405020304" pitchFamily="18" charset="0"/>
                <a:cs typeface="Times New Roman" panose="02020603050405020304" pitchFamily="18" charset="0"/>
              </a:rPr>
            </a:br>
            <a:br>
              <a:rPr lang="en-AU" b="1" dirty="0">
                <a:latin typeface="Times New Roman" panose="02020603050405020304" pitchFamily="18" charset="0"/>
                <a:cs typeface="Times New Roman" panose="02020603050405020304" pitchFamily="18" charset="0"/>
              </a:rPr>
            </a:br>
            <a:endParaRPr lang="en-A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47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E700-BEAF-3248-A54C-F5BEBA340D8C}"/>
              </a:ext>
            </a:extLst>
          </p:cNvPr>
          <p:cNvSpPr>
            <a:spLocks noGrp="1"/>
          </p:cNvSpPr>
          <p:nvPr>
            <p:ph type="title"/>
          </p:nvPr>
        </p:nvSpPr>
        <p:spPr>
          <a:xfrm>
            <a:off x="720000" y="274637"/>
            <a:ext cx="8458276" cy="894943"/>
          </a:xfrm>
        </p:spPr>
        <p:txBody>
          <a:bodyPr>
            <a:normAutofit/>
          </a:bodyPr>
          <a:lstStyle/>
          <a:p>
            <a:r>
              <a:rPr lang="en-US" sz="2800" dirty="0">
                <a:solidFill>
                  <a:schemeClr val="accent3"/>
                </a:solidFill>
                <a:latin typeface="Times New Roman" panose="02020603050405020304" pitchFamily="18" charset="0"/>
                <a:cs typeface="Times New Roman" panose="02020603050405020304" pitchFamily="18" charset="0"/>
              </a:rPr>
              <a:t>Outline</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0C9E6F-2A4A-EC4A-903A-6B54DA7E05C6}"/>
              </a:ext>
            </a:extLst>
          </p:cNvPr>
          <p:cNvSpPr>
            <a:spLocks noGrp="1"/>
          </p:cNvSpPr>
          <p:nvPr>
            <p:ph idx="1"/>
          </p:nvPr>
        </p:nvSpPr>
        <p:spPr>
          <a:xfrm>
            <a:off x="720000" y="1669311"/>
            <a:ext cx="11116400" cy="4822929"/>
          </a:xfrm>
        </p:spPr>
        <p:txBody>
          <a:bodyPr>
            <a:noAutofit/>
          </a:bodyPr>
          <a:lstStyle/>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Overview </a:t>
            </a:r>
          </a:p>
          <a:p>
            <a:pPr marL="971550" lvl="1" indent="-514350">
              <a:buFont typeface="+mj-lt"/>
              <a:buAutoNum type="arabicPeriod"/>
            </a:pPr>
            <a:endParaRPr lang="en-HK"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Duty of care and types of harm (this lecture)</a:t>
            </a:r>
          </a:p>
          <a:p>
            <a:pPr marL="971550" lvl="1" indent="-514350">
              <a:buFont typeface="+mj-lt"/>
              <a:buAutoNum type="arabicPeriod"/>
            </a:pPr>
            <a:endParaRPr lang="en-HK"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Physical harm caused by act and omission (this lecture)</a:t>
            </a:r>
          </a:p>
          <a:p>
            <a:pPr marL="971550" lvl="1" indent="-514350">
              <a:buFont typeface="+mj-lt"/>
              <a:buAutoNum type="arabicPeriod"/>
            </a:pPr>
            <a:endParaRPr lang="en-HK"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Product liability (this lecture)</a:t>
            </a:r>
          </a:p>
          <a:p>
            <a:pPr marL="971550" lvl="1" indent="-514350">
              <a:buFont typeface="+mj-lt"/>
              <a:buAutoNum type="arabicPeriod"/>
            </a:pPr>
            <a:endParaRPr lang="en-HK"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Sport and recreation injury (pre-recorded lecture)</a:t>
            </a:r>
          </a:p>
          <a:p>
            <a:pPr marL="971550" lvl="1" indent="-514350">
              <a:buFont typeface="+mj-lt"/>
              <a:buAutoNum type="arabicPeriod"/>
            </a:pPr>
            <a:endParaRPr lang="en-HK"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HK" sz="2800" b="1" dirty="0">
                <a:latin typeface="Times New Roman" panose="02020603050405020304" pitchFamily="18" charset="0"/>
                <a:cs typeface="Times New Roman" panose="02020603050405020304" pitchFamily="18" charset="0"/>
              </a:rPr>
              <a:t>Psychiatric harm  (pre-recorded lecture)</a:t>
            </a:r>
          </a:p>
        </p:txBody>
      </p:sp>
    </p:spTree>
    <p:extLst>
      <p:ext uri="{BB962C8B-B14F-4D97-AF65-F5344CB8AC3E}">
        <p14:creationId xmlns:p14="http://schemas.microsoft.com/office/powerpoint/2010/main" val="108145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1. Overview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538481" y="1508426"/>
            <a:ext cx="11155680" cy="5074936"/>
          </a:xfrm>
        </p:spPr>
        <p:txBody>
          <a:bodyPr>
            <a:noAutofit/>
          </a:bodyPr>
          <a:lstStyle/>
          <a:p>
            <a:pPr>
              <a:lnSpc>
                <a:spcPct val="150000"/>
              </a:lnSpc>
            </a:pPr>
            <a:r>
              <a:rPr lang="en-US" sz="2800" dirty="0">
                <a:latin typeface="Times New Roman" panose="02020603050405020304" pitchFamily="18" charset="0"/>
                <a:cs typeface="Times New Roman" panose="02020603050405020304" pitchFamily="18" charset="0"/>
              </a:rPr>
              <a:t>In this week, we will look at </a:t>
            </a:r>
            <a:r>
              <a:rPr lang="en-US" sz="2800" b="1" dirty="0">
                <a:latin typeface="Times New Roman" panose="02020603050405020304" pitchFamily="18" charset="0"/>
                <a:cs typeface="Times New Roman" panose="02020603050405020304" pitchFamily="18" charset="0"/>
              </a:rPr>
              <a:t>various characteristics</a:t>
            </a:r>
            <a:r>
              <a:rPr lang="en-US" sz="2800" dirty="0">
                <a:latin typeface="Times New Roman" panose="02020603050405020304" pitchFamily="18" charset="0"/>
                <a:cs typeface="Times New Roman" panose="02020603050405020304" pitchFamily="18" charset="0"/>
              </a:rPr>
              <a:t> which have a bearing on whether a given case falls within one of the accepted categories </a:t>
            </a:r>
          </a:p>
          <a:p>
            <a:pPr>
              <a:lnSpc>
                <a:spcPct val="150000"/>
              </a:lnSpc>
            </a:pPr>
            <a:r>
              <a:rPr lang="en-US" sz="2800" dirty="0">
                <a:latin typeface="Times New Roman" panose="02020603050405020304" pitchFamily="18" charset="0"/>
                <a:cs typeface="Times New Roman" panose="02020603050405020304" pitchFamily="18" charset="0"/>
              </a:rPr>
              <a:t>We will also specifically </a:t>
            </a:r>
            <a:r>
              <a:rPr lang="en-US" sz="2800" dirty="0" err="1">
                <a:latin typeface="Times New Roman" panose="02020603050405020304" pitchFamily="18" charset="0"/>
                <a:cs typeface="Times New Roman" panose="02020603050405020304" pitchFamily="18" charset="0"/>
              </a:rPr>
              <a:t>analyse</a:t>
            </a:r>
            <a:r>
              <a:rPr lang="en-US" sz="2800" dirty="0">
                <a:latin typeface="Times New Roman" panose="02020603050405020304" pitchFamily="18" charset="0"/>
                <a:cs typeface="Times New Roman" panose="02020603050405020304" pitchFamily="18" charset="0"/>
              </a:rPr>
              <a:t> various situations concerning </a:t>
            </a:r>
            <a:r>
              <a:rPr lang="en-US" sz="2800" b="1" dirty="0">
                <a:latin typeface="Times New Roman" panose="02020603050405020304" pitchFamily="18" charset="0"/>
                <a:cs typeface="Times New Roman" panose="02020603050405020304" pitchFamily="18" charset="0"/>
              </a:rPr>
              <a:t>physical harm </a:t>
            </a:r>
            <a:r>
              <a:rPr lang="en-US" sz="2800" dirty="0">
                <a:latin typeface="Times New Roman" panose="02020603050405020304" pitchFamily="18" charset="0"/>
                <a:cs typeface="Times New Roman" panose="02020603050405020304" pitchFamily="18" charset="0"/>
              </a:rPr>
              <a:t>(including </a:t>
            </a:r>
            <a:r>
              <a:rPr lang="en-US" sz="2800" u="sng" dirty="0">
                <a:latin typeface="Times New Roman" panose="02020603050405020304" pitchFamily="18" charset="0"/>
                <a:cs typeface="Times New Roman" panose="02020603050405020304" pitchFamily="18" charset="0"/>
              </a:rPr>
              <a:t>product liability</a:t>
            </a:r>
            <a:r>
              <a:rPr lang="en-US" sz="2800" dirty="0">
                <a:latin typeface="Times New Roman" panose="02020603050405020304" pitchFamily="18" charset="0"/>
                <a:cs typeface="Times New Roman" panose="02020603050405020304" pitchFamily="18" charset="0"/>
              </a:rPr>
              <a:t> and </a:t>
            </a:r>
            <a:r>
              <a:rPr lang="en-US" sz="2800" u="sng" dirty="0">
                <a:latin typeface="Times New Roman" panose="02020603050405020304" pitchFamily="18" charset="0"/>
                <a:cs typeface="Times New Roman" panose="02020603050405020304" pitchFamily="18" charset="0"/>
              </a:rPr>
              <a:t>sport injuries</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psychiatric harm</a:t>
            </a:r>
          </a:p>
          <a:p>
            <a:pPr>
              <a:lnSpc>
                <a:spcPct val="150000"/>
              </a:lnSpc>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effect of the </a:t>
            </a:r>
            <a:r>
              <a:rPr lang="en-US" sz="2800" b="1" i="1" dirty="0">
                <a:latin typeface="Times New Roman" panose="02020603050405020304" pitchFamily="18" charset="0"/>
                <a:cs typeface="Times New Roman" panose="02020603050405020304" pitchFamily="18" charset="0"/>
              </a:rPr>
              <a:t>Civil Liability Act </a:t>
            </a:r>
            <a:r>
              <a:rPr lang="en-US" sz="2800" dirty="0">
                <a:latin typeface="Times New Roman" panose="02020603050405020304" pitchFamily="18" charset="0"/>
                <a:cs typeface="Times New Roman" panose="02020603050405020304" pitchFamily="18" charset="0"/>
              </a:rPr>
              <a:t>will also be considered    </a:t>
            </a:r>
          </a:p>
        </p:txBody>
      </p:sp>
    </p:spTree>
    <p:extLst>
      <p:ext uri="{BB962C8B-B14F-4D97-AF65-F5344CB8AC3E}">
        <p14:creationId xmlns:p14="http://schemas.microsoft.com/office/powerpoint/2010/main" val="2551680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2. Duty of care and types of harm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Breach of a potential duty of care may result in a variety of harms:</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physical harm </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psychiatric harm </a:t>
            </a:r>
          </a:p>
          <a:p>
            <a:pPr lvl="3">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pure economic loss </a:t>
            </a:r>
          </a:p>
        </p:txBody>
      </p:sp>
    </p:spTree>
    <p:extLst>
      <p:ext uri="{BB962C8B-B14F-4D97-AF65-F5344CB8AC3E}">
        <p14:creationId xmlns:p14="http://schemas.microsoft.com/office/powerpoint/2010/main" val="865280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Duty of  care and types of harm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However, not all of these harms may be legally </a:t>
            </a:r>
            <a:r>
              <a:rPr lang="en-US" sz="2800" dirty="0" err="1">
                <a:latin typeface="Times New Roman" panose="02020603050405020304" pitchFamily="18" charset="0"/>
                <a:cs typeface="Times New Roman" panose="02020603050405020304" pitchFamily="18" charset="0"/>
              </a:rPr>
              <a:t>recognised</a:t>
            </a:r>
            <a:r>
              <a:rPr lang="en-US" sz="28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As noted last week, courts consider a number of factors to determine whether a case falls within accepted categories of harms or not </a:t>
            </a:r>
          </a:p>
        </p:txBody>
      </p:sp>
    </p:spTree>
    <p:extLst>
      <p:ext uri="{BB962C8B-B14F-4D97-AF65-F5344CB8AC3E}">
        <p14:creationId xmlns:p14="http://schemas.microsoft.com/office/powerpoint/2010/main" val="114785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Duty of care and types of harm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800" u="sng" dirty="0">
                <a:solidFill>
                  <a:srgbClr val="008000"/>
                </a:solidFill>
                <a:latin typeface="Times New Roman" panose="02020603050405020304" pitchFamily="18" charset="0"/>
                <a:cs typeface="Times New Roman" panose="02020603050405020304" pitchFamily="18" charset="0"/>
              </a:rPr>
              <a:t>How is the harm caused? </a:t>
            </a:r>
          </a:p>
          <a:p>
            <a:pPr marL="0" indent="0">
              <a:lnSpc>
                <a:spcPct val="150000"/>
              </a:lnSpc>
              <a:buNone/>
            </a:pPr>
            <a:endParaRPr lang="en-US" sz="1000" dirty="0">
              <a:solidFill>
                <a:srgbClr val="008000"/>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Was the harm caused by an </a:t>
            </a:r>
            <a:r>
              <a:rPr lang="en-US" sz="2800" i="1" dirty="0">
                <a:latin typeface="Times New Roman" panose="02020603050405020304" pitchFamily="18" charset="0"/>
                <a:cs typeface="Times New Roman" panose="02020603050405020304" pitchFamily="18" charset="0"/>
              </a:rPr>
              <a:t>act</a:t>
            </a:r>
            <a:r>
              <a:rPr lang="en-US" sz="2800" dirty="0">
                <a:latin typeface="Times New Roman" panose="02020603050405020304" pitchFamily="18" charset="0"/>
                <a:cs typeface="Times New Roman" panose="02020603050405020304" pitchFamily="18" charset="0"/>
              </a:rPr>
              <a:t> or </a:t>
            </a:r>
            <a:r>
              <a:rPr lang="en-US" sz="2800" i="1" dirty="0">
                <a:latin typeface="Times New Roman" panose="02020603050405020304" pitchFamily="18" charset="0"/>
                <a:cs typeface="Times New Roman" panose="02020603050405020304" pitchFamily="18" charset="0"/>
              </a:rPr>
              <a:t>omission</a:t>
            </a:r>
            <a:r>
              <a:rPr lang="en-US" sz="28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Should “words” be treated differently from “acts”? </a:t>
            </a:r>
          </a:p>
        </p:txBody>
      </p:sp>
    </p:spTree>
    <p:extLst>
      <p:ext uri="{BB962C8B-B14F-4D97-AF65-F5344CB8AC3E}">
        <p14:creationId xmlns:p14="http://schemas.microsoft.com/office/powerpoint/2010/main" val="3011770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Duty of care and types of harm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Who is the defendant? </a:t>
            </a:r>
          </a:p>
          <a:p>
            <a:pPr marL="0" indent="0">
              <a:buNone/>
            </a:pPr>
            <a:endParaRPr lang="en-US" sz="1000" dirty="0">
              <a:solidFill>
                <a:srgbClr val="008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Whether the defendant is a private individual or a public authority?</a:t>
            </a: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Is there a special relationship between the plaintiff and the defendant: </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occupier and entrant </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employer and employee </a:t>
            </a:r>
          </a:p>
          <a:p>
            <a:pPr lvl="2">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 manufacturer and consumer </a:t>
            </a:r>
          </a:p>
        </p:txBody>
      </p:sp>
    </p:spTree>
    <p:extLst>
      <p:ext uri="{BB962C8B-B14F-4D97-AF65-F5344CB8AC3E}">
        <p14:creationId xmlns:p14="http://schemas.microsoft.com/office/powerpoint/2010/main" val="166491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Duty of care and types of harm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buNone/>
            </a:pPr>
            <a:r>
              <a:rPr lang="en-US" sz="2800" u="sng" dirty="0">
                <a:solidFill>
                  <a:srgbClr val="008000"/>
                </a:solidFill>
                <a:latin typeface="Times New Roman" panose="02020603050405020304" pitchFamily="18" charset="0"/>
                <a:cs typeface="Times New Roman" panose="02020603050405020304" pitchFamily="18" charset="0"/>
              </a:rPr>
              <a:t>What is the nature of harm? </a:t>
            </a:r>
          </a:p>
          <a:p>
            <a:pPr marL="0" indent="0">
              <a:buNone/>
            </a:pPr>
            <a:endParaRPr lang="en-US" sz="1000" dirty="0">
              <a:solidFill>
                <a:srgbClr val="008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Was it physical injury or psychiatric harm? </a:t>
            </a:r>
          </a:p>
          <a:p>
            <a:pPr>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What about pure economic loss? </a:t>
            </a:r>
          </a:p>
        </p:txBody>
      </p:sp>
    </p:spTree>
    <p:extLst>
      <p:ext uri="{BB962C8B-B14F-4D97-AF65-F5344CB8AC3E}">
        <p14:creationId xmlns:p14="http://schemas.microsoft.com/office/powerpoint/2010/main" val="252572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3. Physical harm caused by act and omission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Physical harm caused by an act is regarded as the typical case in negligence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However, the distinction between acts and omissions may not always be </a:t>
            </a:r>
            <a:r>
              <a:rPr lang="en-US" sz="2800">
                <a:latin typeface="Times New Roman" panose="02020603050405020304" pitchFamily="18" charset="0"/>
                <a:cs typeface="Times New Roman" panose="02020603050405020304" pitchFamily="18" charset="0"/>
              </a:rPr>
              <a:t>clear </a:t>
            </a: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Was the harm caused by an act </a:t>
            </a:r>
            <a:r>
              <a:rPr lang="en-US" sz="2800" u="sng" dirty="0">
                <a:latin typeface="Times New Roman" panose="02020603050405020304" pitchFamily="18" charset="0"/>
                <a:cs typeface="Times New Roman" panose="02020603050405020304" pitchFamily="18" charset="0"/>
              </a:rPr>
              <a:t>or</a:t>
            </a:r>
            <a:r>
              <a:rPr lang="en-US" sz="2800" dirty="0">
                <a:latin typeface="Times New Roman" panose="02020603050405020304" pitchFamily="18" charset="0"/>
                <a:cs typeface="Times New Roman" panose="02020603050405020304" pitchFamily="18" charset="0"/>
              </a:rPr>
              <a:t> omission in </a:t>
            </a:r>
            <a:r>
              <a:rPr lang="en-US" sz="2800" i="1" dirty="0">
                <a:solidFill>
                  <a:srgbClr val="0070C0"/>
                </a:solidFill>
                <a:latin typeface="Times New Roman" panose="02020603050405020304" pitchFamily="18" charset="0"/>
                <a:cs typeface="Times New Roman" panose="02020603050405020304" pitchFamily="18" charset="0"/>
              </a:rPr>
              <a:t>Donoghue</a:t>
            </a:r>
            <a:r>
              <a:rPr lang="en-US" sz="2800" dirty="0">
                <a:latin typeface="Times New Roman" panose="02020603050405020304" pitchFamily="18" charset="0"/>
                <a:cs typeface="Times New Roman" panose="02020603050405020304" pitchFamily="18" charset="0"/>
              </a:rPr>
              <a:t> and </a:t>
            </a:r>
            <a:r>
              <a:rPr lang="en-US" sz="2800" i="1" dirty="0">
                <a:solidFill>
                  <a:srgbClr val="0070C0"/>
                </a:solidFill>
                <a:latin typeface="Times New Roman" panose="02020603050405020304" pitchFamily="18" charset="0"/>
                <a:cs typeface="Times New Roman" panose="02020603050405020304" pitchFamily="18" charset="0"/>
              </a:rPr>
              <a:t>Grant</a:t>
            </a:r>
            <a:r>
              <a:rPr lang="en-US" sz="2800" dirty="0">
                <a:latin typeface="Times New Roman" panose="02020603050405020304" pitchFamily="18" charset="0"/>
                <a:cs typeface="Times New Roman" panose="02020603050405020304" pitchFamily="18" charset="0"/>
              </a:rPr>
              <a:t>? </a:t>
            </a:r>
          </a:p>
        </p:txBody>
      </p:sp>
      <p:sp>
        <p:nvSpPr>
          <p:cNvPr id="4" name="Action Button: Help 3">
            <a:hlinkClick r:id="" action="ppaction://noaction" highlightClick="1"/>
            <a:extLst>
              <a:ext uri="{FF2B5EF4-FFF2-40B4-BE49-F238E27FC236}">
                <a16:creationId xmlns:a16="http://schemas.microsoft.com/office/drawing/2014/main" id="{7F56CA3F-B1BC-2273-AE2D-D903A2565F3C}"/>
              </a:ext>
            </a:extLst>
          </p:cNvPr>
          <p:cNvSpPr/>
          <p:nvPr/>
        </p:nvSpPr>
        <p:spPr>
          <a:xfrm>
            <a:off x="8784446" y="5146145"/>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847723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Where the physical harm is caused by an </a:t>
            </a:r>
            <a:r>
              <a:rPr lang="en-US" sz="2600" b="1" dirty="0">
                <a:latin typeface="Times New Roman" panose="02020603050405020304" pitchFamily="18" charset="0"/>
                <a:cs typeface="Times New Roman" panose="02020603050405020304" pitchFamily="18" charset="0"/>
              </a:rPr>
              <a:t>omission</a:t>
            </a:r>
            <a:r>
              <a:rPr lang="en-US" sz="2600" dirty="0">
                <a:latin typeface="Times New Roman" panose="02020603050405020304" pitchFamily="18" charset="0"/>
                <a:cs typeface="Times New Roman" panose="02020603050405020304" pitchFamily="18" charset="0"/>
              </a:rPr>
              <a:t>, more than reasonable foreseeability is required to establish a duty of care </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See</a:t>
            </a:r>
            <a:r>
              <a:rPr lang="en-US" sz="2800" dirty="0">
                <a:latin typeface="Times New Roman" panose="02020603050405020304" pitchFamily="18" charset="0"/>
                <a:cs typeface="Times New Roman" panose="02020603050405020304" pitchFamily="18" charset="0"/>
              </a:rPr>
              <a:t> </a:t>
            </a:r>
            <a:r>
              <a:rPr lang="en-US" sz="2800" i="1" dirty="0">
                <a:solidFill>
                  <a:srgbClr val="0070C0"/>
                </a:solidFill>
                <a:latin typeface="Times New Roman" panose="02020603050405020304" pitchFamily="18" charset="0"/>
                <a:cs typeface="Times New Roman" panose="02020603050405020304" pitchFamily="18" charset="0"/>
              </a:rPr>
              <a:t>Hargrave v Goldman (1963) 110 CLR 40 </a:t>
            </a:r>
            <a:r>
              <a:rPr lang="en-US" sz="2600" dirty="0">
                <a:solidFill>
                  <a:srgbClr val="7030A0"/>
                </a:solidFill>
                <a:latin typeface="Times New Roman" panose="02020603050405020304" pitchFamily="18" charset="0"/>
                <a:cs typeface="Times New Roman" panose="02020603050405020304" pitchFamily="18" charset="0"/>
              </a:rPr>
              <a:t>(lightning struck a red gum on Goldman's WA farm; tree felled but fire left to burn itself out; weather turned, fire revived, spread to Hargraves' properties)</a:t>
            </a:r>
          </a:p>
          <a:p>
            <a:pPr lvl="1">
              <a:lnSpc>
                <a:spcPct val="150000"/>
              </a:lnSpc>
              <a:buFont typeface="Wingdings" pitchFamily="2" charset="2"/>
              <a:buChar char="Ø"/>
            </a:pPr>
            <a:r>
              <a:rPr lang="en-US" sz="2600" dirty="0">
                <a:latin typeface="Times New Roman" panose="02020603050405020304" pitchFamily="18" charset="0"/>
                <a:cs typeface="Times New Roman" panose="02020603050405020304" pitchFamily="18" charset="0"/>
              </a:rPr>
              <a:t>Reasonable foreseeability; Occupier - </a:t>
            </a:r>
            <a:r>
              <a:rPr lang="en-US" sz="2600" dirty="0" err="1">
                <a:latin typeface="Times New Roman" panose="02020603050405020304" pitchFamily="18" charset="0"/>
                <a:cs typeface="Times New Roman" panose="02020603050405020304" pitchFamily="18" charset="0"/>
              </a:rPr>
              <a:t>neighbour</a:t>
            </a:r>
            <a:r>
              <a:rPr lang="en-US" sz="2600" dirty="0">
                <a:latin typeface="Times New Roman" panose="02020603050405020304" pitchFamily="18" charset="0"/>
                <a:cs typeface="Times New Roman" panose="02020603050405020304" pitchFamily="18" charset="0"/>
              </a:rPr>
              <a:t> (special relationship); knowledge; control</a:t>
            </a:r>
          </a:p>
        </p:txBody>
      </p:sp>
    </p:spTree>
    <p:extLst>
      <p:ext uri="{BB962C8B-B14F-4D97-AF65-F5344CB8AC3E}">
        <p14:creationId xmlns:p14="http://schemas.microsoft.com/office/powerpoint/2010/main" val="1315225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Consider the decision in </a:t>
            </a:r>
            <a:r>
              <a:rPr lang="en-US" sz="2800" i="1" dirty="0">
                <a:solidFill>
                  <a:srgbClr val="0070C0"/>
                </a:solidFill>
                <a:latin typeface="Times New Roman" panose="02020603050405020304" pitchFamily="18" charset="0"/>
                <a:cs typeface="Times New Roman" panose="02020603050405020304" pitchFamily="18" charset="0"/>
              </a:rPr>
              <a:t>Romeo v Conservation Commission </a:t>
            </a:r>
            <a:r>
              <a:rPr lang="en-US" sz="2800" dirty="0">
                <a:solidFill>
                  <a:srgbClr val="0070C0"/>
                </a:solidFill>
                <a:latin typeface="Times New Roman" panose="02020603050405020304" pitchFamily="18" charset="0"/>
                <a:cs typeface="Times New Roman" panose="02020603050405020304" pitchFamily="18" charset="0"/>
              </a:rPr>
              <a:t>(1998) 192 CLR 431</a:t>
            </a:r>
            <a:r>
              <a:rPr lang="en-US" sz="2800" dirty="0">
                <a:latin typeface="Times New Roman" panose="02020603050405020304" pitchFamily="18" charset="0"/>
                <a:cs typeface="Times New Roman" panose="02020603050405020304" pitchFamily="18" charset="0"/>
              </a:rPr>
              <a:t> – in casebook </a:t>
            </a:r>
            <a:r>
              <a:rPr lang="en-US" sz="2800" dirty="0">
                <a:solidFill>
                  <a:srgbClr val="7030A0"/>
                </a:solidFill>
                <a:latin typeface="Times New Roman" panose="02020603050405020304" pitchFamily="18" charset="0"/>
                <a:cs typeface="Times New Roman" panose="02020603050405020304" pitchFamily="18" charset="0"/>
              </a:rPr>
              <a:t>(Romeo and her friends had gone for a beach party at a Reserve managed by the Commission; Romeo fell from a cliff in suburban Darwin and became paraplegic; she argued that the accident happened due to the defendant’s failure to fence off the reserve from a cliff)</a:t>
            </a:r>
            <a:r>
              <a:rPr lang="en-US" sz="28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High Court by a majority held that the </a:t>
            </a:r>
            <a:r>
              <a:rPr lang="en-US" sz="2800" u="sng" dirty="0">
                <a:latin typeface="Times New Roman" panose="02020603050405020304" pitchFamily="18" charset="0"/>
                <a:cs typeface="Times New Roman" panose="02020603050405020304" pitchFamily="18" charset="0"/>
              </a:rPr>
              <a:t>duty of care</a:t>
            </a:r>
            <a:r>
              <a:rPr lang="en-US" sz="2800" dirty="0">
                <a:latin typeface="Times New Roman" panose="02020603050405020304" pitchFamily="18" charset="0"/>
                <a:cs typeface="Times New Roman" panose="02020603050405020304" pitchFamily="18" charset="0"/>
              </a:rPr>
              <a:t> did not extend to erecting a fence along the coastline.</a:t>
            </a:r>
          </a:p>
        </p:txBody>
      </p:sp>
    </p:spTree>
    <p:extLst>
      <p:ext uri="{BB962C8B-B14F-4D97-AF65-F5344CB8AC3E}">
        <p14:creationId xmlns:p14="http://schemas.microsoft.com/office/powerpoint/2010/main" val="3149356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Toohey and Gummow JJ observed that the Commission:</a:t>
            </a:r>
            <a:endParaRPr lang="en-US" sz="1000" dirty="0">
              <a:latin typeface="Times New Roman" panose="02020603050405020304" pitchFamily="18" charset="0"/>
              <a:cs typeface="Times New Roman" panose="02020603050405020304" pitchFamily="18" charset="0"/>
            </a:endParaRPr>
          </a:p>
          <a:p>
            <a:pPr marL="457200" lvl="1" indent="0">
              <a:lnSpc>
                <a:spcPct val="150000"/>
              </a:lnSpc>
              <a:buNone/>
            </a:pPr>
            <a:r>
              <a:rPr lang="en-US" sz="2600" dirty="0">
                <a:latin typeface="Times New Roman" panose="02020603050405020304" pitchFamily="18" charset="0"/>
                <a:cs typeface="Times New Roman" panose="02020603050405020304" pitchFamily="18" charset="0"/>
              </a:rPr>
              <a:t>‘was under a general duty to take reasonable steps to prevent persons entering the Reserve from suffering injury. But the taking of such steps did not extend to fencing off an area of natural beauty where the presence of a cliff was obvious’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nature of the danger should be: </a:t>
            </a:r>
          </a:p>
          <a:p>
            <a:pPr marL="457200" lvl="1" indent="0">
              <a:lnSpc>
                <a:spcPct val="150000"/>
              </a:lnSpc>
              <a:buNone/>
            </a:pPr>
            <a:r>
              <a:rPr lang="en-US" sz="2600" dirty="0">
                <a:latin typeface="Times New Roman" panose="02020603050405020304" pitchFamily="18" charset="0"/>
                <a:cs typeface="Times New Roman" panose="02020603050405020304" pitchFamily="18" charset="0"/>
              </a:rPr>
              <a:t>‘assessed </a:t>
            </a:r>
            <a:r>
              <a:rPr lang="en-US" sz="2600" u="sng" dirty="0">
                <a:latin typeface="Times New Roman" panose="02020603050405020304" pitchFamily="18" charset="0"/>
                <a:cs typeface="Times New Roman" panose="02020603050405020304" pitchFamily="18" charset="0"/>
              </a:rPr>
              <a:t>before the event</a:t>
            </a:r>
            <a:r>
              <a:rPr lang="en-US" sz="2600" dirty="0">
                <a:latin typeface="Times New Roman" panose="02020603050405020304" pitchFamily="18" charset="0"/>
                <a:cs typeface="Times New Roman" panose="02020603050405020304" pitchFamily="18" charset="0"/>
              </a:rPr>
              <a:t> according to its </a:t>
            </a:r>
            <a:r>
              <a:rPr lang="en-US" sz="2600" u="sng" dirty="0">
                <a:latin typeface="Times New Roman" panose="02020603050405020304" pitchFamily="18" charset="0"/>
                <a:cs typeface="Times New Roman" panose="02020603050405020304" pitchFamily="18" charset="0"/>
              </a:rPr>
              <a:t>obviousness</a:t>
            </a:r>
            <a:r>
              <a:rPr lang="en-US" sz="2600" dirty="0">
                <a:latin typeface="Times New Roman" panose="02020603050405020304" pitchFamily="18" charset="0"/>
                <a:cs typeface="Times New Roman" panose="02020603050405020304" pitchFamily="18" charset="0"/>
              </a:rPr>
              <a:t> and the </a:t>
            </a:r>
            <a:r>
              <a:rPr lang="en-US" sz="2600" u="sng" dirty="0">
                <a:latin typeface="Times New Roman" panose="02020603050405020304" pitchFamily="18" charset="0"/>
                <a:cs typeface="Times New Roman" panose="02020603050405020304" pitchFamily="18" charset="0"/>
              </a:rPr>
              <a:t>care ordinarily exercised</a:t>
            </a:r>
            <a:r>
              <a:rPr lang="en-US" sz="2600" dirty="0">
                <a:latin typeface="Times New Roman" panose="02020603050405020304" pitchFamily="18" charset="0"/>
                <a:cs typeface="Times New Roman" panose="02020603050405020304" pitchFamily="18" charset="0"/>
              </a:rPr>
              <a:t> by the public’ (adopting Brennan J’s test from </a:t>
            </a:r>
            <a:r>
              <a:rPr lang="en-US" sz="2600" i="1" dirty="0">
                <a:latin typeface="Times New Roman" panose="02020603050405020304" pitchFamily="18" charset="0"/>
                <a:cs typeface="Times New Roman" panose="02020603050405020304" pitchFamily="18" charset="0"/>
              </a:rPr>
              <a:t>Nagle</a:t>
            </a:r>
            <a:r>
              <a:rPr lang="en-US" sz="2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70744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Kirby J (part of the majority) noted that the considerations necessary in law – i.e., foreseeability and proximity – to give rise to a duty of care were satisfied in this case</a:t>
            </a:r>
          </a:p>
          <a:p>
            <a:pPr>
              <a:lnSpc>
                <a:spcPct val="150000"/>
              </a:lnSpc>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However: “It is one thing to hold that a person owes a </a:t>
            </a:r>
            <a:r>
              <a:rPr lang="en-US" sz="2800" u="sng" dirty="0">
                <a:latin typeface="Times New Roman" panose="02020603050405020304" pitchFamily="18" charset="0"/>
                <a:cs typeface="Times New Roman" panose="02020603050405020304" pitchFamily="18" charset="0"/>
              </a:rPr>
              <a:t>duty of care of some kind</a:t>
            </a:r>
            <a:r>
              <a:rPr lang="en-US" sz="2800" dirty="0">
                <a:latin typeface="Times New Roman" panose="02020603050405020304" pitchFamily="18" charset="0"/>
                <a:cs typeface="Times New Roman" panose="02020603050405020304" pitchFamily="18" charset="0"/>
              </a:rPr>
              <a:t> to another. But the critical question is commonly the measure or </a:t>
            </a:r>
            <a:r>
              <a:rPr lang="en-US" sz="2800" u="sng" dirty="0">
                <a:latin typeface="Times New Roman" panose="02020603050405020304" pitchFamily="18" charset="0"/>
                <a:cs typeface="Times New Roman" panose="02020603050405020304" pitchFamily="18" charset="0"/>
              </a:rPr>
              <a:t>scope of that duty</a:t>
            </a:r>
            <a:r>
              <a:rPr lang="en-US" sz="28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15142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Do you see any role for </a:t>
            </a:r>
            <a:r>
              <a:rPr lang="en-US" sz="2800" i="1" dirty="0">
                <a:latin typeface="Times New Roman" panose="02020603050405020304" pitchFamily="18" charset="0"/>
                <a:cs typeface="Times New Roman" panose="02020603050405020304" pitchFamily="18" charset="0"/>
              </a:rPr>
              <a:t>contributory negligence</a:t>
            </a:r>
            <a:r>
              <a:rPr lang="en-US" sz="2800" dirty="0">
                <a:latin typeface="Times New Roman" panose="02020603050405020304" pitchFamily="18" charset="0"/>
                <a:cs typeface="Times New Roman" panose="02020603050405020304" pitchFamily="18" charset="0"/>
              </a:rPr>
              <a:t> in the </a:t>
            </a:r>
            <a:r>
              <a:rPr lang="en-US" sz="2800" i="1" dirty="0">
                <a:solidFill>
                  <a:srgbClr val="0070C0"/>
                </a:solidFill>
                <a:latin typeface="Times New Roman" panose="02020603050405020304" pitchFamily="18" charset="0"/>
                <a:cs typeface="Times New Roman" panose="02020603050405020304" pitchFamily="18" charset="0"/>
              </a:rPr>
              <a:t>Romeo </a:t>
            </a:r>
            <a:r>
              <a:rPr lang="en-US" sz="2800" dirty="0">
                <a:latin typeface="Times New Roman" panose="02020603050405020304" pitchFamily="18" charset="0"/>
                <a:cs typeface="Times New Roman" panose="02020603050405020304" pitchFamily="18" charset="0"/>
              </a:rPr>
              <a:t>case?  </a:t>
            </a:r>
          </a:p>
        </p:txBody>
      </p:sp>
      <p:sp>
        <p:nvSpPr>
          <p:cNvPr id="4" name="Action Button: Help 3">
            <a:hlinkClick r:id="" action="ppaction://noaction" highlightClick="1"/>
            <a:extLst>
              <a:ext uri="{FF2B5EF4-FFF2-40B4-BE49-F238E27FC236}">
                <a16:creationId xmlns:a16="http://schemas.microsoft.com/office/drawing/2014/main" id="{F2988C4A-0353-2B25-5FA1-1B5DE00E1E13}"/>
              </a:ext>
            </a:extLst>
          </p:cNvPr>
          <p:cNvSpPr/>
          <p:nvPr/>
        </p:nvSpPr>
        <p:spPr>
          <a:xfrm>
            <a:off x="5053584" y="2476946"/>
            <a:ext cx="1042416" cy="1042416"/>
          </a:xfrm>
          <a:prstGeom prst="actionButtonHelp">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HK"/>
          </a:p>
        </p:txBody>
      </p:sp>
    </p:spTree>
    <p:extLst>
      <p:ext uri="{BB962C8B-B14F-4D97-AF65-F5344CB8AC3E}">
        <p14:creationId xmlns:p14="http://schemas.microsoft.com/office/powerpoint/2010/main" val="1108703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decision in </a:t>
            </a:r>
            <a:r>
              <a:rPr lang="en-US" sz="2800" i="1" dirty="0">
                <a:solidFill>
                  <a:srgbClr val="0070C0"/>
                </a:solidFill>
                <a:latin typeface="Times New Roman" panose="02020603050405020304" pitchFamily="18" charset="0"/>
                <a:cs typeface="Times New Roman" panose="02020603050405020304" pitchFamily="18" charset="0"/>
              </a:rPr>
              <a:t>Romeo</a:t>
            </a:r>
            <a:r>
              <a:rPr lang="en-US" sz="2800" dirty="0">
                <a:latin typeface="Times New Roman" panose="02020603050405020304" pitchFamily="18" charset="0"/>
                <a:cs typeface="Times New Roman" panose="02020603050405020304" pitchFamily="18" charset="0"/>
              </a:rPr>
              <a:t> is important for various reasons: </a:t>
            </a:r>
          </a:p>
          <a:p>
            <a:pPr>
              <a:lnSpc>
                <a:spcPct val="150000"/>
              </a:lnSpc>
              <a:buFont typeface="Wingdings" panose="05000000000000000000" pitchFamily="2" charset="2"/>
              <a:buChar char="§"/>
            </a:pPr>
            <a:endParaRPr lang="en-US" sz="800" dirty="0">
              <a:latin typeface="Times New Roman" panose="02020603050405020304" pitchFamily="18" charset="0"/>
              <a:cs typeface="Times New Roman" panose="02020603050405020304" pitchFamily="18" charset="0"/>
            </a:endParaRP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duty of care is </a:t>
            </a:r>
            <a:r>
              <a:rPr lang="en-US" sz="2800" b="1" dirty="0">
                <a:latin typeface="Times New Roman" panose="02020603050405020304" pitchFamily="18" charset="0"/>
                <a:cs typeface="Times New Roman" panose="02020603050405020304" pitchFamily="18" charset="0"/>
              </a:rPr>
              <a:t>not owed in the abstract</a:t>
            </a:r>
            <a:r>
              <a:rPr lang="en-US" sz="2800" dirty="0">
                <a:latin typeface="Times New Roman" panose="02020603050405020304" pitchFamily="18" charset="0"/>
                <a:cs typeface="Times New Roman" panose="02020603050405020304" pitchFamily="18" charset="0"/>
              </a:rPr>
              <a:t> in practice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the question of </a:t>
            </a:r>
            <a:r>
              <a:rPr lang="en-US" sz="2800" b="1" dirty="0">
                <a:latin typeface="Times New Roman" panose="02020603050405020304" pitchFamily="18" charset="0"/>
                <a:cs typeface="Times New Roman" panose="02020603050405020304" pitchFamily="18" charset="0"/>
              </a:rPr>
              <a:t>scope of the duty</a:t>
            </a:r>
            <a:r>
              <a:rPr lang="en-US" sz="2800" dirty="0">
                <a:latin typeface="Times New Roman" panose="02020603050405020304" pitchFamily="18" charset="0"/>
                <a:cs typeface="Times New Roman" panose="02020603050405020304" pitchFamily="18" charset="0"/>
              </a:rPr>
              <a:t> borders between elements of duty and its breach   </a:t>
            </a:r>
          </a:p>
          <a:p>
            <a:pPr lvl="2">
              <a:lnSpc>
                <a:spcPct val="150000"/>
              </a:lnSpc>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distinction between an </a:t>
            </a:r>
            <a:r>
              <a:rPr lang="en-US" sz="2800" b="1" dirty="0">
                <a:latin typeface="Times New Roman" panose="02020603050405020304" pitchFamily="18" charset="0"/>
                <a:cs typeface="Times New Roman" panose="02020603050405020304" pitchFamily="18" charset="0"/>
              </a:rPr>
              <a:t>obvious</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concealed </a:t>
            </a:r>
            <a:r>
              <a:rPr lang="en-US" sz="2800" dirty="0">
                <a:latin typeface="Times New Roman" panose="02020603050405020304" pitchFamily="18" charset="0"/>
                <a:cs typeface="Times New Roman" panose="02020603050405020304" pitchFamily="18" charset="0"/>
              </a:rPr>
              <a:t>risk (no duty to warn of an obvious risk) </a:t>
            </a: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4565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A38BD-4E5C-72B3-803F-8DC206437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3DE8A-70E6-57D2-7451-F229E589368F}"/>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A60A0B-F999-C7B8-6705-3AA029F1249B}"/>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Section 5F CLA  Meaning of “obvious risk”</a:t>
            </a:r>
          </a:p>
          <a:p>
            <a:pPr marL="0" indent="0">
              <a:lnSpc>
                <a:spcPct val="150000"/>
              </a:lnSpc>
              <a:buNone/>
            </a:pPr>
            <a:r>
              <a:rPr lang="en-US" sz="2400" dirty="0">
                <a:latin typeface="Times New Roman" panose="02020603050405020304" pitchFamily="18" charset="0"/>
                <a:cs typeface="Times New Roman" panose="02020603050405020304" pitchFamily="18" charset="0"/>
              </a:rPr>
              <a:t>(1)  For the purposes of this Division, an obvious risk to a person who suffers harm is a risk that, in the circumstances, would have been obvious to a reasonable person in the position of that person.</a:t>
            </a:r>
          </a:p>
          <a:p>
            <a:pPr marL="0" indent="0">
              <a:lnSpc>
                <a:spcPct val="150000"/>
              </a:lnSpc>
              <a:buNone/>
            </a:pPr>
            <a:r>
              <a:rPr lang="en-US" sz="2400" dirty="0">
                <a:latin typeface="Times New Roman" panose="02020603050405020304" pitchFamily="18" charset="0"/>
                <a:cs typeface="Times New Roman" panose="02020603050405020304" pitchFamily="18" charset="0"/>
              </a:rPr>
              <a:t>(2)  Obvious risks include risks that are patent or a matter of common knowledge.</a:t>
            </a:r>
          </a:p>
          <a:p>
            <a:pPr marL="0" indent="0">
              <a:lnSpc>
                <a:spcPct val="150000"/>
              </a:lnSpc>
              <a:buNone/>
            </a:pPr>
            <a:r>
              <a:rPr lang="en-US" sz="2400" dirty="0">
                <a:latin typeface="Times New Roman" panose="02020603050405020304" pitchFamily="18" charset="0"/>
                <a:cs typeface="Times New Roman" panose="02020603050405020304" pitchFamily="18" charset="0"/>
              </a:rPr>
              <a:t>(3)  A risk of something occurring can be an obvious risk even though it has a low probability of occurring.</a:t>
            </a:r>
          </a:p>
          <a:p>
            <a:pPr marL="0" indent="0">
              <a:lnSpc>
                <a:spcPct val="150000"/>
              </a:lnSpc>
              <a:buNone/>
            </a:pPr>
            <a:r>
              <a:rPr lang="en-US" sz="2400" dirty="0">
                <a:latin typeface="Times New Roman" panose="02020603050405020304" pitchFamily="18" charset="0"/>
                <a:cs typeface="Times New Roman" panose="02020603050405020304" pitchFamily="18" charset="0"/>
              </a:rPr>
              <a:t>(4)  A risk can be an obvious risk even if the risk (or a condition or circumstance that gives rise to the risk) is not prominent, conspicuous or physically observable.</a:t>
            </a: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2602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Section 5G of the Civil Liability Act lays down that “a person who suffers harm is </a:t>
            </a:r>
            <a:r>
              <a:rPr lang="en-US" sz="2600" i="1" dirty="0">
                <a:latin typeface="Times New Roman" panose="02020603050405020304" pitchFamily="18" charset="0"/>
                <a:cs typeface="Times New Roman" panose="02020603050405020304" pitchFamily="18" charset="0"/>
              </a:rPr>
              <a:t>presumed to have been aware of the risk</a:t>
            </a:r>
            <a:r>
              <a:rPr lang="en-US" sz="2600" dirty="0">
                <a:latin typeface="Times New Roman" panose="02020603050405020304" pitchFamily="18" charset="0"/>
                <a:cs typeface="Times New Roman" panose="02020603050405020304" pitchFamily="18" charset="0"/>
              </a:rPr>
              <a:t> of harm if it was an </a:t>
            </a:r>
            <a:r>
              <a:rPr lang="en-US" sz="2600" u="sng" dirty="0">
                <a:latin typeface="Times New Roman" panose="02020603050405020304" pitchFamily="18" charset="0"/>
                <a:cs typeface="Times New Roman" panose="02020603050405020304" pitchFamily="18" charset="0"/>
              </a:rPr>
              <a:t>obvious risk</a:t>
            </a:r>
            <a:r>
              <a:rPr lang="en-US" sz="2600" dirty="0">
                <a:latin typeface="Times New Roman" panose="02020603050405020304" pitchFamily="18" charset="0"/>
                <a:cs typeface="Times New Roman" panose="02020603050405020304" pitchFamily="18" charset="0"/>
              </a:rPr>
              <a:t>, unless the person proves on the balance of probabilities that he or she was not aware of the risk” </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Section 5H further provides that a “person (the defendant) does </a:t>
            </a:r>
            <a:r>
              <a:rPr lang="en-US" sz="2600" u="sng" dirty="0">
                <a:latin typeface="Times New Roman" panose="02020603050405020304" pitchFamily="18" charset="0"/>
                <a:cs typeface="Times New Roman" panose="02020603050405020304" pitchFamily="18" charset="0"/>
              </a:rPr>
              <a:t>not</a:t>
            </a:r>
            <a:r>
              <a:rPr lang="en-US" sz="2600" dirty="0">
                <a:latin typeface="Times New Roman" panose="02020603050405020304" pitchFamily="18" charset="0"/>
                <a:cs typeface="Times New Roman" panose="02020603050405020304" pitchFamily="18" charset="0"/>
              </a:rPr>
              <a:t> owe a duty of care to another person (the plaintiff) to warn of an obvious risk to the plaintiff” </a:t>
            </a:r>
          </a:p>
          <a:p>
            <a:pPr>
              <a:lnSpc>
                <a:spcPct val="150000"/>
              </a:lnSpc>
              <a:buFont typeface="Wingdings" pitchFamily="2" charset="2"/>
              <a:buChar char="Ø"/>
            </a:pPr>
            <a:r>
              <a:rPr lang="en-US" sz="2600" dirty="0">
                <a:latin typeface="Times New Roman" panose="02020603050405020304" pitchFamily="18" charset="0"/>
                <a:cs typeface="Times New Roman" panose="02020603050405020304" pitchFamily="18" charset="0"/>
              </a:rPr>
              <a:t>Note, we will return to obvious risk when we cover Breach of Duty</a:t>
            </a:r>
          </a:p>
        </p:txBody>
      </p:sp>
    </p:spTree>
    <p:extLst>
      <p:ext uri="{BB962C8B-B14F-4D97-AF65-F5344CB8AC3E}">
        <p14:creationId xmlns:p14="http://schemas.microsoft.com/office/powerpoint/2010/main" val="3834567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400" u="sng" dirty="0">
                <a:solidFill>
                  <a:srgbClr val="008000"/>
                </a:solidFill>
                <a:latin typeface="Times New Roman" panose="02020603050405020304" pitchFamily="18" charset="0"/>
                <a:cs typeface="Times New Roman" panose="02020603050405020304" pitchFamily="18" charset="0"/>
              </a:rPr>
              <a:t>No duty to rescue</a:t>
            </a:r>
            <a:endParaRPr lang="en-US" sz="9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Generally, there is </a:t>
            </a:r>
            <a:r>
              <a:rPr lang="en-US" sz="2400" b="1" dirty="0">
                <a:latin typeface="Times New Roman" panose="02020603050405020304" pitchFamily="18" charset="0"/>
                <a:cs typeface="Times New Roman" panose="02020603050405020304" pitchFamily="18" charset="0"/>
              </a:rPr>
              <a:t>no</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legal</a:t>
            </a:r>
            <a:r>
              <a:rPr lang="en-US" sz="2400" dirty="0">
                <a:latin typeface="Times New Roman" panose="02020603050405020304" pitchFamily="18" charset="0"/>
                <a:cs typeface="Times New Roman" panose="02020603050405020304" pitchFamily="18" charset="0"/>
              </a:rPr>
              <a:t> duty to rescue </a:t>
            </a:r>
          </a:p>
          <a:p>
            <a:pPr>
              <a:lnSpc>
                <a:spcPct val="150000"/>
              </a:lnSpc>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For example, the High Court held that police did not owe a duty of care to a person apparently preparing to take to take his own life (</a:t>
            </a:r>
            <a:r>
              <a:rPr lang="en-US" sz="2400" i="1" dirty="0">
                <a:solidFill>
                  <a:srgbClr val="0070C0"/>
                </a:solidFill>
                <a:latin typeface="Times New Roman" panose="02020603050405020304" pitchFamily="18" charset="0"/>
                <a:cs typeface="Times New Roman" panose="02020603050405020304" pitchFamily="18" charset="0"/>
              </a:rPr>
              <a:t>Stuart v Kirkland-Veenstra</a:t>
            </a:r>
            <a:r>
              <a:rPr lang="en-US" sz="2400" dirty="0">
                <a:latin typeface="Times New Roman" panose="02020603050405020304" pitchFamily="18" charset="0"/>
                <a:cs typeface="Times New Roman" panose="02020603050405020304" pitchFamily="18" charset="0"/>
              </a:rPr>
              <a:t>, 2009) </a:t>
            </a:r>
          </a:p>
        </p:txBody>
      </p:sp>
    </p:spTree>
    <p:extLst>
      <p:ext uri="{BB962C8B-B14F-4D97-AF65-F5344CB8AC3E}">
        <p14:creationId xmlns:p14="http://schemas.microsoft.com/office/powerpoint/2010/main" val="510549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87A2E-C17F-6918-1152-7B322DE67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4F190-251D-C386-0568-646A200FEE2F}"/>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AC71AB-21E7-4636-9200-C4C2C0994290}"/>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Sections 55-58 CLA (Good Samaritans) </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Section 56: ‘…</a:t>
            </a:r>
            <a:r>
              <a:rPr lang="en-US" sz="2600" b="1" i="1" dirty="0">
                <a:latin typeface="Times New Roman" panose="02020603050405020304" pitchFamily="18" charset="0"/>
                <a:cs typeface="Times New Roman" panose="02020603050405020304" pitchFamily="18" charset="0"/>
              </a:rPr>
              <a:t>a good </a:t>
            </a:r>
            <a:r>
              <a:rPr lang="en-US" sz="2600" b="1" i="1" dirty="0" err="1">
                <a:latin typeface="Times New Roman" panose="02020603050405020304" pitchFamily="18" charset="0"/>
                <a:cs typeface="Times New Roman" panose="02020603050405020304" pitchFamily="18" charset="0"/>
              </a:rPr>
              <a:t>samaritan</a:t>
            </a:r>
            <a:r>
              <a:rPr lang="en-US" sz="2600" b="1" i="1"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is a person who, in good faith and without expectation of payment or other reward, comes to the assistance of a person who is apparently injured or at risk of being injured.’</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Section 57: No liability for acts or omissions done in an emergency when assisting a person who is injured or at risk of being injured.</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statutory protection from liability does not apply if a person </a:t>
            </a:r>
            <a:r>
              <a:rPr lang="en-US" sz="2600" u="sng" dirty="0">
                <a:latin typeface="Times New Roman" panose="02020603050405020304" pitchFamily="18" charset="0"/>
                <a:cs typeface="Times New Roman" panose="02020603050405020304" pitchFamily="18" charset="0"/>
              </a:rPr>
              <a:t>created the risk</a:t>
            </a:r>
            <a:r>
              <a:rPr lang="en-US" sz="2600" dirty="0">
                <a:latin typeface="Times New Roman" panose="02020603050405020304" pitchFamily="18" charset="0"/>
                <a:cs typeface="Times New Roman" panose="02020603050405020304" pitchFamily="18" charset="0"/>
              </a:rPr>
              <a:t> or if the ‘Good Samaritan’ was under the influence (s 58(1) &amp; (2) CLA)</a:t>
            </a:r>
          </a:p>
        </p:txBody>
      </p:sp>
    </p:spTree>
    <p:extLst>
      <p:ext uri="{BB962C8B-B14F-4D97-AF65-F5344CB8AC3E}">
        <p14:creationId xmlns:p14="http://schemas.microsoft.com/office/powerpoint/2010/main" val="3413141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marL="0" indent="0">
              <a:lnSpc>
                <a:spcPct val="150000"/>
              </a:lnSpc>
              <a:buNone/>
            </a:pPr>
            <a:r>
              <a:rPr lang="en-US" sz="2800" u="sng" dirty="0">
                <a:solidFill>
                  <a:srgbClr val="008000"/>
                </a:solidFill>
                <a:latin typeface="Times New Roman" panose="02020603050405020304" pitchFamily="18" charset="0"/>
                <a:cs typeface="Times New Roman" panose="02020603050405020304" pitchFamily="18" charset="0"/>
              </a:rPr>
              <a:t>Controlling the conduct of others </a:t>
            </a:r>
          </a:p>
          <a:p>
            <a:pPr marL="0" indent="0">
              <a:lnSpc>
                <a:spcPct val="150000"/>
              </a:lnSpc>
              <a:buNone/>
            </a:pPr>
            <a:endParaRPr lang="en-US" sz="10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In certain situations, a person may be liable for her failure to exercise care over the conduct of persons who cause harm to the plaintiff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For example, </a:t>
            </a:r>
            <a:r>
              <a:rPr lang="en-US" sz="2800" b="1" dirty="0">
                <a:latin typeface="Times New Roman" panose="02020603050405020304" pitchFamily="18" charset="0"/>
                <a:cs typeface="Times New Roman" panose="02020603050405020304" pitchFamily="18" charset="0"/>
              </a:rPr>
              <a:t>parents’ failure</a:t>
            </a:r>
            <a:r>
              <a:rPr lang="en-US" sz="2800" dirty="0">
                <a:latin typeface="Times New Roman" panose="02020603050405020304" pitchFamily="18" charset="0"/>
                <a:cs typeface="Times New Roman" panose="02020603050405020304" pitchFamily="18" charset="0"/>
              </a:rPr>
              <a:t> to control the conduct of their children may entail liability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a:t>
            </a:r>
            <a:r>
              <a:rPr lang="en-US" sz="2800" i="1" dirty="0">
                <a:solidFill>
                  <a:srgbClr val="0070C0"/>
                </a:solidFill>
                <a:latin typeface="Times New Roman" panose="02020603050405020304" pitchFamily="18" charset="0"/>
                <a:cs typeface="Times New Roman" panose="02020603050405020304" pitchFamily="18" charset="0"/>
              </a:rPr>
              <a:t>Dorset Yacht </a:t>
            </a:r>
            <a:r>
              <a:rPr lang="en-US" sz="2800" dirty="0">
                <a:latin typeface="Times New Roman" panose="02020603050405020304" pitchFamily="18" charset="0"/>
                <a:cs typeface="Times New Roman" panose="02020603050405020304" pitchFamily="18" charset="0"/>
              </a:rPr>
              <a:t>case also illustrates this   </a:t>
            </a:r>
          </a:p>
        </p:txBody>
      </p:sp>
    </p:spTree>
    <p:extLst>
      <p:ext uri="{BB962C8B-B14F-4D97-AF65-F5344CB8AC3E}">
        <p14:creationId xmlns:p14="http://schemas.microsoft.com/office/powerpoint/2010/main" val="2160433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An </a:t>
            </a:r>
            <a:r>
              <a:rPr lang="en-US" sz="2800" b="1" dirty="0">
                <a:latin typeface="Times New Roman" panose="02020603050405020304" pitchFamily="18" charset="0"/>
                <a:cs typeface="Times New Roman" panose="02020603050405020304" pitchFamily="18" charset="0"/>
              </a:rPr>
              <a:t>occupier of land </a:t>
            </a:r>
            <a:r>
              <a:rPr lang="en-US" sz="2800" dirty="0">
                <a:latin typeface="Times New Roman" panose="02020603050405020304" pitchFamily="18" charset="0"/>
                <a:cs typeface="Times New Roman" panose="02020603050405020304" pitchFamily="18" charset="0"/>
              </a:rPr>
              <a:t>also owes duty of care to person lawfully on the land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This duty includes the duty to take reasonable care to protect people in one’s land, including from the conduct of third parties</a:t>
            </a:r>
          </a:p>
        </p:txBody>
      </p:sp>
    </p:spTree>
    <p:extLst>
      <p:ext uri="{BB962C8B-B14F-4D97-AF65-F5344CB8AC3E}">
        <p14:creationId xmlns:p14="http://schemas.microsoft.com/office/powerpoint/2010/main" val="218441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Consider the decision in </a:t>
            </a:r>
            <a:r>
              <a:rPr lang="en-US" sz="2600" i="1" dirty="0" err="1">
                <a:solidFill>
                  <a:srgbClr val="0070C0"/>
                </a:solidFill>
                <a:latin typeface="Times New Roman" panose="02020603050405020304" pitchFamily="18" charset="0"/>
                <a:cs typeface="Times New Roman" panose="02020603050405020304" pitchFamily="18" charset="0"/>
              </a:rPr>
              <a:t>Modbury</a:t>
            </a:r>
            <a:r>
              <a:rPr lang="en-US" sz="2600" i="1" dirty="0">
                <a:solidFill>
                  <a:srgbClr val="0070C0"/>
                </a:solidFill>
                <a:latin typeface="Times New Roman" panose="02020603050405020304" pitchFamily="18" charset="0"/>
                <a:cs typeface="Times New Roman" panose="02020603050405020304" pitchFamily="18" charset="0"/>
              </a:rPr>
              <a:t> Triangle Shopping Centre v </a:t>
            </a:r>
            <a:r>
              <a:rPr lang="en-US" sz="2600" i="1" dirty="0" err="1">
                <a:solidFill>
                  <a:srgbClr val="0070C0"/>
                </a:solidFill>
                <a:latin typeface="Times New Roman" panose="02020603050405020304" pitchFamily="18" charset="0"/>
                <a:cs typeface="Times New Roman" panose="02020603050405020304" pitchFamily="18" charset="0"/>
              </a:rPr>
              <a:t>Anzil</a:t>
            </a:r>
            <a:r>
              <a:rPr lang="en-US" sz="2600" i="1" dirty="0">
                <a:solidFill>
                  <a:srgbClr val="0070C0"/>
                </a:solidFill>
                <a:latin typeface="Times New Roman" panose="02020603050405020304" pitchFamily="18" charset="0"/>
                <a:cs typeface="Times New Roman" panose="02020603050405020304" pitchFamily="18" charset="0"/>
              </a:rPr>
              <a:t> </a:t>
            </a:r>
            <a:r>
              <a:rPr lang="en-US" sz="2600" dirty="0">
                <a:solidFill>
                  <a:srgbClr val="0070C0"/>
                </a:solidFill>
                <a:latin typeface="Times New Roman" panose="02020603050405020304" pitchFamily="18" charset="0"/>
                <a:cs typeface="Times New Roman" panose="02020603050405020304" pitchFamily="18" charset="0"/>
              </a:rPr>
              <a:t>(2000) 205 CLR 254 </a:t>
            </a:r>
            <a:r>
              <a:rPr lang="en-US" sz="2600" dirty="0">
                <a:solidFill>
                  <a:srgbClr val="7030A0"/>
                </a:solidFill>
                <a:latin typeface="Times New Roman" panose="02020603050405020304" pitchFamily="18" charset="0"/>
                <a:cs typeface="Times New Roman" panose="02020603050405020304" pitchFamily="18" charset="0"/>
              </a:rPr>
              <a:t>(</a:t>
            </a:r>
            <a:r>
              <a:rPr lang="en-US" sz="2600" dirty="0" err="1">
                <a:solidFill>
                  <a:srgbClr val="7030A0"/>
                </a:solidFill>
                <a:latin typeface="Times New Roman" panose="02020603050405020304" pitchFamily="18" charset="0"/>
                <a:cs typeface="Times New Roman" panose="02020603050405020304" pitchFamily="18" charset="0"/>
              </a:rPr>
              <a:t>Anzil</a:t>
            </a:r>
            <a:r>
              <a:rPr lang="en-US" sz="2600" dirty="0">
                <a:solidFill>
                  <a:srgbClr val="7030A0"/>
                </a:solidFill>
                <a:latin typeface="Times New Roman" panose="02020603050405020304" pitchFamily="18" charset="0"/>
                <a:cs typeface="Times New Roman" panose="02020603050405020304" pitchFamily="18" charset="0"/>
              </a:rPr>
              <a:t>, who was employed by a video shop in the Shopping Centre, was attacked by unknown people at 10:30pm when he was walking towards his car parked in the car park; the car park lights were timed to go off at 10pm; earlier the practice was to keep the lights on until 11pm)</a:t>
            </a:r>
            <a:endParaRPr lang="en-US" sz="26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question before the High Court was whether the Shopping Centre had a duty of care to </a:t>
            </a:r>
            <a:r>
              <a:rPr lang="en-US" sz="2600" dirty="0" err="1">
                <a:latin typeface="Times New Roman" panose="02020603050405020304" pitchFamily="18" charset="0"/>
                <a:cs typeface="Times New Roman" panose="02020603050405020304" pitchFamily="18" charset="0"/>
              </a:rPr>
              <a:t>Anzil</a:t>
            </a:r>
            <a:r>
              <a:rPr lang="en-US" sz="2600" dirty="0">
                <a:latin typeface="Times New Roman" panose="02020603050405020304" pitchFamily="18" charset="0"/>
                <a:cs typeface="Times New Roman" panose="02020603050405020304" pitchFamily="18" charset="0"/>
              </a:rPr>
              <a:t> for the physical injury inflicted by third parties?  </a:t>
            </a:r>
          </a:p>
        </p:txBody>
      </p:sp>
    </p:spTree>
    <p:extLst>
      <p:ext uri="{BB962C8B-B14F-4D97-AF65-F5344CB8AC3E}">
        <p14:creationId xmlns:p14="http://schemas.microsoft.com/office/powerpoint/2010/main" val="1270193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The High Court by majority held that the Shopping Centre’s duty of care:</a:t>
            </a:r>
          </a:p>
          <a:p>
            <a:pPr marL="457200" lvl="1" indent="0">
              <a:lnSpc>
                <a:spcPct val="150000"/>
              </a:lnSpc>
              <a:buNone/>
            </a:pPr>
            <a:r>
              <a:rPr lang="en-US" sz="2600" dirty="0">
                <a:latin typeface="Times New Roman" panose="02020603050405020304" pitchFamily="18" charset="0"/>
                <a:cs typeface="Times New Roman" panose="02020603050405020304" pitchFamily="18" charset="0"/>
              </a:rPr>
              <a:t>‘as an occupier of land </a:t>
            </a:r>
            <a:r>
              <a:rPr lang="en-US" sz="2600" u="sng" dirty="0">
                <a:latin typeface="Times New Roman" panose="02020603050405020304" pitchFamily="18" charset="0"/>
                <a:cs typeface="Times New Roman" panose="02020603050405020304" pitchFamily="18" charset="0"/>
              </a:rPr>
              <a:t>did not extend </a:t>
            </a:r>
            <a:r>
              <a:rPr lang="en-US" sz="2600" dirty="0">
                <a:latin typeface="Times New Roman" panose="02020603050405020304" pitchFamily="18" charset="0"/>
                <a:cs typeface="Times New Roman" panose="02020603050405020304" pitchFamily="18" charset="0"/>
              </a:rPr>
              <a:t>to taking reasonable care to prevent physical injury to the first respondent resulting from the criminal </a:t>
            </a:r>
            <a:r>
              <a:rPr lang="en-US" sz="2600" dirty="0" err="1">
                <a:latin typeface="Times New Roman" panose="02020603050405020304" pitchFamily="18" charset="0"/>
                <a:cs typeface="Times New Roman" panose="02020603050405020304" pitchFamily="18" charset="0"/>
              </a:rPr>
              <a:t>behaviour</a:t>
            </a:r>
            <a:r>
              <a:rPr lang="en-US" sz="2600" dirty="0">
                <a:latin typeface="Times New Roman" panose="02020603050405020304" pitchFamily="18" charset="0"/>
                <a:cs typeface="Times New Roman" panose="02020603050405020304" pitchFamily="18" charset="0"/>
              </a:rPr>
              <a:t> of third parties on that land’ </a:t>
            </a:r>
          </a:p>
          <a:p>
            <a:pPr>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Gleeson CJ noted that the basis of the occupier’s duty in relation to the condition of the premises was ‘</a:t>
            </a:r>
            <a:r>
              <a:rPr lang="en-US" sz="2600" i="1" dirty="0">
                <a:latin typeface="Times New Roman" panose="02020603050405020304" pitchFamily="18" charset="0"/>
                <a:cs typeface="Times New Roman" panose="02020603050405020304" pitchFamily="18" charset="0"/>
              </a:rPr>
              <a:t>control</a:t>
            </a:r>
            <a:r>
              <a:rPr lang="en-US" sz="2600" dirty="0">
                <a:latin typeface="Times New Roman" panose="02020603050405020304" pitchFamily="18" charset="0"/>
                <a:cs typeface="Times New Roman" panose="02020603050405020304" pitchFamily="18" charset="0"/>
              </a:rPr>
              <a:t> over, and </a:t>
            </a:r>
            <a:r>
              <a:rPr lang="en-US" sz="2600" i="1" dirty="0">
                <a:latin typeface="Times New Roman" panose="02020603050405020304" pitchFamily="18" charset="0"/>
                <a:cs typeface="Times New Roman" panose="02020603050405020304" pitchFamily="18" charset="0"/>
              </a:rPr>
              <a:t>knowledge</a:t>
            </a:r>
            <a:r>
              <a:rPr lang="en-US" sz="2600" dirty="0">
                <a:latin typeface="Times New Roman" panose="02020603050405020304" pitchFamily="18" charset="0"/>
                <a:cs typeface="Times New Roman" panose="02020603050405020304" pitchFamily="18" charset="0"/>
              </a:rPr>
              <a:t> of, the state of the premises’ </a:t>
            </a:r>
          </a:p>
        </p:txBody>
      </p:sp>
    </p:spTree>
    <p:extLst>
      <p:ext uri="{BB962C8B-B14F-4D97-AF65-F5344CB8AC3E}">
        <p14:creationId xmlns:p14="http://schemas.microsoft.com/office/powerpoint/2010/main" val="296590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B3DC0-E3AD-79E9-84EB-0A521195E9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D1960-D47C-C74D-93B9-C1FDF5F76A27}"/>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161F065-1720-37F3-FD47-0A3F4FD753F3}"/>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Gleeson CJ: </a:t>
            </a:r>
          </a:p>
          <a:p>
            <a:pPr marL="457200" lvl="1" indent="0">
              <a:lnSpc>
                <a:spcPct val="150000"/>
              </a:lnSpc>
              <a:buNone/>
            </a:pPr>
            <a:r>
              <a:rPr lang="en-US" sz="2200" dirty="0">
                <a:latin typeface="Times New Roman" panose="02020603050405020304" pitchFamily="18" charset="0"/>
                <a:cs typeface="Times New Roman" panose="02020603050405020304" pitchFamily="18" charset="0"/>
              </a:rPr>
              <a:t>The occupier of land owes a duty of care to a person lawfully upon the land. That is not in doubt. It is clear that the appellant owed the first respondent a duty in relation to the physical state and condition of the car park. The point of debate concerns whether the appellant owed </a:t>
            </a:r>
            <a:r>
              <a:rPr lang="en-US" sz="2200" b="1" dirty="0">
                <a:latin typeface="Times New Roman" panose="02020603050405020304" pitchFamily="18" charset="0"/>
                <a:cs typeface="Times New Roman" panose="02020603050405020304" pitchFamily="18" charset="0"/>
              </a:rPr>
              <a:t>a duty of a kind relevant to the harm</a:t>
            </a:r>
            <a:r>
              <a:rPr lang="en-US" sz="2200" dirty="0">
                <a:latin typeface="Times New Roman" panose="02020603050405020304" pitchFamily="18" charset="0"/>
                <a:cs typeface="Times New Roman" panose="02020603050405020304" pitchFamily="18" charset="0"/>
              </a:rPr>
              <a:t> which befell the first respondent… The nature of the harm suffered was physical injury inflicted by a third party over whose actions the appellant had no control. Thus, any relevant duty must have been a duty related to the security of the first respondent. It must have been a duty, as occupier of land, to take reasonable care to protect people in the position of the first respondent from conduct, </a:t>
            </a:r>
            <a:r>
              <a:rPr lang="en-US" sz="2200" b="1" dirty="0">
                <a:latin typeface="Times New Roman" panose="02020603050405020304" pitchFamily="18" charset="0"/>
                <a:cs typeface="Times New Roman" panose="02020603050405020304" pitchFamily="18" charset="0"/>
              </a:rPr>
              <a:t>including criminal conduct, of third parties</a:t>
            </a:r>
            <a:r>
              <a:rPr lang="en-US"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61683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Unlike </a:t>
            </a:r>
            <a:r>
              <a:rPr lang="en-US" sz="2800" i="1" dirty="0">
                <a:solidFill>
                  <a:srgbClr val="0070C0"/>
                </a:solidFill>
                <a:latin typeface="Times New Roman" panose="02020603050405020304" pitchFamily="18" charset="0"/>
                <a:cs typeface="Times New Roman" panose="02020603050405020304" pitchFamily="18" charset="0"/>
              </a:rPr>
              <a:t>Dorset Yacht</a:t>
            </a:r>
            <a:r>
              <a:rPr lang="en-US" sz="2800" dirty="0">
                <a:latin typeface="Times New Roman" panose="02020603050405020304" pitchFamily="18" charset="0"/>
                <a:cs typeface="Times New Roman" panose="02020603050405020304" pitchFamily="18" charset="0"/>
              </a:rPr>
              <a:t>, the defendant in this case had no </a:t>
            </a:r>
            <a:r>
              <a:rPr lang="en-US" sz="2800" u="sng" dirty="0">
                <a:latin typeface="Times New Roman" panose="02020603050405020304" pitchFamily="18" charset="0"/>
                <a:cs typeface="Times New Roman" panose="02020603050405020304" pitchFamily="18" charset="0"/>
              </a:rPr>
              <a:t>control</a:t>
            </a:r>
            <a:r>
              <a:rPr lang="en-US" sz="2800" dirty="0">
                <a:latin typeface="Times New Roman" panose="02020603050405020304" pitchFamily="18" charset="0"/>
                <a:cs typeface="Times New Roman" panose="02020603050405020304" pitchFamily="18" charset="0"/>
              </a:rPr>
              <a:t> over the </a:t>
            </a:r>
            <a:r>
              <a:rPr lang="en-US" sz="2800" dirty="0" err="1">
                <a:latin typeface="Times New Roman" panose="02020603050405020304" pitchFamily="18" charset="0"/>
                <a:cs typeface="Times New Roman" panose="02020603050405020304" pitchFamily="18" charset="0"/>
              </a:rPr>
              <a:t>behaviour</a:t>
            </a:r>
            <a:r>
              <a:rPr lang="en-US" sz="2800" dirty="0">
                <a:latin typeface="Times New Roman" panose="02020603050405020304" pitchFamily="18" charset="0"/>
                <a:cs typeface="Times New Roman" panose="02020603050405020304" pitchFamily="18" charset="0"/>
              </a:rPr>
              <a:t> of the men who attacked </a:t>
            </a:r>
            <a:r>
              <a:rPr lang="en-US" sz="2800" dirty="0" err="1">
                <a:latin typeface="Times New Roman" panose="02020603050405020304" pitchFamily="18" charset="0"/>
                <a:cs typeface="Times New Roman" panose="02020603050405020304" pitchFamily="18" charset="0"/>
              </a:rPr>
              <a:t>Anzil</a:t>
            </a:r>
            <a:r>
              <a:rPr lang="en-US" sz="2800" dirty="0">
                <a:latin typeface="Times New Roman" panose="02020603050405020304" pitchFamily="18" charset="0"/>
                <a:cs typeface="Times New Roman" panose="02020603050405020304" pitchFamily="18" charset="0"/>
              </a:rPr>
              <a:t>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Nor could </a:t>
            </a:r>
            <a:r>
              <a:rPr lang="en-US" sz="2800" u="sng" dirty="0">
                <a:latin typeface="Times New Roman" panose="02020603050405020304" pitchFamily="18" charset="0"/>
                <a:cs typeface="Times New Roman" panose="02020603050405020304" pitchFamily="18" charset="0"/>
              </a:rPr>
              <a:t>reliance</a:t>
            </a:r>
            <a:r>
              <a:rPr lang="en-US" sz="2800" dirty="0">
                <a:latin typeface="Times New Roman" panose="02020603050405020304" pitchFamily="18" charset="0"/>
                <a:cs typeface="Times New Roman" panose="02020603050405020304" pitchFamily="18" charset="0"/>
              </a:rPr>
              <a:t> be the basis of a duty of care in this case, e.g., the video shop could have its own additional security arrangements </a:t>
            </a:r>
          </a:p>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This was also not a case of </a:t>
            </a:r>
            <a:r>
              <a:rPr lang="en-US" sz="2800" u="sng" dirty="0">
                <a:latin typeface="Times New Roman" panose="02020603050405020304" pitchFamily="18" charset="0"/>
                <a:cs typeface="Times New Roman" panose="02020603050405020304" pitchFamily="18" charset="0"/>
              </a:rPr>
              <a:t>assumption of responsibility</a:t>
            </a:r>
            <a:r>
              <a:rPr lang="en-US" sz="2800" dirty="0">
                <a:latin typeface="Times New Roman" panose="02020603050405020304" pitchFamily="18" charset="0"/>
                <a:cs typeface="Times New Roman" panose="02020603050405020304" pitchFamily="18" charset="0"/>
              </a:rPr>
              <a:t> – the responsibility to illuminate the car park does not lead to the responsibility to protect the respondent from attack by criminals in the car park        </a:t>
            </a:r>
          </a:p>
        </p:txBody>
      </p:sp>
    </p:spTree>
    <p:extLst>
      <p:ext uri="{BB962C8B-B14F-4D97-AF65-F5344CB8AC3E}">
        <p14:creationId xmlns:p14="http://schemas.microsoft.com/office/powerpoint/2010/main" val="2830575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Physical harm caused by act and omission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Gleeson CJ though observed that a duty to take reasonable steps </a:t>
            </a:r>
            <a:r>
              <a:rPr lang="en-US" sz="2800" i="1" dirty="0">
                <a:latin typeface="Times New Roman" panose="02020603050405020304" pitchFamily="18" charset="0"/>
                <a:cs typeface="Times New Roman" panose="02020603050405020304" pitchFamily="18" charset="0"/>
              </a:rPr>
              <a:t>may </a:t>
            </a:r>
            <a:r>
              <a:rPr lang="en-US" sz="2800" dirty="0">
                <a:latin typeface="Times New Roman" panose="02020603050405020304" pitchFamily="18" charset="0"/>
                <a:cs typeface="Times New Roman" panose="02020603050405020304" pitchFamily="18" charset="0"/>
              </a:rPr>
              <a:t>arise in circumstances in which the criminal conduct has </a:t>
            </a:r>
            <a:r>
              <a:rPr lang="en-US" sz="2800" u="sng" dirty="0">
                <a:latin typeface="Times New Roman" panose="02020603050405020304" pitchFamily="18" charset="0"/>
                <a:cs typeface="Times New Roman" panose="02020603050405020304" pitchFamily="18" charset="0"/>
              </a:rPr>
              <a:t>high degree of foreseeability</a:t>
            </a:r>
            <a:r>
              <a:rPr lang="en-US" sz="2800" dirty="0">
                <a:latin typeface="Times New Roman" panose="02020603050405020304" pitchFamily="18" charset="0"/>
                <a:cs typeface="Times New Roman" panose="02020603050405020304" pitchFamily="18" charset="0"/>
              </a:rPr>
              <a:t> and </a:t>
            </a:r>
            <a:r>
              <a:rPr lang="en-US" sz="2800" u="sng" dirty="0">
                <a:latin typeface="Times New Roman" panose="02020603050405020304" pitchFamily="18" charset="0"/>
                <a:cs typeface="Times New Roman" panose="02020603050405020304" pitchFamily="18" charset="0"/>
              </a:rPr>
              <a:t>predictability</a:t>
            </a:r>
            <a:r>
              <a:rPr lang="en-US" sz="2800" dirty="0">
                <a:latin typeface="Times New Roman" panose="02020603050405020304" pitchFamily="18" charset="0"/>
                <a:cs typeface="Times New Roman" panose="02020603050405020304" pitchFamily="18" charset="0"/>
              </a:rPr>
              <a:t> </a:t>
            </a:r>
          </a:p>
        </p:txBody>
      </p:sp>
      <p:sp>
        <p:nvSpPr>
          <p:cNvPr id="4" name="Scroll: Horizontal 3">
            <a:extLst>
              <a:ext uri="{FF2B5EF4-FFF2-40B4-BE49-F238E27FC236}">
                <a16:creationId xmlns:a16="http://schemas.microsoft.com/office/drawing/2014/main" id="{C11FD5F8-CD71-C11E-F60E-9862B4FFBD2F}"/>
              </a:ext>
            </a:extLst>
          </p:cNvPr>
          <p:cNvSpPr/>
          <p:nvPr/>
        </p:nvSpPr>
        <p:spPr>
          <a:xfrm>
            <a:off x="7166343" y="3301409"/>
            <a:ext cx="3742661" cy="2472070"/>
          </a:xfrm>
          <a:prstGeom prst="horizontalScroll">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00" dirty="0">
                <a:solidFill>
                  <a:srgbClr val="FF0000"/>
                </a:solidFill>
                <a:latin typeface="Times New Roman" panose="02020603050405020304" pitchFamily="18" charset="0"/>
                <a:cs typeface="Times New Roman" panose="02020603050405020304" pitchFamily="18" charset="0"/>
              </a:rPr>
              <a:t>Were there past criminal activities in this case? </a:t>
            </a:r>
          </a:p>
        </p:txBody>
      </p:sp>
    </p:spTree>
    <p:extLst>
      <p:ext uri="{BB962C8B-B14F-4D97-AF65-F5344CB8AC3E}">
        <p14:creationId xmlns:p14="http://schemas.microsoft.com/office/powerpoint/2010/main" val="671632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563526" y="386398"/>
            <a:ext cx="8803758" cy="648000"/>
          </a:xfrm>
        </p:spPr>
        <p:txBody>
          <a:bodyPr>
            <a:normAutofit/>
          </a:bodyPr>
          <a:lstStyle/>
          <a:p>
            <a:r>
              <a:rPr lang="en-US" dirty="0">
                <a:solidFill>
                  <a:schemeClr val="accent3"/>
                </a:solidFill>
                <a:latin typeface="Times New Roman" panose="02020603050405020304" pitchFamily="18" charset="0"/>
                <a:cs typeface="Times New Roman" panose="02020603050405020304" pitchFamily="18" charset="0"/>
              </a:rPr>
              <a:t>4. Product liability </a:t>
            </a:r>
            <a:endParaRPr lang="en-AU" dirty="0">
              <a:solidFill>
                <a:schemeClr val="accent3"/>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 duty of care may arise in relation to the manufacture, distribution and consumption of goods </a:t>
            </a: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Until the </a:t>
            </a:r>
            <a:r>
              <a:rPr lang="en-US" sz="2800" i="1" dirty="0">
                <a:solidFill>
                  <a:srgbClr val="0070C0"/>
                </a:solidFill>
                <a:latin typeface="Times New Roman" panose="02020603050405020304" pitchFamily="18" charset="0"/>
                <a:cs typeface="Times New Roman" panose="02020603050405020304" pitchFamily="18" charset="0"/>
              </a:rPr>
              <a:t>Donoghue</a:t>
            </a:r>
            <a:r>
              <a:rPr lang="en-US" sz="2800" dirty="0">
                <a:latin typeface="Times New Roman" panose="02020603050405020304" pitchFamily="18" charset="0"/>
                <a:cs typeface="Times New Roman" panose="02020603050405020304" pitchFamily="18" charset="0"/>
              </a:rPr>
              <a:t> case, the owner of “</a:t>
            </a:r>
            <a:r>
              <a:rPr lang="en-US" sz="2800" u="sng" dirty="0">
                <a:latin typeface="Times New Roman" panose="02020603050405020304" pitchFamily="18" charset="0"/>
                <a:cs typeface="Times New Roman" panose="02020603050405020304" pitchFamily="18" charset="0"/>
              </a:rPr>
              <a:t>dangerous things</a:t>
            </a:r>
            <a:r>
              <a:rPr lang="en-US" sz="2800" dirty="0">
                <a:latin typeface="Times New Roman" panose="02020603050405020304" pitchFamily="18" charset="0"/>
                <a:cs typeface="Times New Roman" panose="02020603050405020304" pitchFamily="18" charset="0"/>
              </a:rPr>
              <a:t>” had a duty to take reasonable precautions to ensure that such things do not fall into the hands of third parties and cause harm  </a:t>
            </a:r>
          </a:p>
          <a:p>
            <a:pPr>
              <a:lnSpc>
                <a:spcPct val="150000"/>
              </a:lnSpc>
              <a:buFont typeface="Courier New" panose="02070309020205020404" pitchFamily="49" charset="0"/>
              <a:buChar char="o"/>
            </a:pPr>
            <a:r>
              <a:rPr lang="en-US" sz="2800" i="1" dirty="0">
                <a:latin typeface="Times New Roman" panose="02020603050405020304" pitchFamily="18" charset="0"/>
                <a:cs typeface="Times New Roman" panose="02020603050405020304" pitchFamily="18" charset="0"/>
              </a:rPr>
              <a:t>No</a:t>
            </a:r>
            <a:r>
              <a:rPr lang="en-US" sz="2800" dirty="0">
                <a:latin typeface="Times New Roman" panose="02020603050405020304" pitchFamily="18" charset="0"/>
                <a:cs typeface="Times New Roman" panose="02020603050405020304" pitchFamily="18" charset="0"/>
              </a:rPr>
              <a:t> such duty existed regarding non-dangerous things  </a:t>
            </a:r>
          </a:p>
        </p:txBody>
      </p:sp>
    </p:spTree>
    <p:extLst>
      <p:ext uri="{BB962C8B-B14F-4D97-AF65-F5344CB8AC3E}">
        <p14:creationId xmlns:p14="http://schemas.microsoft.com/office/powerpoint/2010/main" val="1643290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Product liability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After </a:t>
            </a:r>
            <a:r>
              <a:rPr lang="en-US" sz="2800" i="1" dirty="0">
                <a:solidFill>
                  <a:srgbClr val="0070C0"/>
                </a:solidFill>
                <a:latin typeface="Times New Roman" panose="02020603050405020304" pitchFamily="18" charset="0"/>
                <a:cs typeface="Times New Roman" panose="02020603050405020304" pitchFamily="18" charset="0"/>
              </a:rPr>
              <a:t>Donoghue</a:t>
            </a:r>
            <a:r>
              <a:rPr lang="en-US" sz="2800" dirty="0">
                <a:latin typeface="Times New Roman" panose="02020603050405020304" pitchFamily="18" charset="0"/>
                <a:cs typeface="Times New Roman" panose="02020603050405020304" pitchFamily="18" charset="0"/>
              </a:rPr>
              <a:t> and </a:t>
            </a:r>
            <a:r>
              <a:rPr lang="en-US" sz="2800" i="1" dirty="0">
                <a:solidFill>
                  <a:srgbClr val="0070C0"/>
                </a:solidFill>
                <a:latin typeface="Times New Roman" panose="02020603050405020304" pitchFamily="18" charset="0"/>
                <a:cs typeface="Times New Roman" panose="02020603050405020304" pitchFamily="18" charset="0"/>
              </a:rPr>
              <a:t>Grant</a:t>
            </a:r>
            <a:r>
              <a:rPr lang="en-US" sz="2800" dirty="0">
                <a:latin typeface="Times New Roman" panose="02020603050405020304" pitchFamily="18" charset="0"/>
                <a:cs typeface="Times New Roman" panose="02020603050405020304" pitchFamily="18" charset="0"/>
              </a:rPr>
              <a:t>, the ordinary principle of </a:t>
            </a:r>
            <a:r>
              <a:rPr lang="en-US" sz="2800" b="1" dirty="0">
                <a:latin typeface="Times New Roman" panose="02020603050405020304" pitchFamily="18" charset="0"/>
                <a:cs typeface="Times New Roman" panose="02020603050405020304" pitchFamily="18" charset="0"/>
              </a:rPr>
              <a:t>negligence</a:t>
            </a:r>
            <a:r>
              <a:rPr lang="en-US" sz="2800" dirty="0">
                <a:latin typeface="Times New Roman" panose="02020603050405020304" pitchFamily="18" charset="0"/>
                <a:cs typeface="Times New Roman" panose="02020603050405020304" pitchFamily="18" charset="0"/>
              </a:rPr>
              <a:t> can be the basis of liability in relation to defective products </a:t>
            </a: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In addition to negligence, product liability may also arise under law of </a:t>
            </a:r>
            <a:r>
              <a:rPr lang="en-US" sz="2800" b="1" dirty="0">
                <a:latin typeface="Times New Roman" panose="02020603050405020304" pitchFamily="18" charset="0"/>
                <a:cs typeface="Times New Roman" panose="02020603050405020304" pitchFamily="18" charset="0"/>
              </a:rPr>
              <a:t>contract </a:t>
            </a:r>
            <a:r>
              <a:rPr lang="en-US" sz="2800" dirty="0">
                <a:latin typeface="Times New Roman" panose="02020603050405020304" pitchFamily="18" charset="0"/>
                <a:cs typeface="Times New Roman" panose="02020603050405020304" pitchFamily="18" charset="0"/>
              </a:rPr>
              <a:t>or</a:t>
            </a:r>
            <a:r>
              <a:rPr lang="en-US" sz="2800" b="1" dirty="0">
                <a:latin typeface="Times New Roman" panose="02020603050405020304" pitchFamily="18" charset="0"/>
                <a:cs typeface="Times New Roman" panose="02020603050405020304" pitchFamily="18" charset="0"/>
              </a:rPr>
              <a:t> sale of goods</a:t>
            </a:r>
            <a:endParaRPr lang="en-US" sz="28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Then there are </a:t>
            </a:r>
            <a:r>
              <a:rPr lang="en-US" sz="2800" b="1" dirty="0">
                <a:latin typeface="Times New Roman" panose="02020603050405020304" pitchFamily="18" charset="0"/>
                <a:cs typeface="Times New Roman" panose="02020603050405020304" pitchFamily="18" charset="0"/>
              </a:rPr>
              <a:t>consumer protection legislation </a:t>
            </a:r>
            <a:r>
              <a:rPr lang="en-US" sz="2800" dirty="0">
                <a:latin typeface="Times New Roman" panose="02020603050405020304" pitchFamily="18" charset="0"/>
                <a:cs typeface="Times New Roman" panose="02020603050405020304" pitchFamily="18" charset="0"/>
              </a:rPr>
              <a:t>– the Australian Consumer Law </a:t>
            </a:r>
          </a:p>
        </p:txBody>
      </p:sp>
    </p:spTree>
    <p:extLst>
      <p:ext uri="{BB962C8B-B14F-4D97-AF65-F5344CB8AC3E}">
        <p14:creationId xmlns:p14="http://schemas.microsoft.com/office/powerpoint/2010/main" val="3294179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Product liability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Consider </a:t>
            </a:r>
            <a:r>
              <a:rPr lang="en-US" sz="2800" i="1" dirty="0">
                <a:solidFill>
                  <a:srgbClr val="0070C0"/>
                </a:solidFill>
                <a:latin typeface="Times New Roman" panose="02020603050405020304" pitchFamily="18" charset="0"/>
                <a:cs typeface="Times New Roman" panose="02020603050405020304" pitchFamily="18" charset="0"/>
              </a:rPr>
              <a:t>Graham Barclay Oysters v Ryan </a:t>
            </a:r>
            <a:r>
              <a:rPr lang="en-US" sz="2800" dirty="0">
                <a:solidFill>
                  <a:srgbClr val="0070C0"/>
                </a:solidFill>
                <a:latin typeface="Times New Roman" panose="02020603050405020304" pitchFamily="18" charset="0"/>
                <a:cs typeface="Times New Roman" panose="02020603050405020304" pitchFamily="18" charset="0"/>
              </a:rPr>
              <a:t>(2002) 211 CLR 540 </a:t>
            </a:r>
            <a:r>
              <a:rPr lang="en-US" sz="2800" dirty="0">
                <a:solidFill>
                  <a:srgbClr val="7030A0"/>
                </a:solidFill>
                <a:latin typeface="Times New Roman" panose="02020603050405020304" pitchFamily="18" charset="0"/>
                <a:cs typeface="Times New Roman" panose="02020603050405020304" pitchFamily="18" charset="0"/>
              </a:rPr>
              <a:t>(Ryan and others became ill with Hepatitis A (HAV) after eating oysters from a lake in NSW; the oysters were grown and distributed by the defendant; the HAV in the lake came from </a:t>
            </a:r>
            <a:r>
              <a:rPr lang="en-US" sz="2800" dirty="0" err="1">
                <a:solidFill>
                  <a:srgbClr val="7030A0"/>
                </a:solidFill>
                <a:latin typeface="Times New Roman" panose="02020603050405020304" pitchFamily="18" charset="0"/>
                <a:cs typeface="Times New Roman" panose="02020603050405020304" pitchFamily="18" charset="0"/>
              </a:rPr>
              <a:t>faecal</a:t>
            </a:r>
            <a:r>
              <a:rPr lang="en-US" sz="2800" dirty="0">
                <a:solidFill>
                  <a:srgbClr val="7030A0"/>
                </a:solidFill>
                <a:latin typeface="Times New Roman" panose="02020603050405020304" pitchFamily="18" charset="0"/>
                <a:cs typeface="Times New Roman" panose="02020603050405020304" pitchFamily="18" charset="0"/>
              </a:rPr>
              <a:t> contamination from various outlets after a storm; the process of “depuration” only reduced but did not eliminate the viral load) </a:t>
            </a:r>
            <a:endParaRPr lang="en-US" sz="2800" dirty="0">
              <a:latin typeface="Times New Roman" panose="02020603050405020304" pitchFamily="18" charset="0"/>
              <a:cs typeface="Times New Roman" panose="02020603050405020304" pitchFamily="18" charset="0"/>
            </a:endParaRPr>
          </a:p>
          <a:p>
            <a:pPr>
              <a:lnSpc>
                <a:spcPct val="150000"/>
              </a:lnSpc>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Ryan sued Graham Barclay, the Great Lakes Council and the NSW government for negligence and breach of the </a:t>
            </a:r>
            <a:r>
              <a:rPr lang="en-US" sz="2800" i="1" dirty="0">
                <a:latin typeface="Times New Roman" panose="02020603050405020304" pitchFamily="18" charset="0"/>
                <a:cs typeface="Times New Roman" panose="02020603050405020304" pitchFamily="18" charset="0"/>
              </a:rPr>
              <a:t>Trade Practices Act </a:t>
            </a:r>
          </a:p>
        </p:txBody>
      </p:sp>
    </p:spTree>
    <p:extLst>
      <p:ext uri="{BB962C8B-B14F-4D97-AF65-F5344CB8AC3E}">
        <p14:creationId xmlns:p14="http://schemas.microsoft.com/office/powerpoint/2010/main" val="4083445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Product liability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The </a:t>
            </a:r>
            <a:r>
              <a:rPr lang="en-US" sz="2600" u="sng" dirty="0">
                <a:latin typeface="Times New Roman" panose="02020603050405020304" pitchFamily="18" charset="0"/>
                <a:cs typeface="Times New Roman" panose="02020603050405020304" pitchFamily="18" charset="0"/>
              </a:rPr>
              <a:t>trial judge</a:t>
            </a:r>
            <a:r>
              <a:rPr lang="en-US" sz="2600" dirty="0">
                <a:latin typeface="Times New Roman" panose="02020603050405020304" pitchFamily="18" charset="0"/>
                <a:cs typeface="Times New Roman" panose="02020603050405020304" pitchFamily="18" charset="0"/>
              </a:rPr>
              <a:t> found that a duty of care was breached by all the defendants </a:t>
            </a:r>
          </a:p>
          <a:p>
            <a:pPr>
              <a:lnSpc>
                <a:spcPct val="150000"/>
              </a:lnSpc>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However, the </a:t>
            </a:r>
            <a:r>
              <a:rPr lang="en-US" sz="2600" u="sng" dirty="0">
                <a:latin typeface="Times New Roman" panose="02020603050405020304" pitchFamily="18" charset="0"/>
                <a:cs typeface="Times New Roman" panose="02020603050405020304" pitchFamily="18" charset="0"/>
              </a:rPr>
              <a:t>Full Federal Court</a:t>
            </a:r>
            <a:r>
              <a:rPr lang="en-US" sz="2600" dirty="0">
                <a:latin typeface="Times New Roman" panose="02020603050405020304" pitchFamily="18" charset="0"/>
                <a:cs typeface="Times New Roman" panose="02020603050405020304" pitchFamily="18" charset="0"/>
              </a:rPr>
              <a:t> by majority upheld negligence claim against Graham Barclay and the NSW government, but overturned the finding of negligence against the Great Lakes Council</a:t>
            </a:r>
          </a:p>
          <a:p>
            <a:pPr>
              <a:lnSpc>
                <a:spcPct val="150000"/>
              </a:lnSpc>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The </a:t>
            </a:r>
            <a:r>
              <a:rPr lang="en-US" sz="2600" u="sng" dirty="0">
                <a:latin typeface="Times New Roman" panose="02020603050405020304" pitchFamily="18" charset="0"/>
                <a:cs typeface="Times New Roman" panose="02020603050405020304" pitchFamily="18" charset="0"/>
              </a:rPr>
              <a:t>High Court</a:t>
            </a:r>
            <a:r>
              <a:rPr lang="en-US" sz="2600" dirty="0">
                <a:latin typeface="Times New Roman" panose="02020603050405020304" pitchFamily="18" charset="0"/>
                <a:cs typeface="Times New Roman" panose="02020603050405020304" pitchFamily="18" charset="0"/>
              </a:rPr>
              <a:t> by majority held that the NSW government did </a:t>
            </a:r>
            <a:r>
              <a:rPr lang="en-US" sz="2600" b="1" dirty="0">
                <a:latin typeface="Times New Roman" panose="02020603050405020304" pitchFamily="18" charset="0"/>
                <a:cs typeface="Times New Roman" panose="02020603050405020304" pitchFamily="18" charset="0"/>
              </a:rPr>
              <a:t>not</a:t>
            </a:r>
            <a:r>
              <a:rPr lang="en-US" sz="2600" dirty="0">
                <a:latin typeface="Times New Roman" panose="02020603050405020304" pitchFamily="18" charset="0"/>
                <a:cs typeface="Times New Roman" panose="02020603050405020304" pitchFamily="18" charset="0"/>
              </a:rPr>
              <a:t> owe a duty of care, and that although Graham Barclay did owe a duty of care, there was no breach of that duty.</a:t>
            </a:r>
          </a:p>
        </p:txBody>
      </p:sp>
    </p:spTree>
    <p:extLst>
      <p:ext uri="{BB962C8B-B14F-4D97-AF65-F5344CB8AC3E}">
        <p14:creationId xmlns:p14="http://schemas.microsoft.com/office/powerpoint/2010/main" val="1323351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7AE-4C67-4250-9E5A-19FF9723259E}"/>
              </a:ext>
            </a:extLst>
          </p:cNvPr>
          <p:cNvSpPr>
            <a:spLocks noGrp="1"/>
          </p:cNvSpPr>
          <p:nvPr>
            <p:ph type="title"/>
          </p:nvPr>
        </p:nvSpPr>
        <p:spPr>
          <a:xfrm>
            <a:off x="720000" y="386398"/>
            <a:ext cx="8458276" cy="648000"/>
          </a:xfrm>
        </p:spPr>
        <p:txBody>
          <a:bodyPr>
            <a:normAutofit/>
          </a:bodyPr>
          <a:lstStyle/>
          <a:p>
            <a:r>
              <a:rPr lang="en-US" sz="2000" dirty="0">
                <a:solidFill>
                  <a:schemeClr val="accent3"/>
                </a:solidFill>
                <a:latin typeface="Times New Roman" panose="02020603050405020304" pitchFamily="18" charset="0"/>
                <a:cs typeface="Times New Roman" panose="02020603050405020304" pitchFamily="18" charset="0"/>
              </a:rPr>
              <a:t>Product liability </a:t>
            </a:r>
            <a:r>
              <a:rPr lang="en-US" sz="2000" i="1" dirty="0">
                <a:solidFill>
                  <a:srgbClr val="00B050"/>
                </a:solidFill>
                <a:latin typeface="Times New Roman" panose="02020603050405020304" pitchFamily="18" charset="0"/>
                <a:cs typeface="Times New Roman" panose="02020603050405020304" pitchFamily="18" charset="0"/>
              </a:rPr>
              <a:t>Contd.</a:t>
            </a:r>
            <a:endParaRPr lang="en-AU" sz="2000" i="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EA464B0-4368-47D8-802B-4FB5B5FAD6E7}"/>
              </a:ext>
            </a:extLst>
          </p:cNvPr>
          <p:cNvSpPr>
            <a:spLocks noGrp="1"/>
          </p:cNvSpPr>
          <p:nvPr>
            <p:ph idx="1"/>
          </p:nvPr>
        </p:nvSpPr>
        <p:spPr>
          <a:xfrm>
            <a:off x="720000" y="1508426"/>
            <a:ext cx="10800001" cy="5074936"/>
          </a:xfrm>
        </p:spPr>
        <p:txBody>
          <a:bodyPr>
            <a:noAutofit/>
          </a:bodyPr>
          <a:lstStyle/>
          <a:p>
            <a:pPr>
              <a:lnSpc>
                <a:spcPct val="1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Gummow and Hayne JJ observed that while a risk of injury to oyster consumers was reasonably foreseeable, it was </a:t>
            </a:r>
            <a:r>
              <a:rPr lang="en-US" sz="2400" u="sng" dirty="0">
                <a:latin typeface="Times New Roman" panose="02020603050405020304" pitchFamily="18" charset="0"/>
                <a:cs typeface="Times New Roman" panose="02020603050405020304" pitchFamily="18" charset="0"/>
              </a:rPr>
              <a:t>not</a:t>
            </a:r>
            <a:r>
              <a:rPr lang="en-US" sz="2400" dirty="0">
                <a:latin typeface="Times New Roman" panose="02020603050405020304" pitchFamily="18" charset="0"/>
                <a:cs typeface="Times New Roman" panose="02020603050405020304" pitchFamily="18" charset="0"/>
              </a:rPr>
              <a:t> possible: </a:t>
            </a:r>
          </a:p>
          <a:p>
            <a:pPr marL="457200" lvl="1" indent="0">
              <a:lnSpc>
                <a:spcPct val="150000"/>
              </a:lnSpc>
              <a:buNone/>
            </a:pPr>
            <a:r>
              <a:rPr lang="en-US" sz="2400" dirty="0">
                <a:latin typeface="Times New Roman" panose="02020603050405020304" pitchFamily="18" charset="0"/>
                <a:cs typeface="Times New Roman" panose="02020603050405020304" pitchFamily="18" charset="0"/>
              </a:rPr>
              <a:t>‘to eliminate entirely the risk of contamination of oysters grown at Wallis Lake’   </a:t>
            </a:r>
          </a:p>
          <a:p>
            <a:pPr>
              <a:lnSpc>
                <a:spcPct val="15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Despite the significant magnitude of the risk of harm: </a:t>
            </a:r>
          </a:p>
          <a:p>
            <a:pPr marL="457200" lvl="1" indent="0">
              <a:lnSpc>
                <a:spcPct val="150000"/>
              </a:lnSpc>
              <a:buNone/>
            </a:pPr>
            <a:r>
              <a:rPr lang="en-US" sz="2400" dirty="0">
                <a:latin typeface="Times New Roman" panose="02020603050405020304" pitchFamily="18" charset="0"/>
                <a:cs typeface="Times New Roman" panose="02020603050405020304" pitchFamily="18" charset="0"/>
              </a:rPr>
              <a:t>‘the degree of probability of its occurrence cannot be said to justify the </a:t>
            </a:r>
            <a:r>
              <a:rPr lang="en-US" sz="2400" i="1" dirty="0">
                <a:latin typeface="Times New Roman" panose="02020603050405020304" pitchFamily="18" charset="0"/>
                <a:cs typeface="Times New Roman" panose="02020603050405020304" pitchFamily="18" charset="0"/>
              </a:rPr>
              <a:t>difficult</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expensive</a:t>
            </a:r>
            <a:r>
              <a:rPr lang="en-US" sz="2400" dirty="0">
                <a:latin typeface="Times New Roman" panose="02020603050405020304" pitchFamily="18" charset="0"/>
                <a:cs typeface="Times New Roman" panose="02020603050405020304" pitchFamily="18" charset="0"/>
              </a:rPr>
              <a:t> and </a:t>
            </a:r>
            <a:r>
              <a:rPr lang="en-US" sz="2400" i="1" dirty="0">
                <a:latin typeface="Times New Roman" panose="02020603050405020304" pitchFamily="18" charset="0"/>
                <a:cs typeface="Times New Roman" panose="02020603050405020304" pitchFamily="18" charset="0"/>
              </a:rPr>
              <a:t>inconvenient alleviating action</a:t>
            </a:r>
            <a:r>
              <a:rPr lang="en-US" sz="2400" dirty="0">
                <a:latin typeface="Times New Roman" panose="02020603050405020304" pitchFamily="18" charset="0"/>
                <a:cs typeface="Times New Roman" panose="02020603050405020304" pitchFamily="18" charset="0"/>
              </a:rPr>
              <a:t> contended for by the consumers’  </a:t>
            </a:r>
          </a:p>
          <a:p>
            <a:pPr marL="457200" lvl="1" indent="0">
              <a:lnSpc>
                <a:spcPct val="150000"/>
              </a:lnSpc>
              <a:buNone/>
            </a:pPr>
            <a:endParaRPr lang="en-US" sz="2400" dirty="0">
              <a:latin typeface="Times New Roman" panose="02020603050405020304" pitchFamily="18" charset="0"/>
              <a:cs typeface="Times New Roman" panose="02020603050405020304" pitchFamily="18" charset="0"/>
            </a:endParaRPr>
          </a:p>
          <a:p>
            <a:pPr>
              <a:lnSpc>
                <a:spcPct val="150000"/>
              </a:lnSpc>
              <a:buFont typeface="Wingdings" pitchFamily="2" charset="2"/>
              <a:buChar char="Ø"/>
            </a:pPr>
            <a:r>
              <a:rPr lang="en-US" sz="2600" dirty="0">
                <a:latin typeface="Times New Roman" panose="02020603050405020304" pitchFamily="18" charset="0"/>
                <a:cs typeface="Times New Roman" panose="02020603050405020304" pitchFamily="18" charset="0"/>
              </a:rPr>
              <a:t>We will discuss Barclay Oysters again when we look at public authorities</a:t>
            </a:r>
          </a:p>
        </p:txBody>
      </p:sp>
    </p:spTree>
    <p:extLst>
      <p:ext uri="{BB962C8B-B14F-4D97-AF65-F5344CB8AC3E}">
        <p14:creationId xmlns:p14="http://schemas.microsoft.com/office/powerpoint/2010/main" val="3032817456"/>
      </p:ext>
    </p:extLst>
  </p:cSld>
  <p:clrMapOvr>
    <a:masterClrMapping/>
  </p:clrMapOvr>
</p:sld>
</file>

<file path=ppt/theme/theme1.xml><?xml version="1.0" encoding="utf-8"?>
<a:theme xmlns:a="http://schemas.openxmlformats.org/drawingml/2006/main" name="MAC UNI BASIC_Round 1 Draft for feedback">
  <a:themeElements>
    <a:clrScheme name="MQU Colours">
      <a:dk1>
        <a:sysClr val="windowText" lastClr="000000"/>
      </a:dk1>
      <a:lt1>
        <a:sysClr val="window" lastClr="FFFFFF"/>
      </a:lt1>
      <a:dk2>
        <a:srgbClr val="D6D2C4"/>
      </a:dk2>
      <a:lt2>
        <a:srgbClr val="E6E4DC"/>
      </a:lt2>
      <a:accent1>
        <a:srgbClr val="A6192E"/>
      </a:accent1>
      <a:accent2>
        <a:srgbClr val="76232F"/>
      </a:accent2>
      <a:accent3>
        <a:srgbClr val="D6001C"/>
      </a:accent3>
      <a:accent4>
        <a:srgbClr val="C6007E"/>
      </a:accent4>
      <a:accent5>
        <a:srgbClr val="80225F"/>
      </a:accent5>
      <a:accent6>
        <a:srgbClr val="373A36"/>
      </a:accent6>
      <a:hlink>
        <a:srgbClr val="A6192E"/>
      </a:hlink>
      <a:folHlink>
        <a:srgbClr val="954F72"/>
      </a:folHlink>
    </a:clrScheme>
    <a:fontScheme name="MQ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U-INT 16x9 Template _2016" id="{260B2EA1-E29E-8F43-8CD0-19C5943E9B3E}" vid="{17EFAF55-AA0F-074F-B88C-D92FD2EB11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2c514c1-a717-4087-be06-d40d2070ad52}" enabled="0" method="" siteId="{82c514c1-a717-4087-be06-d40d2070ad52}" removed="1"/>
</clbl:labelList>
</file>

<file path=docProps/app.xml><?xml version="1.0" encoding="utf-8"?>
<Properties xmlns="http://schemas.openxmlformats.org/officeDocument/2006/extended-properties" xmlns:vt="http://schemas.openxmlformats.org/officeDocument/2006/docPropsVTypes">
  <Template/>
  <TotalTime>19489</TotalTime>
  <Words>2295</Words>
  <Application>Microsoft Macintosh PowerPoint</Application>
  <PresentationFormat>Widescreen</PresentationFormat>
  <Paragraphs>259</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Courier New</vt:lpstr>
      <vt:lpstr>Georgia</vt:lpstr>
      <vt:lpstr>Times New Roman</vt:lpstr>
      <vt:lpstr>Wingdings</vt:lpstr>
      <vt:lpstr>MAC UNI BASIC_Round 1 Draft for feedback</vt:lpstr>
      <vt:lpstr>LAWS2400 / LAWS8040 – Torts  Topic 6 – Lecture 1 Categories (Lectures 1&amp;2): Physical Harm and Psychiatric Harm  </vt:lpstr>
      <vt:lpstr>Outline</vt:lpstr>
      <vt:lpstr>1. Overview </vt:lpstr>
      <vt:lpstr>2. Duty of care and types of harm </vt:lpstr>
      <vt:lpstr>Duty of  care and types of harm Contd.</vt:lpstr>
      <vt:lpstr>Duty of care and types of harm Contd.</vt:lpstr>
      <vt:lpstr>Duty of care and types of harm Contd.</vt:lpstr>
      <vt:lpstr>Duty of care and types of harm Contd.</vt:lpstr>
      <vt:lpstr>3. Physical harm caused by act and omission </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Physical harm caused by act and omission Contd.</vt:lpstr>
      <vt:lpstr>4. Product liability </vt:lpstr>
      <vt:lpstr>Product liability Contd.</vt:lpstr>
      <vt:lpstr>Product liability Contd.</vt:lpstr>
      <vt:lpstr>Product liability Contd.</vt:lpstr>
      <vt:lpstr>Product liability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Amanda Head</cp:lastModifiedBy>
  <cp:revision>1794</cp:revision>
  <cp:lastPrinted>2025-08-31T22:22:04Z</cp:lastPrinted>
  <dcterms:created xsi:type="dcterms:W3CDTF">2019-01-24T02:12:19Z</dcterms:created>
  <dcterms:modified xsi:type="dcterms:W3CDTF">2026-09-03T04:12:34Z</dcterms:modified>
</cp:coreProperties>
</file>