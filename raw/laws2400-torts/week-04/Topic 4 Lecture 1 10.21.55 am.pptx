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638" r:id="rId1"/>
  </p:sldMasterIdLst>
  <p:notesMasterIdLst>
    <p:notesMasterId r:id="rId34"/>
  </p:notesMasterIdLst>
  <p:handoutMasterIdLst>
    <p:handoutMasterId r:id="rId35"/>
  </p:handoutMasterIdLst>
  <p:sldIdLst>
    <p:sldId id="303" r:id="rId2"/>
    <p:sldId id="258" r:id="rId3"/>
    <p:sldId id="333" r:id="rId4"/>
    <p:sldId id="336" r:id="rId5"/>
    <p:sldId id="335" r:id="rId6"/>
    <p:sldId id="403" r:id="rId7"/>
    <p:sldId id="404" r:id="rId8"/>
    <p:sldId id="405" r:id="rId9"/>
    <p:sldId id="413" r:id="rId10"/>
    <p:sldId id="406" r:id="rId11"/>
    <p:sldId id="414" r:id="rId12"/>
    <p:sldId id="407" r:id="rId13"/>
    <p:sldId id="409" r:id="rId14"/>
    <p:sldId id="408" r:id="rId15"/>
    <p:sldId id="410" r:id="rId16"/>
    <p:sldId id="415" r:id="rId17"/>
    <p:sldId id="433" r:id="rId18"/>
    <p:sldId id="434" r:id="rId19"/>
    <p:sldId id="411" r:id="rId20"/>
    <p:sldId id="412" r:id="rId21"/>
    <p:sldId id="337" r:id="rId22"/>
    <p:sldId id="353" r:id="rId23"/>
    <p:sldId id="420" r:id="rId24"/>
    <p:sldId id="416" r:id="rId25"/>
    <p:sldId id="417" r:id="rId26"/>
    <p:sldId id="418" r:id="rId27"/>
    <p:sldId id="419" r:id="rId28"/>
    <p:sldId id="421" r:id="rId29"/>
    <p:sldId id="422" r:id="rId30"/>
    <p:sldId id="423" r:id="rId31"/>
    <p:sldId id="435" r:id="rId32"/>
    <p:sldId id="43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nah Harris" initials="HH" lastIdx="8" clrIdx="0">
    <p:extLst>
      <p:ext uri="{19B8F6BF-5375-455C-9EA6-DF929625EA0E}">
        <p15:presenceInfo xmlns:p15="http://schemas.microsoft.com/office/powerpoint/2012/main" userId="S::hannah.harris@mq.edu.au::6810d1df-3b5d-4428-9867-3b286e5d46c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7D4FEF-8322-504D-976E-8E27E12E5A78}" v="3" dt="2026-08-18T01:55:51.4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491" autoAdjust="0"/>
    <p:restoredTop sz="93447" autoAdjust="0"/>
  </p:normalViewPr>
  <p:slideViewPr>
    <p:cSldViewPr snapToGrid="0" snapToObjects="1">
      <p:cViewPr varScale="1">
        <p:scale>
          <a:sx n="112" d="100"/>
          <a:sy n="112" d="100"/>
        </p:scale>
        <p:origin x="208" y="520"/>
      </p:cViewPr>
      <p:guideLst/>
    </p:cSldViewPr>
  </p:slideViewPr>
  <p:outlineViewPr>
    <p:cViewPr>
      <p:scale>
        <a:sx n="33" d="100"/>
        <a:sy n="33" d="100"/>
      </p:scale>
      <p:origin x="0" y="-523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>
        <p:scale>
          <a:sx n="120" d="100"/>
          <a:sy n="120" d="100"/>
        </p:scale>
        <p:origin x="2544" y="-19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da Head" userId="3622ac83-72fb-4480-aaff-0580f4ad655a" providerId="ADAL" clId="{26B8ED3C-072C-57B2-8DCA-D1BEC0C6037D}"/>
    <pc:docChg chg="undo custSel addSld modSld">
      <pc:chgData name="Amanda Head" userId="3622ac83-72fb-4480-aaff-0580f4ad655a" providerId="ADAL" clId="{26B8ED3C-072C-57B2-8DCA-D1BEC0C6037D}" dt="2026-08-17T13:25:32.615" v="355" actId="114"/>
      <pc:docMkLst>
        <pc:docMk/>
      </pc:docMkLst>
      <pc:sldChg chg="modSp mod">
        <pc:chgData name="Amanda Head" userId="3622ac83-72fb-4480-aaff-0580f4ad655a" providerId="ADAL" clId="{26B8ED3C-072C-57B2-8DCA-D1BEC0C6037D}" dt="2026-08-17T12:50:31.011" v="112" actId="20577"/>
        <pc:sldMkLst>
          <pc:docMk/>
          <pc:sldMk cId="2551680515" sldId="333"/>
        </pc:sldMkLst>
        <pc:spChg chg="mod">
          <ac:chgData name="Amanda Head" userId="3622ac83-72fb-4480-aaff-0580f4ad655a" providerId="ADAL" clId="{26B8ED3C-072C-57B2-8DCA-D1BEC0C6037D}" dt="2026-08-17T12:50:31.011" v="112" actId="20577"/>
          <ac:spMkLst>
            <pc:docMk/>
            <pc:sldMk cId="2551680515" sldId="333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26B8ED3C-072C-57B2-8DCA-D1BEC0C6037D}" dt="2026-08-17T12:42:05.484" v="102" actId="2710"/>
        <pc:sldMkLst>
          <pc:docMk/>
          <pc:sldMk cId="1147857787" sldId="335"/>
        </pc:sldMkLst>
        <pc:spChg chg="mod">
          <ac:chgData name="Amanda Head" userId="3622ac83-72fb-4480-aaff-0580f4ad655a" providerId="ADAL" clId="{26B8ED3C-072C-57B2-8DCA-D1BEC0C6037D}" dt="2026-08-17T12:42:05.484" v="102" actId="2710"/>
          <ac:spMkLst>
            <pc:docMk/>
            <pc:sldMk cId="1147857787" sldId="335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26B8ED3C-072C-57B2-8DCA-D1BEC0C6037D}" dt="2026-08-17T12:42:20.596" v="107" actId="20577"/>
        <pc:sldMkLst>
          <pc:docMk/>
          <pc:sldMk cId="865280206" sldId="336"/>
        </pc:sldMkLst>
        <pc:spChg chg="mod">
          <ac:chgData name="Amanda Head" userId="3622ac83-72fb-4480-aaff-0580f4ad655a" providerId="ADAL" clId="{26B8ED3C-072C-57B2-8DCA-D1BEC0C6037D}" dt="2026-08-17T12:42:20.596" v="107" actId="20577"/>
          <ac:spMkLst>
            <pc:docMk/>
            <pc:sldMk cId="865280206" sldId="336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26B8ED3C-072C-57B2-8DCA-D1BEC0C6037D}" dt="2026-08-17T13:25:32.615" v="355" actId="114"/>
        <pc:sldMkLst>
          <pc:docMk/>
          <pc:sldMk cId="847723938" sldId="337"/>
        </pc:sldMkLst>
        <pc:spChg chg="mod">
          <ac:chgData name="Amanda Head" userId="3622ac83-72fb-4480-aaff-0580f4ad655a" providerId="ADAL" clId="{26B8ED3C-072C-57B2-8DCA-D1BEC0C6037D}" dt="2026-08-17T13:25:32.615" v="355" actId="114"/>
          <ac:spMkLst>
            <pc:docMk/>
            <pc:sldMk cId="847723938" sldId="337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26B8ED3C-072C-57B2-8DCA-D1BEC0C6037D}" dt="2026-08-17T12:54:51.073" v="162" actId="20577"/>
        <pc:sldMkLst>
          <pc:docMk/>
          <pc:sldMk cId="1315225398" sldId="353"/>
        </pc:sldMkLst>
        <pc:spChg chg="mod">
          <ac:chgData name="Amanda Head" userId="3622ac83-72fb-4480-aaff-0580f4ad655a" providerId="ADAL" clId="{26B8ED3C-072C-57B2-8DCA-D1BEC0C6037D}" dt="2026-08-17T12:54:51.073" v="162" actId="20577"/>
          <ac:spMkLst>
            <pc:docMk/>
            <pc:sldMk cId="1315225398" sldId="353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26B8ED3C-072C-57B2-8DCA-D1BEC0C6037D}" dt="2026-08-17T12:40:19.251" v="101" actId="20577"/>
        <pc:sldMkLst>
          <pc:docMk/>
          <pc:sldMk cId="1540177738" sldId="403"/>
        </pc:sldMkLst>
        <pc:spChg chg="mod">
          <ac:chgData name="Amanda Head" userId="3622ac83-72fb-4480-aaff-0580f4ad655a" providerId="ADAL" clId="{26B8ED3C-072C-57B2-8DCA-D1BEC0C6037D}" dt="2026-08-17T12:40:19.251" v="101" actId="20577"/>
          <ac:spMkLst>
            <pc:docMk/>
            <pc:sldMk cId="1540177738" sldId="403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26B8ED3C-072C-57B2-8DCA-D1BEC0C6037D}" dt="2026-08-17T12:50:45.212" v="114" actId="20577"/>
        <pc:sldMkLst>
          <pc:docMk/>
          <pc:sldMk cId="2629743489" sldId="404"/>
        </pc:sldMkLst>
        <pc:spChg chg="mod">
          <ac:chgData name="Amanda Head" userId="3622ac83-72fb-4480-aaff-0580f4ad655a" providerId="ADAL" clId="{26B8ED3C-072C-57B2-8DCA-D1BEC0C6037D}" dt="2026-08-17T12:50:45.212" v="114" actId="20577"/>
          <ac:spMkLst>
            <pc:docMk/>
            <pc:sldMk cId="2629743489" sldId="404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26B8ED3C-072C-57B2-8DCA-D1BEC0C6037D}" dt="2026-08-17T12:51:57.758" v="119" actId="20577"/>
        <pc:sldMkLst>
          <pc:docMk/>
          <pc:sldMk cId="3307300771" sldId="406"/>
        </pc:sldMkLst>
        <pc:spChg chg="mod">
          <ac:chgData name="Amanda Head" userId="3622ac83-72fb-4480-aaff-0580f4ad655a" providerId="ADAL" clId="{26B8ED3C-072C-57B2-8DCA-D1BEC0C6037D}" dt="2026-08-17T12:51:57.758" v="119" actId="20577"/>
          <ac:spMkLst>
            <pc:docMk/>
            <pc:sldMk cId="3307300771" sldId="406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26B8ED3C-072C-57B2-8DCA-D1BEC0C6037D}" dt="2026-08-17T12:52:22.954" v="127" actId="20577"/>
        <pc:sldMkLst>
          <pc:docMk/>
          <pc:sldMk cId="3598326311" sldId="407"/>
        </pc:sldMkLst>
        <pc:spChg chg="mod">
          <ac:chgData name="Amanda Head" userId="3622ac83-72fb-4480-aaff-0580f4ad655a" providerId="ADAL" clId="{26B8ED3C-072C-57B2-8DCA-D1BEC0C6037D}" dt="2026-08-17T12:52:22.954" v="127" actId="20577"/>
          <ac:spMkLst>
            <pc:docMk/>
            <pc:sldMk cId="3598326311" sldId="407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26B8ED3C-072C-57B2-8DCA-D1BEC0C6037D}" dt="2026-08-17T12:52:52.643" v="133" actId="20577"/>
        <pc:sldMkLst>
          <pc:docMk/>
          <pc:sldMk cId="2459552262" sldId="408"/>
        </pc:sldMkLst>
        <pc:spChg chg="mod">
          <ac:chgData name="Amanda Head" userId="3622ac83-72fb-4480-aaff-0580f4ad655a" providerId="ADAL" clId="{26B8ED3C-072C-57B2-8DCA-D1BEC0C6037D}" dt="2026-08-17T12:52:52.643" v="133" actId="20577"/>
          <ac:spMkLst>
            <pc:docMk/>
            <pc:sldMk cId="2459552262" sldId="408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26B8ED3C-072C-57B2-8DCA-D1BEC0C6037D}" dt="2026-08-17T12:52:35.129" v="130" actId="20577"/>
        <pc:sldMkLst>
          <pc:docMk/>
          <pc:sldMk cId="325034458" sldId="409"/>
        </pc:sldMkLst>
        <pc:spChg chg="mod">
          <ac:chgData name="Amanda Head" userId="3622ac83-72fb-4480-aaff-0580f4ad655a" providerId="ADAL" clId="{26B8ED3C-072C-57B2-8DCA-D1BEC0C6037D}" dt="2026-08-17T12:52:35.129" v="130" actId="20577"/>
          <ac:spMkLst>
            <pc:docMk/>
            <pc:sldMk cId="325034458" sldId="409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26B8ED3C-072C-57B2-8DCA-D1BEC0C6037D}" dt="2026-08-17T12:53:17.929" v="136" actId="20577"/>
        <pc:sldMkLst>
          <pc:docMk/>
          <pc:sldMk cId="3249595327" sldId="410"/>
        </pc:sldMkLst>
        <pc:spChg chg="mod">
          <ac:chgData name="Amanda Head" userId="3622ac83-72fb-4480-aaff-0580f4ad655a" providerId="ADAL" clId="{26B8ED3C-072C-57B2-8DCA-D1BEC0C6037D}" dt="2026-08-17T12:53:17.929" v="136" actId="20577"/>
          <ac:spMkLst>
            <pc:docMk/>
            <pc:sldMk cId="3249595327" sldId="410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26B8ED3C-072C-57B2-8DCA-D1BEC0C6037D}" dt="2026-08-17T12:54:04.562" v="149" actId="20577"/>
        <pc:sldMkLst>
          <pc:docMk/>
          <pc:sldMk cId="1744831954" sldId="411"/>
        </pc:sldMkLst>
        <pc:spChg chg="mod">
          <ac:chgData name="Amanda Head" userId="3622ac83-72fb-4480-aaff-0580f4ad655a" providerId="ADAL" clId="{26B8ED3C-072C-57B2-8DCA-D1BEC0C6037D}" dt="2026-08-17T12:54:04.562" v="149" actId="20577"/>
          <ac:spMkLst>
            <pc:docMk/>
            <pc:sldMk cId="1744831954" sldId="411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26B8ED3C-072C-57B2-8DCA-D1BEC0C6037D}" dt="2026-08-17T12:54:21.901" v="154" actId="20577"/>
        <pc:sldMkLst>
          <pc:docMk/>
          <pc:sldMk cId="1254097990" sldId="412"/>
        </pc:sldMkLst>
        <pc:spChg chg="mod">
          <ac:chgData name="Amanda Head" userId="3622ac83-72fb-4480-aaff-0580f4ad655a" providerId="ADAL" clId="{26B8ED3C-072C-57B2-8DCA-D1BEC0C6037D}" dt="2026-08-17T12:54:21.901" v="154" actId="20577"/>
          <ac:spMkLst>
            <pc:docMk/>
            <pc:sldMk cId="1254097990" sldId="412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26B8ED3C-072C-57B2-8DCA-D1BEC0C6037D}" dt="2026-08-17T12:51:40.815" v="116" actId="20577"/>
        <pc:sldMkLst>
          <pc:docMk/>
          <pc:sldMk cId="1875403125" sldId="413"/>
        </pc:sldMkLst>
        <pc:spChg chg="mod">
          <ac:chgData name="Amanda Head" userId="3622ac83-72fb-4480-aaff-0580f4ad655a" providerId="ADAL" clId="{26B8ED3C-072C-57B2-8DCA-D1BEC0C6037D}" dt="2026-08-17T12:51:40.815" v="116" actId="20577"/>
          <ac:spMkLst>
            <pc:docMk/>
            <pc:sldMk cId="1875403125" sldId="413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26B8ED3C-072C-57B2-8DCA-D1BEC0C6037D}" dt="2026-08-17T13:01:03.376" v="223" actId="20577"/>
        <pc:sldMkLst>
          <pc:docMk/>
          <pc:sldMk cId="855337748" sldId="414"/>
        </pc:sldMkLst>
        <pc:spChg chg="mod">
          <ac:chgData name="Amanda Head" userId="3622ac83-72fb-4480-aaff-0580f4ad655a" providerId="ADAL" clId="{26B8ED3C-072C-57B2-8DCA-D1BEC0C6037D}" dt="2026-08-17T13:01:03.376" v="223" actId="20577"/>
          <ac:spMkLst>
            <pc:docMk/>
            <pc:sldMk cId="855337748" sldId="414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26B8ED3C-072C-57B2-8DCA-D1BEC0C6037D}" dt="2026-08-17T13:15:08.938" v="247" actId="20577"/>
        <pc:sldMkLst>
          <pc:docMk/>
          <pc:sldMk cId="1806719560" sldId="415"/>
        </pc:sldMkLst>
        <pc:spChg chg="mod">
          <ac:chgData name="Amanda Head" userId="3622ac83-72fb-4480-aaff-0580f4ad655a" providerId="ADAL" clId="{26B8ED3C-072C-57B2-8DCA-D1BEC0C6037D}" dt="2026-08-17T13:15:08.938" v="247" actId="20577"/>
          <ac:spMkLst>
            <pc:docMk/>
            <pc:sldMk cId="1806719560" sldId="415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26B8ED3C-072C-57B2-8DCA-D1BEC0C6037D}" dt="2026-08-17T12:56:03.232" v="172" actId="20577"/>
        <pc:sldMkLst>
          <pc:docMk/>
          <pc:sldMk cId="4153023572" sldId="416"/>
        </pc:sldMkLst>
        <pc:spChg chg="mod">
          <ac:chgData name="Amanda Head" userId="3622ac83-72fb-4480-aaff-0580f4ad655a" providerId="ADAL" clId="{26B8ED3C-072C-57B2-8DCA-D1BEC0C6037D}" dt="2026-08-17T12:56:03.232" v="172" actId="20577"/>
          <ac:spMkLst>
            <pc:docMk/>
            <pc:sldMk cId="4153023572" sldId="416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26B8ED3C-072C-57B2-8DCA-D1BEC0C6037D}" dt="2026-08-17T12:56:41.424" v="179" actId="2710"/>
        <pc:sldMkLst>
          <pc:docMk/>
          <pc:sldMk cId="3430926359" sldId="417"/>
        </pc:sldMkLst>
        <pc:spChg chg="mod">
          <ac:chgData name="Amanda Head" userId="3622ac83-72fb-4480-aaff-0580f4ad655a" providerId="ADAL" clId="{26B8ED3C-072C-57B2-8DCA-D1BEC0C6037D}" dt="2026-08-17T12:56:41.424" v="179" actId="2710"/>
          <ac:spMkLst>
            <pc:docMk/>
            <pc:sldMk cId="3430926359" sldId="417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26B8ED3C-072C-57B2-8DCA-D1BEC0C6037D}" dt="2026-08-17T12:57:07.413" v="189" actId="20577"/>
        <pc:sldMkLst>
          <pc:docMk/>
          <pc:sldMk cId="2764946626" sldId="419"/>
        </pc:sldMkLst>
        <pc:spChg chg="mod">
          <ac:chgData name="Amanda Head" userId="3622ac83-72fb-4480-aaff-0580f4ad655a" providerId="ADAL" clId="{26B8ED3C-072C-57B2-8DCA-D1BEC0C6037D}" dt="2026-08-17T12:57:07.413" v="189" actId="20577"/>
          <ac:spMkLst>
            <pc:docMk/>
            <pc:sldMk cId="2764946626" sldId="419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26B8ED3C-072C-57B2-8DCA-D1BEC0C6037D}" dt="2026-08-17T12:55:08.518" v="167" actId="20577"/>
        <pc:sldMkLst>
          <pc:docMk/>
          <pc:sldMk cId="1137076524" sldId="420"/>
        </pc:sldMkLst>
        <pc:spChg chg="mod">
          <ac:chgData name="Amanda Head" userId="3622ac83-72fb-4480-aaff-0580f4ad655a" providerId="ADAL" clId="{26B8ED3C-072C-57B2-8DCA-D1BEC0C6037D}" dt="2026-08-17T12:55:08.518" v="167" actId="20577"/>
          <ac:spMkLst>
            <pc:docMk/>
            <pc:sldMk cId="1137076524" sldId="420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26B8ED3C-072C-57B2-8DCA-D1BEC0C6037D}" dt="2026-08-17T12:57:38.270" v="192" actId="20577"/>
        <pc:sldMkLst>
          <pc:docMk/>
          <pc:sldMk cId="3616391713" sldId="421"/>
        </pc:sldMkLst>
        <pc:spChg chg="mod">
          <ac:chgData name="Amanda Head" userId="3622ac83-72fb-4480-aaff-0580f4ad655a" providerId="ADAL" clId="{26B8ED3C-072C-57B2-8DCA-D1BEC0C6037D}" dt="2026-08-17T12:57:38.270" v="192" actId="20577"/>
          <ac:spMkLst>
            <pc:docMk/>
            <pc:sldMk cId="3616391713" sldId="421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26B8ED3C-072C-57B2-8DCA-D1BEC0C6037D}" dt="2026-08-17T12:57:49.164" v="195" actId="20577"/>
        <pc:sldMkLst>
          <pc:docMk/>
          <pc:sldMk cId="461067129" sldId="422"/>
        </pc:sldMkLst>
        <pc:spChg chg="mod">
          <ac:chgData name="Amanda Head" userId="3622ac83-72fb-4480-aaff-0580f4ad655a" providerId="ADAL" clId="{26B8ED3C-072C-57B2-8DCA-D1BEC0C6037D}" dt="2026-08-17T12:57:49.164" v="195" actId="20577"/>
          <ac:spMkLst>
            <pc:docMk/>
            <pc:sldMk cId="461067129" sldId="422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26B8ED3C-072C-57B2-8DCA-D1BEC0C6037D}" dt="2026-08-17T12:58:00.497" v="196" actId="2710"/>
        <pc:sldMkLst>
          <pc:docMk/>
          <pc:sldMk cId="4051874239" sldId="423"/>
        </pc:sldMkLst>
        <pc:spChg chg="mod">
          <ac:chgData name="Amanda Head" userId="3622ac83-72fb-4480-aaff-0580f4ad655a" providerId="ADAL" clId="{26B8ED3C-072C-57B2-8DCA-D1BEC0C6037D}" dt="2026-08-17T12:58:00.497" v="196" actId="2710"/>
          <ac:spMkLst>
            <pc:docMk/>
            <pc:sldMk cId="4051874239" sldId="423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26B8ED3C-072C-57B2-8DCA-D1BEC0C6037D}" dt="2026-08-17T13:21:41.257" v="347" actId="114"/>
        <pc:sldMkLst>
          <pc:docMk/>
          <pc:sldMk cId="3037728048" sldId="433"/>
        </pc:sldMkLst>
        <pc:spChg chg="mod">
          <ac:chgData name="Amanda Head" userId="3622ac83-72fb-4480-aaff-0580f4ad655a" providerId="ADAL" clId="{26B8ED3C-072C-57B2-8DCA-D1BEC0C6037D}" dt="2026-08-17T13:21:41.257" v="347" actId="114"/>
          <ac:spMkLst>
            <pc:docMk/>
            <pc:sldMk cId="3037728048" sldId="433"/>
            <ac:spMk id="3" creationId="{EEA464B0-4368-47D8-802B-4FB5B5FAD6E7}"/>
          </ac:spMkLst>
        </pc:spChg>
      </pc:sldChg>
      <pc:sldChg chg="modSp add mod">
        <pc:chgData name="Amanda Head" userId="3622ac83-72fb-4480-aaff-0580f4ad655a" providerId="ADAL" clId="{26B8ED3C-072C-57B2-8DCA-D1BEC0C6037D}" dt="2026-08-17T13:21:20.258" v="346" actId="20577"/>
        <pc:sldMkLst>
          <pc:docMk/>
          <pc:sldMk cId="555504796" sldId="434"/>
        </pc:sldMkLst>
        <pc:spChg chg="mod">
          <ac:chgData name="Amanda Head" userId="3622ac83-72fb-4480-aaff-0580f4ad655a" providerId="ADAL" clId="{26B8ED3C-072C-57B2-8DCA-D1BEC0C6037D}" dt="2026-08-17T13:21:20.258" v="346" actId="20577"/>
          <ac:spMkLst>
            <pc:docMk/>
            <pc:sldMk cId="555504796" sldId="434"/>
            <ac:spMk id="3" creationId="{AADF38AE-9346-D398-F38C-4DF218D30277}"/>
          </ac:spMkLst>
        </pc:spChg>
      </pc:sldChg>
    </pc:docChg>
  </pc:docChgLst>
  <pc:docChgLst>
    <pc:chgData name="Amanda Head" userId="3622ac83-72fb-4480-aaff-0580f4ad655a" providerId="ADAL" clId="{6BBF4A71-3A44-5905-A51C-0BDCE69EAF34}"/>
    <pc:docChg chg="modSld modShowInfo">
      <pc:chgData name="Amanda Head" userId="3622ac83-72fb-4480-aaff-0580f4ad655a" providerId="ADAL" clId="{6BBF4A71-3A44-5905-A51C-0BDCE69EAF34}" dt="2026-08-19T06:58:43.893" v="70" actId="2744"/>
      <pc:docMkLst>
        <pc:docMk/>
      </pc:docMkLst>
      <pc:sldChg chg="modSp mod">
        <pc:chgData name="Amanda Head" userId="3622ac83-72fb-4480-aaff-0580f4ad655a" providerId="ADAL" clId="{6BBF4A71-3A44-5905-A51C-0BDCE69EAF34}" dt="2026-08-19T05:06:14.627" v="56" actId="20577"/>
        <pc:sldMkLst>
          <pc:docMk/>
          <pc:sldMk cId="1540177738" sldId="403"/>
        </pc:sldMkLst>
        <pc:spChg chg="mod">
          <ac:chgData name="Amanda Head" userId="3622ac83-72fb-4480-aaff-0580f4ad655a" providerId="ADAL" clId="{6BBF4A71-3A44-5905-A51C-0BDCE69EAF34}" dt="2026-08-19T05:06:14.627" v="56" actId="20577"/>
          <ac:spMkLst>
            <pc:docMk/>
            <pc:sldMk cId="1540177738" sldId="403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6BBF4A71-3A44-5905-A51C-0BDCE69EAF34}" dt="2026-08-19T05:18:08.424" v="69" actId="114"/>
        <pc:sldMkLst>
          <pc:docMk/>
          <pc:sldMk cId="555504796" sldId="434"/>
        </pc:sldMkLst>
        <pc:spChg chg="mod">
          <ac:chgData name="Amanda Head" userId="3622ac83-72fb-4480-aaff-0580f4ad655a" providerId="ADAL" clId="{6BBF4A71-3A44-5905-A51C-0BDCE69EAF34}" dt="2026-08-19T05:18:08.424" v="69" actId="114"/>
          <ac:spMkLst>
            <pc:docMk/>
            <pc:sldMk cId="555504796" sldId="434"/>
            <ac:spMk id="3" creationId="{AADF38AE-9346-D398-F38C-4DF218D3027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8761F64-24A3-47F5-8A3C-C1A55F2765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CF9FD7-5F19-4302-897E-687657C26A5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3EFBBB-0FE0-4C79-99F2-94106FE31639}" type="datetimeFigureOut">
              <a:rPr lang="en-AU" smtClean="0"/>
              <a:t>19/8/2026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09924-3CCC-4429-B913-306C3F0A095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EA83F-F2DC-46D7-B696-662122F59A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8C4DC0-EA1F-4BE8-BE5B-D0247039CF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8410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1BC296-011A-4286-8D88-FBCD11477F2B}" type="datetimeFigureOut">
              <a:rPr lang="en-AU" smtClean="0"/>
              <a:t>19/8/2026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142E5-A706-4C60-B43E-D82CA518B0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8740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0AC98-8E30-490D-A639-38DF0F70C274}" type="slidenum">
              <a:rPr lang="en-AU" smtClean="0"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38902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75394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97294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62796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24084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6734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59246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554740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823887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004754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945849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751428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010603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244664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376157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901668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591024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EEA30-5314-67C4-708E-AC698C566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70732A-9A4B-FDC5-8A4F-7388D8784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84C2D4-90D5-ACA1-C2E3-638CBED26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144D7-562E-7684-6B89-A37A633FE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31745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592537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353841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31713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5529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8042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23597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03659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01625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21492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67638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60974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282663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5A2A0-2A9C-9641-2384-0BBC3F6B7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5600FF-9132-5CB5-2284-C9008E196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CDACFC-353D-892C-A65A-6101C66AC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76E1E-A78B-8A15-1F11-4B83F55EC7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16007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4A4CF-C6CF-521B-4B18-715BA90DB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2EABBB-ABF6-24A2-1AE5-99D0D5BBF5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2C380B-AB31-6125-2248-025A87526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BE848-C46A-6796-2A35-91BA766CB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8820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1904" y="181429"/>
            <a:ext cx="1171074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720000" y="2754276"/>
            <a:ext cx="617582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720000" y="1484784"/>
            <a:ext cx="8544000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133600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463"/>
          <a:stretch/>
        </p:blipFill>
        <p:spPr>
          <a:xfrm>
            <a:off x="241904" y="3067670"/>
            <a:ext cx="11710747" cy="36112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F52CFF-C49E-FB47-9FC2-54AD48C78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889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1904" y="181429"/>
            <a:ext cx="1171074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720000" y="2754276"/>
            <a:ext cx="617582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720000" y="1484784"/>
            <a:ext cx="8544000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133600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2" name="Rectangle 1"/>
          <p:cNvSpPr/>
          <p:nvPr/>
        </p:nvSpPr>
        <p:spPr>
          <a:xfrm>
            <a:off x="241904" y="3062172"/>
            <a:ext cx="4722971" cy="36330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9" name="Picture Placeholder 9" descr="Section_Image.jpg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03" t="15468" r="100" b="1049"/>
          <a:stretch/>
        </p:blipFill>
        <p:spPr>
          <a:xfrm>
            <a:off x="4964875" y="3062172"/>
            <a:ext cx="6987287" cy="3632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959" y="3448840"/>
            <a:ext cx="1943987" cy="32399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96" y="5910035"/>
            <a:ext cx="3591442" cy="65567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rmAutofit fontScale="77500" lnSpcReduction="20000"/>
          </a:bodyPr>
          <a:lstStyle/>
          <a:p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Note to user: Replace this image with your own.</a:t>
            </a: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Right click on this Placeholder box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Replace image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Select image and click ‘Resize image to fit in placeholder’)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A9269F-011F-4649-845C-08AE05BE9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63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1428" y="181429"/>
            <a:ext cx="1170333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pic>
        <p:nvPicPr>
          <p:cNvPr id="9" name="Picture Placeholder 9" descr="Section_Image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" t="15597" r="462" b="1605"/>
          <a:stretch/>
        </p:blipFill>
        <p:spPr>
          <a:xfrm>
            <a:off x="251429" y="1257301"/>
            <a:ext cx="11706850" cy="5419724"/>
          </a:xfrm>
          <a:prstGeom prst="rect">
            <a:avLst/>
          </a:prstGeom>
          <a:ln>
            <a:noFill/>
          </a:ln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20000" y="2863019"/>
            <a:ext cx="8045752" cy="6083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3485114"/>
            <a:ext cx="6407150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605" y="5842000"/>
            <a:ext cx="3591442" cy="65567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rmAutofit fontScale="77500" lnSpcReduction="20000"/>
          </a:bodyPr>
          <a:lstStyle/>
          <a:p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Note to user: Replace this image with your own.</a:t>
            </a: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Right click on this Placeholder box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Replace image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Select image and click ‘Resize image to fit in placeholder’)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457" y="3502203"/>
            <a:ext cx="3174822" cy="31748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9B8C79-07FC-2444-B397-BBCDB3F9F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20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41904" y="181429"/>
            <a:ext cx="11710800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5608410" y="6183276"/>
            <a:ext cx="577266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 hasCustomPrompt="1"/>
          </p:nvPr>
        </p:nvSpPr>
        <p:spPr>
          <a:xfrm>
            <a:off x="5639120" y="2708920"/>
            <a:ext cx="5665556" cy="648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AU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5638360" y="3357564"/>
            <a:ext cx="5666316" cy="503237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pic>
        <p:nvPicPr>
          <p:cNvPr id="9" name="Picture 8" descr="MAC21_190.5x254_PowerPoint_Images_Cov v3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5" y="0"/>
            <a:ext cx="4383024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F0B494-A7A4-6F4C-8E15-141F578E0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27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0000" y="1620000"/>
            <a:ext cx="10800001" cy="4525963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Content no bullets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04664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>
            <a:lvl1pPr>
              <a:defRPr sz="1050"/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75914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16253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6"/>
          </p:nvPr>
        </p:nvSpPr>
        <p:spPr>
          <a:xfrm>
            <a:off x="720000" y="1620000"/>
            <a:ext cx="10776675" cy="452437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3392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759075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38668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28980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 lIns="0" tIns="0" rIns="0" bIns="0"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0000" y="1620000"/>
            <a:ext cx="5220000" cy="4525963"/>
          </a:xfrm>
        </p:spPr>
        <p:txBody>
          <a:bodyPr lIns="0" tIns="0" rIns="0" bIns="0" numCol="1" spcCol="144000"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Two Column content no bullets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25430"/>
          </a:xfrm>
        </p:spPr>
        <p:txBody>
          <a:bodyPr lIns="0" tIns="0" rIns="0" bIns="0"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6" hasCustomPrompt="1"/>
          </p:nvPr>
        </p:nvSpPr>
        <p:spPr>
          <a:xfrm>
            <a:off x="6248400" y="1620000"/>
            <a:ext cx="5220000" cy="4525963"/>
          </a:xfrm>
        </p:spPr>
        <p:txBody>
          <a:bodyPr lIns="0" tIns="0" rIns="0" bIns="0" numCol="1" spcCol="144000"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Two Column content no bullets</a:t>
            </a:r>
          </a:p>
        </p:txBody>
      </p:sp>
    </p:spTree>
    <p:extLst>
      <p:ext uri="{BB962C8B-B14F-4D97-AF65-F5344CB8AC3E}">
        <p14:creationId xmlns:p14="http://schemas.microsoft.com/office/powerpoint/2010/main" val="264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>
            <a:lvl1pPr>
              <a:defRPr sz="1050"/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4383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 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720000" y="1620000"/>
            <a:ext cx="5220000" cy="452913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362400" y="1620000"/>
            <a:ext cx="5220000" cy="452913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9029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4383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0120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75151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720000" y="1620000"/>
            <a:ext cx="10752000" cy="4525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59987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23392" y="6309321"/>
            <a:ext cx="547260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09321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77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001277" y="5715016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2186930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720000" y="1620000"/>
            <a:ext cx="8507963" cy="4490720"/>
          </a:xfrm>
        </p:spPr>
        <p:txBody>
          <a:bodyPr>
            <a:noAutofit/>
          </a:bodyPr>
          <a:lstStyle>
            <a:lvl7pPr>
              <a:buNone/>
              <a:defRPr/>
            </a:lvl7pPr>
            <a:lvl8pPr>
              <a:buNone/>
              <a:defRPr/>
            </a:lvl8pPr>
          </a:lstStyle>
          <a:p>
            <a:r>
              <a:rPr lang="en-US" b="1" dirty="0">
                <a:solidFill>
                  <a:srgbClr val="6D0020"/>
                </a:solidFill>
              </a:rPr>
              <a:t>HEADER INFO</a:t>
            </a:r>
          </a:p>
          <a:p>
            <a:r>
              <a:rPr lang="en-US" dirty="0" err="1">
                <a:latin typeface="Georgia"/>
                <a:cs typeface="Georgia"/>
              </a:rPr>
              <a:t>Consectetur</a:t>
            </a:r>
            <a:r>
              <a:rPr lang="en-US" dirty="0">
                <a:latin typeface="Georgia"/>
                <a:cs typeface="Georgia"/>
              </a:rPr>
              <a:t>  met </a:t>
            </a:r>
            <a:r>
              <a:rPr lang="en-US" dirty="0" err="1">
                <a:latin typeface="Georgia"/>
                <a:cs typeface="Georgia"/>
              </a:rPr>
              <a:t>adipiscing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. </a:t>
            </a:r>
            <a:r>
              <a:rPr lang="en-US" dirty="0" err="1">
                <a:latin typeface="Georgia"/>
                <a:cs typeface="Georgia"/>
              </a:rPr>
              <a:t>Aenean</a:t>
            </a:r>
            <a:r>
              <a:rPr lang="en-US" dirty="0">
                <a:latin typeface="Georgia"/>
                <a:cs typeface="Georgia"/>
              </a:rPr>
              <a:t> ac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a </a:t>
            </a:r>
            <a:r>
              <a:rPr lang="en-US" dirty="0" err="1">
                <a:latin typeface="Georgia"/>
                <a:cs typeface="Georgia"/>
              </a:rPr>
              <a:t>felis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pharetra</a:t>
            </a:r>
            <a:r>
              <a:rPr lang="en-US" dirty="0">
                <a:latin typeface="Georgia"/>
                <a:cs typeface="Georgia"/>
              </a:rPr>
              <a:t> </a:t>
            </a:r>
            <a:br>
              <a:rPr lang="en-US" dirty="0">
                <a:latin typeface="Georgia"/>
                <a:cs typeface="Georgia"/>
              </a:rPr>
            </a:br>
            <a:r>
              <a:rPr lang="en-US" dirty="0" err="1">
                <a:latin typeface="Georgia"/>
                <a:cs typeface="Georgia"/>
              </a:rPr>
              <a:t>vel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Fringilla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Duis</a:t>
            </a:r>
            <a:r>
              <a:rPr lang="en-US" dirty="0">
                <a:latin typeface="Georgia"/>
                <a:cs typeface="Georgia"/>
              </a:rPr>
              <a:t> dui </a:t>
            </a:r>
            <a:r>
              <a:rPr lang="en-US" dirty="0" err="1">
                <a:latin typeface="Georgia"/>
                <a:cs typeface="Georgia"/>
              </a:rPr>
              <a:t>arcu</a:t>
            </a:r>
            <a:r>
              <a:rPr lang="en-US" dirty="0">
                <a:latin typeface="Georgia"/>
                <a:cs typeface="Georgia"/>
              </a:rPr>
              <a:t>, </a:t>
            </a:r>
            <a:r>
              <a:rPr lang="en-US" dirty="0" err="1">
                <a:latin typeface="Georgia"/>
                <a:cs typeface="Georgia"/>
              </a:rPr>
              <a:t>amet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scelerisque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nec</a:t>
            </a:r>
            <a:r>
              <a:rPr lang="en-US" dirty="0">
                <a:latin typeface="Georgia"/>
                <a:cs typeface="Georgia"/>
              </a:rPr>
              <a:t> dictum </a:t>
            </a:r>
            <a:br>
              <a:rPr lang="en-US" dirty="0">
                <a:latin typeface="Georgia"/>
                <a:cs typeface="Georgia"/>
              </a:rPr>
            </a:br>
            <a:r>
              <a:rPr lang="en-US" dirty="0">
                <a:latin typeface="Georgia"/>
                <a:cs typeface="Georgia"/>
              </a:rPr>
              <a:t>ac </a:t>
            </a:r>
            <a:r>
              <a:rPr lang="en-US" dirty="0" err="1">
                <a:latin typeface="Georgia"/>
                <a:cs typeface="Georgia"/>
              </a:rPr>
              <a:t>conse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eu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Donec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tincid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unt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enim</a:t>
            </a:r>
            <a:r>
              <a:rPr lang="en-US" dirty="0">
                <a:latin typeface="Georgia"/>
                <a:cs typeface="Georgia"/>
              </a:rPr>
              <a:t> sit </a:t>
            </a:r>
            <a:r>
              <a:rPr lang="en-US" dirty="0" err="1">
                <a:latin typeface="Georgia"/>
                <a:cs typeface="Georgia"/>
              </a:rPr>
              <a:t>amet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consequat</a:t>
            </a:r>
            <a:r>
              <a:rPr lang="en-US" dirty="0">
                <a:latin typeface="Georgia"/>
                <a:cs typeface="Georgia"/>
              </a:rPr>
              <a:t>.</a:t>
            </a:r>
          </a:p>
          <a:p>
            <a:pPr>
              <a:buFont typeface="Arial"/>
              <a:buChar char="•"/>
            </a:pPr>
            <a:endParaRPr lang="en-US" dirty="0">
              <a:latin typeface="Georgia"/>
              <a:cs typeface="Georgia"/>
            </a:endParaRPr>
          </a:p>
          <a:p>
            <a:pPr>
              <a:buFont typeface="Arial"/>
              <a:buChar char="•"/>
            </a:pPr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r>
              <a:rPr lang="en-US" dirty="0">
                <a:latin typeface="Georgia"/>
                <a:cs typeface="Georgia"/>
              </a:rPr>
              <a:t> velum</a:t>
            </a:r>
          </a:p>
          <a:p>
            <a:pPr marL="342900" lvl="7" indent="0"/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endParaRPr lang="en-US" dirty="0">
              <a:latin typeface="Georgia"/>
              <a:cs typeface="Georgia"/>
            </a:endParaRPr>
          </a:p>
          <a:p>
            <a:pPr marL="342900" lvl="7" indent="0"/>
            <a:endParaRPr lang="en-US" dirty="0">
              <a:latin typeface="Georgia"/>
              <a:cs typeface="Georgia"/>
            </a:endParaRPr>
          </a:p>
          <a:p>
            <a:pPr>
              <a:buFont typeface="Arial"/>
              <a:buChar char="•"/>
            </a:pPr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r>
              <a:rPr lang="en-US" dirty="0">
                <a:latin typeface="Georgia"/>
                <a:cs typeface="Georgia"/>
              </a:rPr>
              <a:t> velum</a:t>
            </a:r>
          </a:p>
          <a:p>
            <a:pPr marL="342900" lvl="6" indent="0"/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endParaRPr lang="en-US" dirty="0">
              <a:latin typeface="Georgia"/>
              <a:cs typeface="Georgia"/>
            </a:endParaRPr>
          </a:p>
          <a:p>
            <a:endParaRPr lang="en-US" dirty="0">
              <a:latin typeface="Georgia"/>
              <a:cs typeface="Georgia"/>
            </a:endParaRPr>
          </a:p>
          <a:p>
            <a:endParaRPr lang="en-US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458276" cy="434305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05079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329F5C7-1EDD-4D4F-B3EB-31F227D9F42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274638"/>
            <a:ext cx="8458276" cy="648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620000"/>
            <a:ext cx="10800001" cy="45259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0000" y="6309321"/>
            <a:ext cx="540067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51875" y="6309321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/>
          <p:cNvPicPr preferRelativeResize="0"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1368000"/>
            <a:ext cx="10800000" cy="12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6000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9" r:id="rId1"/>
    <p:sldLayoutId id="2147484640" r:id="rId2"/>
    <p:sldLayoutId id="2147484641" r:id="rId3"/>
    <p:sldLayoutId id="2147484642" r:id="rId4"/>
    <p:sldLayoutId id="2147484643" r:id="rId5"/>
    <p:sldLayoutId id="2147484644" r:id="rId6"/>
    <p:sldLayoutId id="2147484645" r:id="rId7"/>
    <p:sldLayoutId id="2147484646" r:id="rId8"/>
    <p:sldLayoutId id="2147484647" r:id="rId9"/>
    <p:sldLayoutId id="2147484648" r:id="rId10"/>
    <p:sldLayoutId id="2147484649" r:id="rId11"/>
    <p:sldLayoutId id="2147484650" r:id="rId12"/>
    <p:sldLayoutId id="2147484651" r:id="rId1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spcBef>
          <a:spcPct val="20000"/>
        </a:spcBef>
        <a:buFont typeface="Georgia" panose="02040502050405020303" pitchFamily="18" charset="0"/>
        <a:buChar char="―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Georgia" panose="02040502050405020303" pitchFamily="18" charset="0"/>
        <a:buChar char="―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2" pos="4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0000" y="836784"/>
            <a:ext cx="8544000" cy="648000"/>
          </a:xfrm>
        </p:spPr>
        <p:txBody>
          <a:bodyPr>
            <a:normAutofit fontScale="90000"/>
          </a:bodyPr>
          <a:lstStyle/>
          <a:p>
            <a:pPr algn="ctr"/>
            <a:r>
              <a:rPr lang="en-A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LAWS2400 / LAWS8040 – Torts</a:t>
            </a:r>
            <a:br>
              <a:rPr lang="en-A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A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</a:t>
            </a:r>
            <a:r>
              <a:rPr lang="en-A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Lecture 1</a:t>
            </a:r>
            <a:br>
              <a:rPr lang="en-A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3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Defences to Intentional Torts (consent &amp; self defence)</a:t>
            </a:r>
            <a:b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476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E700-BEAF-3248-A54C-F5BEBA340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74637"/>
            <a:ext cx="8458276" cy="89494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C9E6F-2A4A-EC4A-903A-6B54DA7E0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669311"/>
            <a:ext cx="11116400" cy="4822929"/>
          </a:xfrm>
        </p:spPr>
        <p:txBody>
          <a:bodyPr>
            <a:no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</a:t>
            </a:r>
            <a:endParaRPr lang="en-H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Consent (this lecture)</a:t>
            </a:r>
            <a:endParaRPr lang="en-H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Self-defence (this lecture)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Process (this lecture)</a:t>
            </a:r>
            <a:endParaRPr lang="en-H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Provocation  (lecture 2)</a:t>
            </a:r>
            <a:endParaRPr lang="en-H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Contributory negligence (lecture 2)</a:t>
            </a:r>
            <a:endParaRPr lang="en-H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Necessity (lecture 2)</a:t>
            </a:r>
          </a:p>
        </p:txBody>
      </p:sp>
    </p:spTree>
    <p:extLst>
      <p:ext uri="{BB962C8B-B14F-4D97-AF65-F5344CB8AC3E}">
        <p14:creationId xmlns:p14="http://schemas.microsoft.com/office/powerpoint/2010/main" val="1081458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Overview 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81" y="1508426"/>
            <a:ext cx="11155680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week, we will focus on various defences that may be pleaded in cases related to intentional torts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conceptual question is about the meaning of defences: are these part of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tort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these elements?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 you think? And why does it matter? </a:t>
            </a:r>
          </a:p>
        </p:txBody>
      </p:sp>
      <p:sp>
        <p:nvSpPr>
          <p:cNvPr id="4" name="Action Button: Help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9B709AE0-CC2A-A7DB-BF76-FE395A135B41}"/>
              </a:ext>
            </a:extLst>
          </p:cNvPr>
          <p:cNvSpPr/>
          <p:nvPr/>
        </p:nvSpPr>
        <p:spPr>
          <a:xfrm>
            <a:off x="8135860" y="4189229"/>
            <a:ext cx="1042416" cy="1042416"/>
          </a:xfrm>
          <a:prstGeom prst="actionButtonHelp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551680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Consent 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person freely gives consent to a tortious conduct, no action is generally available 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defence is underpinned by deference to the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individuals 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Consent is available as a defence to battery, assault, false imprisonment, trespass to land and interference with chattels 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280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Consent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Courts in England and New Zealand have taken the view that consent is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element of trespassory conduct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so the onus is on the plaintiff to prove lack of consent  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courts in Canada and Australia have taken a different view 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857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Consent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McHugh J in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Marion’s Case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(1992) 175 CLR 218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obiter reasoned that consent is 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therefore the onus is on the defendant to prove that there was consent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Leeming JA in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White v Johnston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[2015] NSWCA 18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(unnecessary treatment by a dentist)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obiter considered that the better view is that consent is an essential element of assault and battery. </a:t>
            </a:r>
            <a:endParaRPr lang="en-US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177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Consent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there is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uncertainty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Australia regarding whether consent is a defence or part of the elements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your view? Does it matter much if consent were to be regarded as part of the elements? </a:t>
            </a:r>
          </a:p>
        </p:txBody>
      </p:sp>
      <p:sp>
        <p:nvSpPr>
          <p:cNvPr id="4" name="Action Button: Help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9FB2BDB-0673-26B0-FCE1-B06612EBB79C}"/>
              </a:ext>
            </a:extLst>
          </p:cNvPr>
          <p:cNvSpPr/>
          <p:nvPr/>
        </p:nvSpPr>
        <p:spPr>
          <a:xfrm>
            <a:off x="5083438" y="3689057"/>
            <a:ext cx="1042416" cy="1042416"/>
          </a:xfrm>
          <a:prstGeom prst="actionButtonHelp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629743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Consent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Consent may be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 be valid, consent must:</a:t>
            </a:r>
          </a:p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voluntary / free 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come from a competent person </a:t>
            </a:r>
          </a:p>
          <a:p>
            <a:pPr marL="1428750" lvl="2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in relation to the act complained of </a:t>
            </a:r>
          </a:p>
        </p:txBody>
      </p:sp>
    </p:spTree>
    <p:extLst>
      <p:ext uri="{BB962C8B-B14F-4D97-AF65-F5344CB8AC3E}">
        <p14:creationId xmlns:p14="http://schemas.microsoft.com/office/powerpoint/2010/main" val="3489652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Consent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critical that consent is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freely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individual should have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sufficient knowledge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to what she is consenting to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is no force, fraud, threat or intimidation  </a:t>
            </a:r>
          </a:p>
        </p:txBody>
      </p:sp>
    </p:spTree>
    <p:extLst>
      <p:ext uri="{BB962C8B-B14F-4D97-AF65-F5344CB8AC3E}">
        <p14:creationId xmlns:p14="http://schemas.microsoft.com/office/powerpoint/2010/main" val="1875403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Consent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not every misrepresentation will nullify consent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plaintiff understands the “nature and character” of the interference, consent will be valid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if there were false inducements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e.g., false promise of marriage to induce sexual relations  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300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Consent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Dean v Phung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[2012] NSWCA 223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(Dr Phung treated Dean </a:t>
            </a:r>
            <a:r>
              <a:rPr lang="en-US" sz="280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minor chipping of his front teeth; Phung conducted more than 53 consultations to perform unnecessary procedures, which cost Dean $73,640)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court found that the consent was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validly given  </a:t>
            </a:r>
          </a:p>
        </p:txBody>
      </p:sp>
    </p:spTree>
    <p:extLst>
      <p:ext uri="{BB962C8B-B14F-4D97-AF65-F5344CB8AC3E}">
        <p14:creationId xmlns:p14="http://schemas.microsoft.com/office/powerpoint/2010/main" val="855337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Consent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consent should also come from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competent person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should be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capacit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to give consent – having sufficient understanding to comprehend the act as well as its consequences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Adults are presumed to have this capacity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what if an adult was drunk, asleep or unconscious? </a:t>
            </a:r>
          </a:p>
        </p:txBody>
      </p:sp>
      <p:sp>
        <p:nvSpPr>
          <p:cNvPr id="4" name="Action Button: Help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40E23D69-3288-3646-E932-E6F557520C37}"/>
              </a:ext>
            </a:extLst>
          </p:cNvPr>
          <p:cNvSpPr/>
          <p:nvPr/>
        </p:nvSpPr>
        <p:spPr>
          <a:xfrm>
            <a:off x="9836192" y="4732445"/>
            <a:ext cx="1042416" cy="1042416"/>
          </a:xfrm>
          <a:prstGeom prst="actionButtonHelp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598326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Consent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Brightwater Care Group v Rossiter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(2009) 40 WAR 84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 completely paralysed person, who was unable to consume by mouth any nutrition or fluids, directed the care home staff to discontinue nutrition and fluids)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Noting the important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to autonomy or self-determination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court ruled that a medical practitioner or service provider will commit a trespass against the patient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was done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against the wishes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medically competent patient  </a:t>
            </a:r>
          </a:p>
        </p:txBody>
      </p:sp>
    </p:spTree>
    <p:extLst>
      <p:ext uri="{BB962C8B-B14F-4D97-AF65-F5344CB8AC3E}">
        <p14:creationId xmlns:p14="http://schemas.microsoft.com/office/powerpoint/2010/main" val="325034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Consent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issue of consent may raise complex questions / dilemmas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following: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if an adult woman declines treatment which will save the life of her unborn child? 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about persons with intellectual disability?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about a minor with a sufficient understanding?  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ction Button: Help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F2FCAC0-75EE-67AA-B3CF-7A6312937A73}"/>
              </a:ext>
            </a:extLst>
          </p:cNvPr>
          <p:cNvSpPr/>
          <p:nvPr/>
        </p:nvSpPr>
        <p:spPr>
          <a:xfrm>
            <a:off x="150791" y="3935442"/>
            <a:ext cx="1042416" cy="1042416"/>
          </a:xfrm>
          <a:prstGeom prst="actionButtonHelp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59552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Consent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House of Lords in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Gillick v West Norfolk Health Authority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[1986]  AC 112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held that a 15-year old girl could give valid consent to receiving medical advice about a prescription for the contraceptive pill without her parents’ consent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reasoned that a minor could give informed consent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she achieves a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sufficient understanding and intelligence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enable her to “understand fully what is proposed”     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595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Consent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 Court of Australia approved the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Gillick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principle in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Marion’s Case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(1992) 175 CLR 218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(an application authorising sterilisation of a intellectually disabled teenager, Marion, brought by her parents)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 Court observed that the fact that a child is disabled does not of itself mean that she cannot give informed consent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considering the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 of sterilisation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ruled that parents cannot provide consent to authorise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non-therapeutic treatment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child that is not in the child’s interests 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719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Consent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parents’ consent has been held to be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insufficient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the medical procedure is not for the treatment of the child’s illness, e.g., sterilisation of mentally disabled minors, gender reassignment surgery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Moreover, for certain treatments,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consent of courts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be required by statutes – e.g.,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Children and Young Persons (Care and Protection) Act 1998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(NSW)   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728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8B060-3BB1-1A0D-D984-1682DDC8F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A3B8-19AF-45AC-D12C-887B7353E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Consent </a:t>
            </a:r>
            <a:r>
              <a:rPr lang="en-US" sz="2000" i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F38AE-9346-D398-F38C-4DF218D30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v Sydney Children's Hospital Network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(2013) 85 NSWLR 294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(17yo Jehovah's Witness, competent, refused blood transfusion; parents supported refusal)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Held: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parens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patriae jurisdiction extends to ANY person under 18, even a competent ‘mature minor’. Section 174 Care and Protection Act does not exclude it absent clear words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AU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 also</a:t>
            </a:r>
            <a:r>
              <a:rPr lang="en-AU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 v AC </a:t>
            </a:r>
            <a:r>
              <a:rPr lang="en-AU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[2024] NSWSC 40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55504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Consent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Consent must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be exceeded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consent is often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to a specific act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will not be a good defence if the defendant’s conduct exceeds the consent given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you think of some examples like this? </a:t>
            </a:r>
          </a:p>
        </p:txBody>
      </p:sp>
      <p:sp>
        <p:nvSpPr>
          <p:cNvPr id="5" name="Action Button: Help 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4C818C79-6FFA-F0D7-DCC5-CA33EF91CB31}"/>
              </a:ext>
            </a:extLst>
          </p:cNvPr>
          <p:cNvSpPr/>
          <p:nvPr/>
        </p:nvSpPr>
        <p:spPr>
          <a:xfrm>
            <a:off x="7879801" y="3871436"/>
            <a:ext cx="1042416" cy="1042416"/>
          </a:xfrm>
          <a:prstGeom prst="actionButtonHelp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744831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Consent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McNamara v Duncan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(1971) 45 FLR 152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(the defendant deliberately struck the plaintiff on the head, fracturing his skull, during a game of Australian Rules Football) 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court rejected the argument that the plaintiff must have consented to receive such a blow and thus accepted the risk of such injury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forcible bodily contact is part of Australian Rules Football, it will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cover deliberately inflicted injuries  </a:t>
            </a:r>
          </a:p>
        </p:txBody>
      </p:sp>
    </p:spTree>
    <p:extLst>
      <p:ext uri="{BB962C8B-B14F-4D97-AF65-F5344CB8AC3E}">
        <p14:creationId xmlns:p14="http://schemas.microsoft.com/office/powerpoint/2010/main" val="12540979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Self-defence 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defendant acted in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self-defence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is a defence to a claim for trespass to the person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avail this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defendant must prove two conditions at common law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i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Zecevic v DPP </a:t>
            </a:r>
            <a:r>
              <a:rPr lang="en-US" sz="28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(1987) 162 CLR 645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was a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reasonable apprehension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physical force to the defendant or others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force used by the defendant was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proportionate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threat </a:t>
            </a:r>
          </a:p>
        </p:txBody>
      </p:sp>
    </p:spTree>
    <p:extLst>
      <p:ext uri="{BB962C8B-B14F-4D97-AF65-F5344CB8AC3E}">
        <p14:creationId xmlns:p14="http://schemas.microsoft.com/office/powerpoint/2010/main" val="8477239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Self-defence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Regarding proportionate response, consider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Fontin v Katapodis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(1962) 108 CLR 177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(Fontin incorrectly accused Katapodis for not paying for the goods, which resulted in heated arguments; Katapodis picked up a wooden T-square and broke it on Fontin’s shoulder; Fontin threw an off-cut of glass at Katapodis’ face, which resulted in injuries to the hand of Katapodis)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 Court held that while Fontin had the right to defend himself, throwing a piece of glass at the face of Katapodis “was out of all reasonable proportion to the emergency confronting Fontin”</a:t>
            </a:r>
          </a:p>
        </p:txBody>
      </p:sp>
    </p:spTree>
    <p:extLst>
      <p:ext uri="{BB962C8B-B14F-4D97-AF65-F5344CB8AC3E}">
        <p14:creationId xmlns:p14="http://schemas.microsoft.com/office/powerpoint/2010/main" val="13152253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Self-defence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defence is available for the protection of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 parties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family members or even strangers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may also be invoked to protect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(both land and chattels) against unlawful interference by trespassers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defence to protect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generally only available to the person who has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possession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moreover, a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to leave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land should first be made and the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 given to comply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request  </a:t>
            </a:r>
          </a:p>
        </p:txBody>
      </p:sp>
    </p:spTree>
    <p:extLst>
      <p:ext uri="{BB962C8B-B14F-4D97-AF65-F5344CB8AC3E}">
        <p14:creationId xmlns:p14="http://schemas.microsoft.com/office/powerpoint/2010/main" val="1137076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Self-defence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Effect of the </a:t>
            </a:r>
            <a:r>
              <a:rPr kumimoji="0" lang="en-US" sz="2800" b="0" i="1" u="sng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Civil Liability Act 2002 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(NSW) (CLA)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common law of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self-defence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been codified and modified by statutory provisions drawn from the criminal law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Sections 52-54 of the CLA are a case in point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operates under both regimes in parallel (see ss 3A(1) CLA, 3B(1)(a)(iii))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different tests </a:t>
            </a:r>
          </a:p>
        </p:txBody>
      </p:sp>
    </p:spTree>
    <p:extLst>
      <p:ext uri="{BB962C8B-B14F-4D97-AF65-F5344CB8AC3E}">
        <p14:creationId xmlns:p14="http://schemas.microsoft.com/office/powerpoint/2010/main" val="41530235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Self-defence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52 of the CLA provides: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A person does not incur a liability to which this Part applies arising from any conduct of the person carried out in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self-defence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only if the conduct to which the person was responding—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was </a:t>
            </a: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unlawful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would have been unlawful if the other person carrying out the conduct to which the person responds had not had a mental health impairment or a cognitive impairment at the time of the conduct.</a:t>
            </a:r>
          </a:p>
        </p:txBody>
      </p:sp>
    </p:spTree>
    <p:extLst>
      <p:ext uri="{BB962C8B-B14F-4D97-AF65-F5344CB8AC3E}">
        <p14:creationId xmlns:p14="http://schemas.microsoft.com/office/powerpoint/2010/main" val="34309263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Self-defence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999" y="1396666"/>
            <a:ext cx="10800001" cy="507493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A person carries out conduct in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self-defence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and only if </a:t>
            </a: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person believes the conduct is necessary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to defend himself or herself or another person, or	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to prevent or terminate the unlawful deprivation of his or her liberty or the liberty of another person, or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to protect property from unlawful taking, destruction, damage or interference, or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to prevent criminal trespass to any land or premises or to remove a person committing any such criminal trespass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conduct is a reasonable response in the circumstances as he or she perceives them.</a:t>
            </a:r>
          </a:p>
        </p:txBody>
      </p:sp>
    </p:spTree>
    <p:extLst>
      <p:ext uri="{BB962C8B-B14F-4D97-AF65-F5344CB8AC3E}">
        <p14:creationId xmlns:p14="http://schemas.microsoft.com/office/powerpoint/2010/main" val="24813381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Self-defence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52 provides that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self-defence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absolve the defendant from civil liability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in response to “unlawful conduct”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two-limb test is satisfied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legislation, however, does not define the term “unlawful conduct”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term has been held to include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criminal and tortious conduct 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25D7501-EBF0-0A0D-8BF1-9B703314FFC8}"/>
              </a:ext>
            </a:extLst>
          </p:cNvPr>
          <p:cNvSpPr/>
          <p:nvPr/>
        </p:nvSpPr>
        <p:spPr>
          <a:xfrm>
            <a:off x="4072270" y="2647508"/>
            <a:ext cx="6677245" cy="2062716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common law test does </a:t>
            </a:r>
            <a:r>
              <a:rPr lang="en-GB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have the unlawful conduct requirement!</a:t>
            </a:r>
          </a:p>
        </p:txBody>
      </p:sp>
    </p:spTree>
    <p:extLst>
      <p:ext uri="{BB962C8B-B14F-4D97-AF65-F5344CB8AC3E}">
        <p14:creationId xmlns:p14="http://schemas.microsoft.com/office/powerpoint/2010/main" val="27649466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Self-defence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NSW v McMaster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[2015] NSWCA 228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(Justin’s partner, his sister and his mother suffered a violent home invasion, which included physical and sexual assault; the police arrived after a call by Justin’s partner; Justin – holding a metal curtain rod in his hand – came running out of the house yelling, “Where’s my sister”; as Justin was running towards Constable K, he was shot by Constable F)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plaintiff sued for negligence and trespass to the person – Constable F pleaded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self-defence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(and necessity) </a:t>
            </a:r>
          </a:p>
        </p:txBody>
      </p:sp>
    </p:spTree>
    <p:extLst>
      <p:ext uri="{BB962C8B-B14F-4D97-AF65-F5344CB8AC3E}">
        <p14:creationId xmlns:p14="http://schemas.microsoft.com/office/powerpoint/2010/main" val="36163917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Self-defence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trial court held there was battery and that the constable was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entitled to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self-defence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Court of Appeal ruled that in the given circumstances both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subjective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requirements of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self-defence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 were satisfied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factors did the Court consider? </a:t>
            </a:r>
          </a:p>
        </p:txBody>
      </p:sp>
      <p:sp>
        <p:nvSpPr>
          <p:cNvPr id="4" name="Action Button: Help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99C3DDC1-8DAD-00DE-98D9-775C78C30D99}"/>
              </a:ext>
            </a:extLst>
          </p:cNvPr>
          <p:cNvSpPr/>
          <p:nvPr/>
        </p:nvSpPr>
        <p:spPr>
          <a:xfrm>
            <a:off x="6976034" y="4594450"/>
            <a:ext cx="1042416" cy="1042416"/>
          </a:xfrm>
          <a:prstGeom prst="actionButtonHelp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610671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Self-defence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Court of Appeal also found that Justin’s conduct was unlawful because he was not acting in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self-defence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if the act was not intentional, Justin’s act was trespass to the person – negligent assault </a:t>
            </a:r>
          </a:p>
        </p:txBody>
      </p:sp>
    </p:spTree>
    <p:extLst>
      <p:ext uri="{BB962C8B-B14F-4D97-AF65-F5344CB8AC3E}">
        <p14:creationId xmlns:p14="http://schemas.microsoft.com/office/powerpoint/2010/main" val="40518742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809C4-44FE-03A1-8B26-58BB44141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FE4E7-AAAB-5AA2-18E7-DF47248C2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Legal Process 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A42EF-F5C7-4F4D-CF97-083E4E376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Lawful arrest is a defence to trespass to the person</a:t>
            </a:r>
          </a:p>
          <a:p>
            <a:pPr marL="0" lvl="0" indent="0" fontAlgn="base">
              <a:lnSpc>
                <a:spcPct val="150000"/>
              </a:lnSpc>
              <a:buNone/>
            </a:pPr>
            <a:r>
              <a:rPr lang="en-A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 Enforcement (Powers and Responsibilities) Act 2002</a:t>
            </a: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(NSW) (LEPRA)</a:t>
            </a:r>
          </a:p>
          <a:p>
            <a:pPr lvl="0" fontAlgn="base">
              <a:lnSpc>
                <a:spcPct val="150000"/>
              </a:lnSpc>
              <a:buFont typeface="Wingdings" pitchFamily="2" charset="2"/>
              <a:buChar char="Ø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99(1): arrest without warrant requires BOTH (a) suspicion on reasonable grounds that the person is committing or has committed an offence AND (b) satisfaction that arrest is reasonably necessary for a listed reason</a:t>
            </a:r>
          </a:p>
          <a:p>
            <a:pPr lvl="0" fontAlgn="base">
              <a:lnSpc>
                <a:spcPct val="150000"/>
              </a:lnSpc>
              <a:buFont typeface="Wingdings" pitchFamily="2" charset="2"/>
              <a:buChar char="Ø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Sections 230, 231: such force as is reasonably necessary</a:t>
            </a:r>
          </a:p>
          <a:p>
            <a:pPr lvl="0" fontAlgn="base">
              <a:lnSpc>
                <a:spcPct val="150000"/>
              </a:lnSpc>
              <a:buFont typeface="Wingdings" pitchFamily="2" charset="2"/>
              <a:buChar char="Ø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</a:t>
            </a:r>
            <a:r>
              <a:rPr lang="en-AU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4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Owlstara</a:t>
            </a:r>
            <a:r>
              <a:rPr lang="en-AU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 State of NSW </a:t>
            </a:r>
            <a:r>
              <a:rPr lang="en-AU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[2020] NSWCA 217</a:t>
            </a:r>
          </a:p>
          <a:p>
            <a:pPr lvl="0" fontAlgn="base">
              <a:lnSpc>
                <a:spcPct val="150000"/>
              </a:lnSpc>
              <a:buFont typeface="Wingdings" pitchFamily="2" charset="2"/>
              <a:buChar char="Ø"/>
            </a:pPr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Suspicion: more than a possibility, less than a belief</a:t>
            </a:r>
          </a:p>
        </p:txBody>
      </p:sp>
    </p:spTree>
    <p:extLst>
      <p:ext uri="{BB962C8B-B14F-4D97-AF65-F5344CB8AC3E}">
        <p14:creationId xmlns:p14="http://schemas.microsoft.com/office/powerpoint/2010/main" val="7010593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26524-09C4-B5B4-AECF-B58BE8EF1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3DBAC-0B71-43C9-D273-75E97BD6B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Legal Process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F5B77-ECF8-A09B-F427-93C4D71AB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and remain on land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A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</a:t>
            </a:r>
            <a:r>
              <a:rPr lang="en-AU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Roy v O'Neill </a:t>
            </a:r>
            <a:r>
              <a:rPr lang="en-AU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(2020) 272 CLR 291 </a:t>
            </a:r>
            <a:r>
              <a:rPr lang="en-A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(from Topic 3)</a:t>
            </a:r>
          </a:p>
          <a:p>
            <a:pPr lvl="0" fontAlgn="base">
              <a:lnSpc>
                <a:spcPct val="150000"/>
              </a:lnSpc>
            </a:pPr>
            <a:r>
              <a:rPr lang="en-A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Police entered the unit’s curtilage for a proactive DVO compliance check</a:t>
            </a:r>
          </a:p>
          <a:p>
            <a:pPr lvl="0" fontAlgn="base">
              <a:lnSpc>
                <a:spcPct val="150000"/>
              </a:lnSpc>
            </a:pPr>
            <a:r>
              <a:rPr lang="en-A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 held 3:2: within the implied licence (</a:t>
            </a:r>
            <a:r>
              <a:rPr lang="en-AU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Halliday v Nevill</a:t>
            </a:r>
            <a:r>
              <a:rPr lang="en-A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lvl="0" fontAlgn="base">
              <a:lnSpc>
                <a:spcPct val="150000"/>
              </a:lnSpc>
            </a:pPr>
            <a:r>
              <a:rPr lang="en-A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observations of Roy’s state of intoxication then enlivened the power to remain on the land for breath test power (</a:t>
            </a:r>
            <a:r>
              <a:rPr lang="en-AU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Police Administration Act 1978 </a:t>
            </a:r>
            <a:r>
              <a:rPr lang="en-A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(NT) s 126(2A)) and so had independent authority to remain.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43130"/>
      </p:ext>
    </p:extLst>
  </p:cSld>
  <p:clrMapOvr>
    <a:masterClrMapping/>
  </p:clrMapOvr>
</p:sld>
</file>

<file path=ppt/theme/theme1.xml><?xml version="1.0" encoding="utf-8"?>
<a:theme xmlns:a="http://schemas.openxmlformats.org/drawingml/2006/main" name="MAC UNI BASIC_Round 1 Draft for feedback">
  <a:themeElements>
    <a:clrScheme name="MQU Colours">
      <a:dk1>
        <a:sysClr val="windowText" lastClr="000000"/>
      </a:dk1>
      <a:lt1>
        <a:sysClr val="window" lastClr="FFFFFF"/>
      </a:lt1>
      <a:dk2>
        <a:srgbClr val="D6D2C4"/>
      </a:dk2>
      <a:lt2>
        <a:srgbClr val="E6E4DC"/>
      </a:lt2>
      <a:accent1>
        <a:srgbClr val="A6192E"/>
      </a:accent1>
      <a:accent2>
        <a:srgbClr val="76232F"/>
      </a:accent2>
      <a:accent3>
        <a:srgbClr val="D6001C"/>
      </a:accent3>
      <a:accent4>
        <a:srgbClr val="C6007E"/>
      </a:accent4>
      <a:accent5>
        <a:srgbClr val="80225F"/>
      </a:accent5>
      <a:accent6>
        <a:srgbClr val="373A36"/>
      </a:accent6>
      <a:hlink>
        <a:srgbClr val="A6192E"/>
      </a:hlink>
      <a:folHlink>
        <a:srgbClr val="954F72"/>
      </a:folHlink>
    </a:clrScheme>
    <a:fontScheme name="MQ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U-INT 16x9 Template _2016" id="{260B2EA1-E29E-8F43-8CD0-19C5943E9B3E}" vid="{17EFAF55-AA0F-074F-B88C-D92FD2EB11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2c514c1-a717-4087-be06-d40d2070ad52}" enabled="0" method="" siteId="{82c514c1-a717-4087-be06-d40d2070ad5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18401</TotalTime>
  <Words>2133</Words>
  <Application>Microsoft Macintosh PowerPoint</Application>
  <PresentationFormat>Widescreen</PresentationFormat>
  <Paragraphs>267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Georgia</vt:lpstr>
      <vt:lpstr>Times New Roman</vt:lpstr>
      <vt:lpstr>Wingdings</vt:lpstr>
      <vt:lpstr>MAC UNI BASIC_Round 1 Draft for feedback</vt:lpstr>
      <vt:lpstr>LAWS2400 / LAWS8040 – Torts  Topic 4 Lecture 1 Defences to Intentional Torts (consent &amp; self defence) </vt:lpstr>
      <vt:lpstr>Outline</vt:lpstr>
      <vt:lpstr>1. Overview </vt:lpstr>
      <vt:lpstr>2. Consent </vt:lpstr>
      <vt:lpstr>Consent Contd.</vt:lpstr>
      <vt:lpstr>Consent Contd.</vt:lpstr>
      <vt:lpstr>Consent Contd.</vt:lpstr>
      <vt:lpstr>Consent Contd.</vt:lpstr>
      <vt:lpstr>Consent Contd.</vt:lpstr>
      <vt:lpstr>Consent Contd.</vt:lpstr>
      <vt:lpstr>Consent Contd.</vt:lpstr>
      <vt:lpstr>Consent Contd.</vt:lpstr>
      <vt:lpstr>Consent Contd.</vt:lpstr>
      <vt:lpstr>Consent Contd.</vt:lpstr>
      <vt:lpstr>Consent Contd.</vt:lpstr>
      <vt:lpstr>Consent Contd.</vt:lpstr>
      <vt:lpstr>Consent Contd.</vt:lpstr>
      <vt:lpstr>Consent Contd.</vt:lpstr>
      <vt:lpstr>Consent Contd.</vt:lpstr>
      <vt:lpstr>Consent Contd.</vt:lpstr>
      <vt:lpstr>3. Self-defence </vt:lpstr>
      <vt:lpstr>Self-defence Contd.</vt:lpstr>
      <vt:lpstr>Self-defence Contd.</vt:lpstr>
      <vt:lpstr>Self-defence Contd.</vt:lpstr>
      <vt:lpstr>Self-defence Contd.</vt:lpstr>
      <vt:lpstr>Self-defence Contd.</vt:lpstr>
      <vt:lpstr>Self-defence Contd.</vt:lpstr>
      <vt:lpstr>Self-defence Contd.</vt:lpstr>
      <vt:lpstr>Self-defence Contd.</vt:lpstr>
      <vt:lpstr>Self-defence Contd.</vt:lpstr>
      <vt:lpstr>4. Legal Process </vt:lpstr>
      <vt:lpstr>Legal Process Contd.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Amanda Head</cp:lastModifiedBy>
  <cp:revision>1288</cp:revision>
  <cp:lastPrinted>2025-08-17T23:55:29Z</cp:lastPrinted>
  <dcterms:created xsi:type="dcterms:W3CDTF">2019-01-24T02:12:19Z</dcterms:created>
  <dcterms:modified xsi:type="dcterms:W3CDTF">2026-08-19T06:58:54Z</dcterms:modified>
</cp:coreProperties>
</file>