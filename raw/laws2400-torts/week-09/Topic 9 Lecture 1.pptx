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638" r:id="rId1"/>
  </p:sldMasterIdLst>
  <p:notesMasterIdLst>
    <p:notesMasterId r:id="rId32"/>
  </p:notesMasterIdLst>
  <p:handoutMasterIdLst>
    <p:handoutMasterId r:id="rId33"/>
  </p:handoutMasterIdLst>
  <p:sldIdLst>
    <p:sldId id="303" r:id="rId2"/>
    <p:sldId id="258" r:id="rId3"/>
    <p:sldId id="333" r:id="rId4"/>
    <p:sldId id="336" r:id="rId5"/>
    <p:sldId id="335" r:id="rId6"/>
    <p:sldId id="478" r:id="rId7"/>
    <p:sldId id="477" r:id="rId8"/>
    <p:sldId id="479" r:id="rId9"/>
    <p:sldId id="483" r:id="rId10"/>
    <p:sldId id="480" r:id="rId11"/>
    <p:sldId id="482" r:id="rId12"/>
    <p:sldId id="484" r:id="rId13"/>
    <p:sldId id="492" r:id="rId14"/>
    <p:sldId id="503" r:id="rId15"/>
    <p:sldId id="485" r:id="rId16"/>
    <p:sldId id="487" r:id="rId17"/>
    <p:sldId id="493" r:id="rId18"/>
    <p:sldId id="494" r:id="rId19"/>
    <p:sldId id="491" r:id="rId20"/>
    <p:sldId id="486" r:id="rId21"/>
    <p:sldId id="489" r:id="rId22"/>
    <p:sldId id="490" r:id="rId23"/>
    <p:sldId id="488" r:id="rId24"/>
    <p:sldId id="337" r:id="rId25"/>
    <p:sldId id="481" r:id="rId26"/>
    <p:sldId id="504" r:id="rId27"/>
    <p:sldId id="442" r:id="rId28"/>
    <p:sldId id="499" r:id="rId29"/>
    <p:sldId id="500" r:id="rId30"/>
    <p:sldId id="501"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nnah Harris" initials="HH" lastIdx="8" clrIdx="0">
    <p:extLst>
      <p:ext uri="{19B8F6BF-5375-455C-9EA6-DF929625EA0E}">
        <p15:presenceInfo xmlns:p15="http://schemas.microsoft.com/office/powerpoint/2012/main" userId="S::hannah.harris@mq.edu.au::6810d1df-3b5d-4428-9867-3b286e5d46c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E23E55"/>
    <a:srgbClr val="EF99A5"/>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52"/>
    <p:restoredTop sz="94606"/>
  </p:normalViewPr>
  <p:slideViewPr>
    <p:cSldViewPr snapToGrid="0">
      <p:cViewPr varScale="1">
        <p:scale>
          <a:sx n="119" d="100"/>
          <a:sy n="119" d="100"/>
        </p:scale>
        <p:origin x="800" y="18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da Head" userId="3622ac83-72fb-4480-aaff-0580f4ad655a" providerId="ADAL" clId="{6BBF4A71-3A44-5905-A51C-0BDCE69EAF34}"/>
    <pc:docChg chg="modSld">
      <pc:chgData name="Amanda Head" userId="3622ac83-72fb-4480-aaff-0580f4ad655a" providerId="ADAL" clId="{6BBF4A71-3A44-5905-A51C-0BDCE69EAF34}" dt="2026-10-08T03:37:16.918" v="50" actId="20577"/>
      <pc:docMkLst>
        <pc:docMk/>
      </pc:docMkLst>
      <pc:sldChg chg="modSp mod">
        <pc:chgData name="Amanda Head" userId="3622ac83-72fb-4480-aaff-0580f4ad655a" providerId="ADAL" clId="{6BBF4A71-3A44-5905-A51C-0BDCE69EAF34}" dt="2026-10-08T02:02:27.086" v="11" actId="114"/>
        <pc:sldMkLst>
          <pc:docMk/>
          <pc:sldMk cId="1984944516" sldId="479"/>
        </pc:sldMkLst>
        <pc:spChg chg="mod">
          <ac:chgData name="Amanda Head" userId="3622ac83-72fb-4480-aaff-0580f4ad655a" providerId="ADAL" clId="{6BBF4A71-3A44-5905-A51C-0BDCE69EAF34}" dt="2026-10-08T02:02:27.086" v="11" actId="114"/>
          <ac:spMkLst>
            <pc:docMk/>
            <pc:sldMk cId="1984944516" sldId="479"/>
            <ac:spMk id="3" creationId="{EEA464B0-4368-47D8-802B-4FB5B5FAD6E7}"/>
          </ac:spMkLst>
        </pc:spChg>
      </pc:sldChg>
      <pc:sldChg chg="modSp mod">
        <pc:chgData name="Amanda Head" userId="3622ac83-72fb-4480-aaff-0580f4ad655a" providerId="ADAL" clId="{6BBF4A71-3A44-5905-A51C-0BDCE69EAF34}" dt="2026-10-08T03:28:18.655" v="12" actId="20577"/>
        <pc:sldMkLst>
          <pc:docMk/>
          <pc:sldMk cId="1123457298" sldId="484"/>
        </pc:sldMkLst>
        <pc:spChg chg="mod">
          <ac:chgData name="Amanda Head" userId="3622ac83-72fb-4480-aaff-0580f4ad655a" providerId="ADAL" clId="{6BBF4A71-3A44-5905-A51C-0BDCE69EAF34}" dt="2026-10-08T03:28:18.655" v="12" actId="20577"/>
          <ac:spMkLst>
            <pc:docMk/>
            <pc:sldMk cId="1123457298" sldId="484"/>
            <ac:spMk id="3" creationId="{EEA464B0-4368-47D8-802B-4FB5B5FAD6E7}"/>
          </ac:spMkLst>
        </pc:spChg>
      </pc:sldChg>
      <pc:sldChg chg="modSp mod">
        <pc:chgData name="Amanda Head" userId="3622ac83-72fb-4480-aaff-0580f4ad655a" providerId="ADAL" clId="{6BBF4A71-3A44-5905-A51C-0BDCE69EAF34}" dt="2026-10-08T03:33:25.194" v="13" actId="113"/>
        <pc:sldMkLst>
          <pc:docMk/>
          <pc:sldMk cId="3799826216" sldId="490"/>
        </pc:sldMkLst>
        <pc:spChg chg="mod">
          <ac:chgData name="Amanda Head" userId="3622ac83-72fb-4480-aaff-0580f4ad655a" providerId="ADAL" clId="{6BBF4A71-3A44-5905-A51C-0BDCE69EAF34}" dt="2026-10-08T03:33:25.194" v="13" actId="113"/>
          <ac:spMkLst>
            <pc:docMk/>
            <pc:sldMk cId="3799826216" sldId="490"/>
            <ac:spMk id="3" creationId="{EEA464B0-4368-47D8-802B-4FB5B5FAD6E7}"/>
          </ac:spMkLst>
        </pc:spChg>
      </pc:sldChg>
      <pc:sldChg chg="modSp mod">
        <pc:chgData name="Amanda Head" userId="3622ac83-72fb-4480-aaff-0580f4ad655a" providerId="ADAL" clId="{6BBF4A71-3A44-5905-A51C-0BDCE69EAF34}" dt="2026-10-08T03:37:16.918" v="50" actId="20577"/>
        <pc:sldMkLst>
          <pc:docMk/>
          <pc:sldMk cId="1964885400" sldId="500"/>
        </pc:sldMkLst>
        <pc:spChg chg="mod">
          <ac:chgData name="Amanda Head" userId="3622ac83-72fb-4480-aaff-0580f4ad655a" providerId="ADAL" clId="{6BBF4A71-3A44-5905-A51C-0BDCE69EAF34}" dt="2026-10-08T03:37:16.918" v="50" actId="20577"/>
          <ac:spMkLst>
            <pc:docMk/>
            <pc:sldMk cId="1964885400" sldId="500"/>
            <ac:spMk id="3" creationId="{EEA464B0-4368-47D8-802B-4FB5B5FAD6E7}"/>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7">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9861BE9-1E76-4FC7-BB2C-840185F6644D}" type="doc">
      <dgm:prSet loTypeId="urn:microsoft.com/office/officeart/2009/3/layout/StepUpProcess" loCatId="process" qsTypeId="urn:microsoft.com/office/officeart/2005/8/quickstyle/simple1#13" qsCatId="simple" csTypeId="urn:microsoft.com/office/officeart/2005/8/colors/accent1_2#7" csCatId="accent1" phldr="1"/>
      <dgm:spPr/>
      <dgm:t>
        <a:bodyPr/>
        <a:lstStyle/>
        <a:p>
          <a:endParaRPr lang="en-GB"/>
        </a:p>
      </dgm:t>
    </dgm:pt>
    <dgm:pt modelId="{C14030BE-8E11-4221-94CB-B35BEB46CF55}">
      <dgm:prSet phldrT="[Text]" custT="1"/>
      <dgm:spPr/>
      <dgm:t>
        <a:bodyPr/>
        <a:lstStyle/>
        <a:p>
          <a:r>
            <a:rPr lang="en-GB" sz="2400">
              <a:latin typeface="Times New Roman" panose="02020603050405020304" pitchFamily="18" charset="0"/>
              <a:cs typeface="Times New Roman" panose="02020603050405020304" pitchFamily="18" charset="0"/>
            </a:rPr>
            <a:t>Far-fetched or fanciful risk</a:t>
          </a:r>
        </a:p>
      </dgm:t>
    </dgm:pt>
    <dgm:pt modelId="{4B50E4F4-2C09-4047-8539-D2541095C33C}" type="parTrans" cxnId="{7C4E4E09-1A64-4E67-AAA3-7E9D30B77D67}">
      <dgm:prSet/>
      <dgm:spPr/>
      <dgm:t>
        <a:bodyPr/>
        <a:lstStyle/>
        <a:p>
          <a:endParaRPr lang="en-GB"/>
        </a:p>
      </dgm:t>
    </dgm:pt>
    <dgm:pt modelId="{98679A33-D3D7-48BB-A18C-9C21B56A7332}" type="sibTrans" cxnId="{7C4E4E09-1A64-4E67-AAA3-7E9D30B77D67}">
      <dgm:prSet/>
      <dgm:spPr/>
      <dgm:t>
        <a:bodyPr/>
        <a:lstStyle/>
        <a:p>
          <a:endParaRPr lang="en-GB"/>
        </a:p>
      </dgm:t>
    </dgm:pt>
    <dgm:pt modelId="{889BB7F7-6559-4224-B92F-E5D67869D1ED}">
      <dgm:prSet phldrT="[Text]" custT="1"/>
      <dgm:spPr/>
      <dgm:t>
        <a:bodyPr/>
        <a:lstStyle/>
        <a:p>
          <a:r>
            <a:rPr lang="en-GB" sz="2300" i="1">
              <a:latin typeface="Times New Roman" panose="02020603050405020304" pitchFamily="18" charset="0"/>
              <a:cs typeface="Times New Roman" panose="02020603050405020304" pitchFamily="18" charset="0"/>
            </a:rPr>
            <a:t>Not insignificant risk</a:t>
          </a:r>
        </a:p>
      </dgm:t>
    </dgm:pt>
    <dgm:pt modelId="{CC2948AD-F4D8-4625-A053-BCDE555FC018}" type="parTrans" cxnId="{D3C3C905-B9F4-4A20-B97C-543983627C9D}">
      <dgm:prSet/>
      <dgm:spPr/>
      <dgm:t>
        <a:bodyPr/>
        <a:lstStyle/>
        <a:p>
          <a:endParaRPr lang="en-GB"/>
        </a:p>
      </dgm:t>
    </dgm:pt>
    <dgm:pt modelId="{C35908DF-95C9-4089-AE25-7ADB96FF4673}" type="sibTrans" cxnId="{D3C3C905-B9F4-4A20-B97C-543983627C9D}">
      <dgm:prSet/>
      <dgm:spPr/>
      <dgm:t>
        <a:bodyPr/>
        <a:lstStyle/>
        <a:p>
          <a:endParaRPr lang="en-GB"/>
        </a:p>
      </dgm:t>
    </dgm:pt>
    <dgm:pt modelId="{D4F60C63-247E-4B08-8960-93D4C2661773}">
      <dgm:prSet phldrT="[Text]" custT="1"/>
      <dgm:spPr/>
      <dgm:t>
        <a:bodyPr/>
        <a:lstStyle/>
        <a:p>
          <a:r>
            <a:rPr lang="en-GB" sz="2400">
              <a:latin typeface="Times New Roman" panose="02020603050405020304" pitchFamily="18" charset="0"/>
              <a:cs typeface="Times New Roman" panose="02020603050405020304" pitchFamily="18" charset="0"/>
            </a:rPr>
            <a:t>Substantial risk </a:t>
          </a:r>
        </a:p>
      </dgm:t>
    </dgm:pt>
    <dgm:pt modelId="{F1FBD1F2-9177-4685-996F-1A6E70E10360}" type="parTrans" cxnId="{39274C4E-A35C-42CA-A606-F3F182A0ACE1}">
      <dgm:prSet/>
      <dgm:spPr/>
      <dgm:t>
        <a:bodyPr/>
        <a:lstStyle/>
        <a:p>
          <a:endParaRPr lang="en-GB"/>
        </a:p>
      </dgm:t>
    </dgm:pt>
    <dgm:pt modelId="{6B5ADF70-655F-4512-85FB-457CBC5FECC4}" type="sibTrans" cxnId="{39274C4E-A35C-42CA-A606-F3F182A0ACE1}">
      <dgm:prSet/>
      <dgm:spPr/>
      <dgm:t>
        <a:bodyPr/>
        <a:lstStyle/>
        <a:p>
          <a:endParaRPr lang="en-GB"/>
        </a:p>
      </dgm:t>
    </dgm:pt>
    <dgm:pt modelId="{9470DA96-A1A9-4B18-9C6B-442EA1EFE368}" type="pres">
      <dgm:prSet presAssocID="{39861BE9-1E76-4FC7-BB2C-840185F6644D}" presName="rootnode" presStyleCnt="0">
        <dgm:presLayoutVars>
          <dgm:chMax/>
          <dgm:chPref/>
          <dgm:dir/>
          <dgm:animLvl val="lvl"/>
        </dgm:presLayoutVars>
      </dgm:prSet>
      <dgm:spPr/>
    </dgm:pt>
    <dgm:pt modelId="{804EE4C0-0E67-4CD4-8E48-83ADD5D494E3}" type="pres">
      <dgm:prSet presAssocID="{C14030BE-8E11-4221-94CB-B35BEB46CF55}" presName="composite" presStyleCnt="0"/>
      <dgm:spPr/>
    </dgm:pt>
    <dgm:pt modelId="{EC103CEE-0993-4D98-AF84-A7F0C26FB1E6}" type="pres">
      <dgm:prSet presAssocID="{C14030BE-8E11-4221-94CB-B35BEB46CF55}" presName="LShape" presStyleLbl="alignNode1" presStyleIdx="0" presStyleCnt="5"/>
      <dgm:spPr>
        <a:solidFill>
          <a:srgbClr val="EF99A5"/>
        </a:solidFill>
      </dgm:spPr>
    </dgm:pt>
    <dgm:pt modelId="{F93D1AC5-785E-4CEC-B9FA-46ACCA9C39D7}" type="pres">
      <dgm:prSet presAssocID="{C14030BE-8E11-4221-94CB-B35BEB46CF55}" presName="ParentText" presStyleLbl="revTx" presStyleIdx="0" presStyleCnt="3">
        <dgm:presLayoutVars>
          <dgm:chMax val="0"/>
          <dgm:chPref val="0"/>
          <dgm:bulletEnabled val="1"/>
        </dgm:presLayoutVars>
      </dgm:prSet>
      <dgm:spPr/>
    </dgm:pt>
    <dgm:pt modelId="{A6DF6881-BBD8-4AB7-866B-1B1BC2C5A147}" type="pres">
      <dgm:prSet presAssocID="{C14030BE-8E11-4221-94CB-B35BEB46CF55}" presName="Triangle" presStyleLbl="alignNode1" presStyleIdx="1" presStyleCnt="5"/>
      <dgm:spPr>
        <a:solidFill>
          <a:srgbClr val="EF99A5"/>
        </a:solidFill>
      </dgm:spPr>
    </dgm:pt>
    <dgm:pt modelId="{18D8F403-B382-48F6-8E36-323408FB7D9A}" type="pres">
      <dgm:prSet presAssocID="{98679A33-D3D7-48BB-A18C-9C21B56A7332}" presName="sibTrans" presStyleCnt="0"/>
      <dgm:spPr/>
    </dgm:pt>
    <dgm:pt modelId="{991BFC7B-4942-402D-84BE-A930162408A5}" type="pres">
      <dgm:prSet presAssocID="{98679A33-D3D7-48BB-A18C-9C21B56A7332}" presName="space" presStyleCnt="0"/>
      <dgm:spPr/>
    </dgm:pt>
    <dgm:pt modelId="{82CF37A3-5285-4ED0-BD51-8B17A3AA6E3D}" type="pres">
      <dgm:prSet presAssocID="{889BB7F7-6559-4224-B92F-E5D67869D1ED}" presName="composite" presStyleCnt="0"/>
      <dgm:spPr/>
    </dgm:pt>
    <dgm:pt modelId="{619723F9-2EF9-499D-BAA9-E1BF4B98B781}" type="pres">
      <dgm:prSet presAssocID="{889BB7F7-6559-4224-B92F-E5D67869D1ED}" presName="LShape" presStyleLbl="alignNode1" presStyleIdx="2" presStyleCnt="5"/>
      <dgm:spPr>
        <a:solidFill>
          <a:srgbClr val="E23E55"/>
        </a:solidFill>
      </dgm:spPr>
    </dgm:pt>
    <dgm:pt modelId="{F5683F59-065E-411F-AE60-BDA05120B7AC}" type="pres">
      <dgm:prSet presAssocID="{889BB7F7-6559-4224-B92F-E5D67869D1ED}" presName="ParentText" presStyleLbl="revTx" presStyleIdx="1" presStyleCnt="3">
        <dgm:presLayoutVars>
          <dgm:chMax val="0"/>
          <dgm:chPref val="0"/>
          <dgm:bulletEnabled val="1"/>
        </dgm:presLayoutVars>
      </dgm:prSet>
      <dgm:spPr/>
    </dgm:pt>
    <dgm:pt modelId="{428FB726-5BEE-4053-9888-9CBE91BB6D8B}" type="pres">
      <dgm:prSet presAssocID="{889BB7F7-6559-4224-B92F-E5D67869D1ED}" presName="Triangle" presStyleLbl="alignNode1" presStyleIdx="3" presStyleCnt="5"/>
      <dgm:spPr>
        <a:solidFill>
          <a:srgbClr val="E23E55"/>
        </a:solidFill>
      </dgm:spPr>
    </dgm:pt>
    <dgm:pt modelId="{8882F798-2BDD-4382-B600-6F2D61501650}" type="pres">
      <dgm:prSet presAssocID="{C35908DF-95C9-4089-AE25-7ADB96FF4673}" presName="sibTrans" presStyleCnt="0"/>
      <dgm:spPr/>
    </dgm:pt>
    <dgm:pt modelId="{47156811-8607-4534-924A-DFACADDFC337}" type="pres">
      <dgm:prSet presAssocID="{C35908DF-95C9-4089-AE25-7ADB96FF4673}" presName="space" presStyleCnt="0"/>
      <dgm:spPr/>
    </dgm:pt>
    <dgm:pt modelId="{FAD4E380-7E01-4D95-A204-0F966A3C8FF4}" type="pres">
      <dgm:prSet presAssocID="{D4F60C63-247E-4B08-8960-93D4C2661773}" presName="composite" presStyleCnt="0"/>
      <dgm:spPr/>
    </dgm:pt>
    <dgm:pt modelId="{58ACE7BA-4C9F-4CEF-A5CF-ED12408C135E}" type="pres">
      <dgm:prSet presAssocID="{D4F60C63-247E-4B08-8960-93D4C2661773}" presName="LShape" presStyleLbl="alignNode1" presStyleIdx="4" presStyleCnt="5"/>
      <dgm:spPr/>
    </dgm:pt>
    <dgm:pt modelId="{5197EF95-CF8E-4938-B810-075271A8C62A}" type="pres">
      <dgm:prSet presAssocID="{D4F60C63-247E-4B08-8960-93D4C2661773}" presName="ParentText" presStyleLbl="revTx" presStyleIdx="2" presStyleCnt="3">
        <dgm:presLayoutVars>
          <dgm:chMax val="0"/>
          <dgm:chPref val="0"/>
          <dgm:bulletEnabled val="1"/>
        </dgm:presLayoutVars>
      </dgm:prSet>
      <dgm:spPr/>
    </dgm:pt>
  </dgm:ptLst>
  <dgm:cxnLst>
    <dgm:cxn modelId="{4F1B0D02-E6C5-49F4-B12B-00B9C03B39C1}" type="presOf" srcId="{C14030BE-8E11-4221-94CB-B35BEB46CF55}" destId="{F93D1AC5-785E-4CEC-B9FA-46ACCA9C39D7}" srcOrd="0" destOrd="0" presId="urn:microsoft.com/office/officeart/2009/3/layout/StepUpProcess"/>
    <dgm:cxn modelId="{D3C3C905-B9F4-4A20-B97C-543983627C9D}" srcId="{39861BE9-1E76-4FC7-BB2C-840185F6644D}" destId="{889BB7F7-6559-4224-B92F-E5D67869D1ED}" srcOrd="1" destOrd="0" parTransId="{CC2948AD-F4D8-4625-A053-BCDE555FC018}" sibTransId="{C35908DF-95C9-4089-AE25-7ADB96FF4673}"/>
    <dgm:cxn modelId="{7C4E4E09-1A64-4E67-AAA3-7E9D30B77D67}" srcId="{39861BE9-1E76-4FC7-BB2C-840185F6644D}" destId="{C14030BE-8E11-4221-94CB-B35BEB46CF55}" srcOrd="0" destOrd="0" parTransId="{4B50E4F4-2C09-4047-8539-D2541095C33C}" sibTransId="{98679A33-D3D7-48BB-A18C-9C21B56A7332}"/>
    <dgm:cxn modelId="{39274C4E-A35C-42CA-A606-F3F182A0ACE1}" srcId="{39861BE9-1E76-4FC7-BB2C-840185F6644D}" destId="{D4F60C63-247E-4B08-8960-93D4C2661773}" srcOrd="2" destOrd="0" parTransId="{F1FBD1F2-9177-4685-996F-1A6E70E10360}" sibTransId="{6B5ADF70-655F-4512-85FB-457CBC5FECC4}"/>
    <dgm:cxn modelId="{871FD3B0-B859-45E2-A174-D765DEDC8C8E}" type="presOf" srcId="{39861BE9-1E76-4FC7-BB2C-840185F6644D}" destId="{9470DA96-A1A9-4B18-9C6B-442EA1EFE368}" srcOrd="0" destOrd="0" presId="urn:microsoft.com/office/officeart/2009/3/layout/StepUpProcess"/>
    <dgm:cxn modelId="{812AF8BD-6F05-4260-AF8A-ECCEB1384ABE}" type="presOf" srcId="{D4F60C63-247E-4B08-8960-93D4C2661773}" destId="{5197EF95-CF8E-4938-B810-075271A8C62A}" srcOrd="0" destOrd="0" presId="urn:microsoft.com/office/officeart/2009/3/layout/StepUpProcess"/>
    <dgm:cxn modelId="{EBF2A9C9-27FD-4CD4-BF80-2FCC85DC3E71}" type="presOf" srcId="{889BB7F7-6559-4224-B92F-E5D67869D1ED}" destId="{F5683F59-065E-411F-AE60-BDA05120B7AC}" srcOrd="0" destOrd="0" presId="urn:microsoft.com/office/officeart/2009/3/layout/StepUpProcess"/>
    <dgm:cxn modelId="{DD9FDA5C-AA82-4FA8-80FD-1FC09EAF4EF7}" type="presParOf" srcId="{9470DA96-A1A9-4B18-9C6B-442EA1EFE368}" destId="{804EE4C0-0E67-4CD4-8E48-83ADD5D494E3}" srcOrd="0" destOrd="0" presId="urn:microsoft.com/office/officeart/2009/3/layout/StepUpProcess"/>
    <dgm:cxn modelId="{72351107-FDF4-448A-AEA4-D3FF3B4BF60D}" type="presParOf" srcId="{804EE4C0-0E67-4CD4-8E48-83ADD5D494E3}" destId="{EC103CEE-0993-4D98-AF84-A7F0C26FB1E6}" srcOrd="0" destOrd="0" presId="urn:microsoft.com/office/officeart/2009/3/layout/StepUpProcess"/>
    <dgm:cxn modelId="{CAEA00E5-B033-4A8D-AC95-8BD8FE276A8B}" type="presParOf" srcId="{804EE4C0-0E67-4CD4-8E48-83ADD5D494E3}" destId="{F93D1AC5-785E-4CEC-B9FA-46ACCA9C39D7}" srcOrd="1" destOrd="0" presId="urn:microsoft.com/office/officeart/2009/3/layout/StepUpProcess"/>
    <dgm:cxn modelId="{6477BC3A-8EDC-4B0D-9344-893876A99A45}" type="presParOf" srcId="{804EE4C0-0E67-4CD4-8E48-83ADD5D494E3}" destId="{A6DF6881-BBD8-4AB7-866B-1B1BC2C5A147}" srcOrd="2" destOrd="0" presId="urn:microsoft.com/office/officeart/2009/3/layout/StepUpProcess"/>
    <dgm:cxn modelId="{F753673D-15D5-47BF-B9AA-C62674C5F414}" type="presParOf" srcId="{9470DA96-A1A9-4B18-9C6B-442EA1EFE368}" destId="{18D8F403-B382-48F6-8E36-323408FB7D9A}" srcOrd="1" destOrd="0" presId="urn:microsoft.com/office/officeart/2009/3/layout/StepUpProcess"/>
    <dgm:cxn modelId="{6A9FBE13-D84B-4E07-A959-AD64D366C21B}" type="presParOf" srcId="{18D8F403-B382-48F6-8E36-323408FB7D9A}" destId="{991BFC7B-4942-402D-84BE-A930162408A5}" srcOrd="0" destOrd="0" presId="urn:microsoft.com/office/officeart/2009/3/layout/StepUpProcess"/>
    <dgm:cxn modelId="{1941D9B1-3077-4B29-9012-31B4C7027E74}" type="presParOf" srcId="{9470DA96-A1A9-4B18-9C6B-442EA1EFE368}" destId="{82CF37A3-5285-4ED0-BD51-8B17A3AA6E3D}" srcOrd="2" destOrd="0" presId="urn:microsoft.com/office/officeart/2009/3/layout/StepUpProcess"/>
    <dgm:cxn modelId="{AF96D9C9-8F69-4546-ADC6-8EE3A873278F}" type="presParOf" srcId="{82CF37A3-5285-4ED0-BD51-8B17A3AA6E3D}" destId="{619723F9-2EF9-499D-BAA9-E1BF4B98B781}" srcOrd="0" destOrd="0" presId="urn:microsoft.com/office/officeart/2009/3/layout/StepUpProcess"/>
    <dgm:cxn modelId="{0405EE4D-B381-4759-ADC8-230E50D8D2E5}" type="presParOf" srcId="{82CF37A3-5285-4ED0-BD51-8B17A3AA6E3D}" destId="{F5683F59-065E-411F-AE60-BDA05120B7AC}" srcOrd="1" destOrd="0" presId="urn:microsoft.com/office/officeart/2009/3/layout/StepUpProcess"/>
    <dgm:cxn modelId="{6BD3DC5B-9F8E-4F79-8991-1BEA264F8E2B}" type="presParOf" srcId="{82CF37A3-5285-4ED0-BD51-8B17A3AA6E3D}" destId="{428FB726-5BEE-4053-9888-9CBE91BB6D8B}" srcOrd="2" destOrd="0" presId="urn:microsoft.com/office/officeart/2009/3/layout/StepUpProcess"/>
    <dgm:cxn modelId="{ADE5E2A2-DE67-4C0D-B511-5A16B9F42C5F}" type="presParOf" srcId="{9470DA96-A1A9-4B18-9C6B-442EA1EFE368}" destId="{8882F798-2BDD-4382-B600-6F2D61501650}" srcOrd="3" destOrd="0" presId="urn:microsoft.com/office/officeart/2009/3/layout/StepUpProcess"/>
    <dgm:cxn modelId="{6F64A086-D9BE-49D5-9594-48F93C417830}" type="presParOf" srcId="{8882F798-2BDD-4382-B600-6F2D61501650}" destId="{47156811-8607-4534-924A-DFACADDFC337}" srcOrd="0" destOrd="0" presId="urn:microsoft.com/office/officeart/2009/3/layout/StepUpProcess"/>
    <dgm:cxn modelId="{721C1732-99B4-45F6-A277-E6C0A5901939}" type="presParOf" srcId="{9470DA96-A1A9-4B18-9C6B-442EA1EFE368}" destId="{FAD4E380-7E01-4D95-A204-0F966A3C8FF4}" srcOrd="4" destOrd="0" presId="urn:microsoft.com/office/officeart/2009/3/layout/StepUpProcess"/>
    <dgm:cxn modelId="{B4D1EC47-7A19-4A2B-8BBA-C3BE1AEFE312}" type="presParOf" srcId="{FAD4E380-7E01-4D95-A204-0F966A3C8FF4}" destId="{58ACE7BA-4C9F-4CEF-A5CF-ED12408C135E}" srcOrd="0" destOrd="0" presId="urn:microsoft.com/office/officeart/2009/3/layout/StepUpProcess"/>
    <dgm:cxn modelId="{A010C66C-E3E7-4E2C-906E-A944C9641B69}" type="presParOf" srcId="{FAD4E380-7E01-4D95-A204-0F966A3C8FF4}" destId="{5197EF95-CF8E-4938-B810-075271A8C62A}" srcOrd="1" destOrd="0" presId="urn:microsoft.com/office/officeart/2009/3/layout/StepUp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103CEE-0993-4D98-AF84-A7F0C26FB1E6}">
      <dsp:nvSpPr>
        <dsp:cNvPr id="0" name=""/>
        <dsp:cNvSpPr/>
      </dsp:nvSpPr>
      <dsp:spPr>
        <a:xfrm rot="5400000">
          <a:off x="1645179" y="651762"/>
          <a:ext cx="1124643" cy="1871381"/>
        </a:xfrm>
        <a:prstGeom prst="corner">
          <a:avLst>
            <a:gd name="adj1" fmla="val 16120"/>
            <a:gd name="adj2" fmla="val 16110"/>
          </a:avLst>
        </a:prstGeom>
        <a:solidFill>
          <a:srgbClr val="EF99A5"/>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93D1AC5-785E-4CEC-B9FA-46ACCA9C39D7}">
      <dsp:nvSpPr>
        <dsp:cNvPr id="0" name=""/>
        <dsp:cNvSpPr/>
      </dsp:nvSpPr>
      <dsp:spPr>
        <a:xfrm>
          <a:off x="1457448" y="1210902"/>
          <a:ext cx="1689493" cy="14809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GB" sz="2400" kern="1200">
              <a:latin typeface="Times New Roman" panose="02020603050405020304" pitchFamily="18" charset="0"/>
              <a:cs typeface="Times New Roman" panose="02020603050405020304" pitchFamily="18" charset="0"/>
            </a:rPr>
            <a:t>Far-fetched or fanciful risk</a:t>
          </a:r>
        </a:p>
      </dsp:txBody>
      <dsp:txXfrm>
        <a:off x="1457448" y="1210902"/>
        <a:ext cx="1689493" cy="1480940"/>
      </dsp:txXfrm>
    </dsp:sp>
    <dsp:sp modelId="{A6DF6881-BBD8-4AB7-866B-1B1BC2C5A147}">
      <dsp:nvSpPr>
        <dsp:cNvPr id="0" name=""/>
        <dsp:cNvSpPr/>
      </dsp:nvSpPr>
      <dsp:spPr>
        <a:xfrm>
          <a:off x="2828169" y="513989"/>
          <a:ext cx="318772" cy="318772"/>
        </a:xfrm>
        <a:prstGeom prst="triangle">
          <a:avLst>
            <a:gd name="adj" fmla="val 100000"/>
          </a:avLst>
        </a:prstGeom>
        <a:solidFill>
          <a:srgbClr val="EF99A5"/>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19723F9-2EF9-499D-BAA9-E1BF4B98B781}">
      <dsp:nvSpPr>
        <dsp:cNvPr id="0" name=""/>
        <dsp:cNvSpPr/>
      </dsp:nvSpPr>
      <dsp:spPr>
        <a:xfrm rot="5400000">
          <a:off x="3713449" y="139967"/>
          <a:ext cx="1124643" cy="1871381"/>
        </a:xfrm>
        <a:prstGeom prst="corner">
          <a:avLst>
            <a:gd name="adj1" fmla="val 16120"/>
            <a:gd name="adj2" fmla="val 16110"/>
          </a:avLst>
        </a:prstGeom>
        <a:solidFill>
          <a:srgbClr val="E23E55"/>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5683F59-065E-411F-AE60-BDA05120B7AC}">
      <dsp:nvSpPr>
        <dsp:cNvPr id="0" name=""/>
        <dsp:cNvSpPr/>
      </dsp:nvSpPr>
      <dsp:spPr>
        <a:xfrm>
          <a:off x="3525718" y="699107"/>
          <a:ext cx="1689493" cy="14809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GB" sz="2300" i="1" kern="1200">
              <a:latin typeface="Times New Roman" panose="02020603050405020304" pitchFamily="18" charset="0"/>
              <a:cs typeface="Times New Roman" panose="02020603050405020304" pitchFamily="18" charset="0"/>
            </a:rPr>
            <a:t>Not insignificant risk</a:t>
          </a:r>
        </a:p>
      </dsp:txBody>
      <dsp:txXfrm>
        <a:off x="3525718" y="699107"/>
        <a:ext cx="1689493" cy="1480940"/>
      </dsp:txXfrm>
    </dsp:sp>
    <dsp:sp modelId="{428FB726-5BEE-4053-9888-9CBE91BB6D8B}">
      <dsp:nvSpPr>
        <dsp:cNvPr id="0" name=""/>
        <dsp:cNvSpPr/>
      </dsp:nvSpPr>
      <dsp:spPr>
        <a:xfrm>
          <a:off x="4896440" y="2194"/>
          <a:ext cx="318772" cy="318772"/>
        </a:xfrm>
        <a:prstGeom prst="triangle">
          <a:avLst>
            <a:gd name="adj" fmla="val 100000"/>
          </a:avLst>
        </a:prstGeom>
        <a:solidFill>
          <a:srgbClr val="E23E55"/>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8ACE7BA-4C9F-4CEF-A5CF-ED12408C135E}">
      <dsp:nvSpPr>
        <dsp:cNvPr id="0" name=""/>
        <dsp:cNvSpPr/>
      </dsp:nvSpPr>
      <dsp:spPr>
        <a:xfrm rot="5400000">
          <a:off x="5781720" y="-371828"/>
          <a:ext cx="1124643" cy="1871381"/>
        </a:xfrm>
        <a:prstGeom prst="corner">
          <a:avLst>
            <a:gd name="adj1" fmla="val 16120"/>
            <a:gd name="adj2" fmla="val 1611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197EF95-CF8E-4938-B810-075271A8C62A}">
      <dsp:nvSpPr>
        <dsp:cNvPr id="0" name=""/>
        <dsp:cNvSpPr/>
      </dsp:nvSpPr>
      <dsp:spPr>
        <a:xfrm>
          <a:off x="5593989" y="187311"/>
          <a:ext cx="1689493" cy="14809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GB" sz="2400" kern="1200">
              <a:latin typeface="Times New Roman" panose="02020603050405020304" pitchFamily="18" charset="0"/>
              <a:cs typeface="Times New Roman" panose="02020603050405020304" pitchFamily="18" charset="0"/>
            </a:rPr>
            <a:t>Substantial risk </a:t>
          </a:r>
        </a:p>
      </dsp:txBody>
      <dsp:txXfrm>
        <a:off x="5593989" y="187311"/>
        <a:ext cx="1689493" cy="1480940"/>
      </dsp:txXfrm>
    </dsp:sp>
  </dsp:spTree>
</dsp:drawing>
</file>

<file path=ppt/diagrams/layout1.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8761F64-24A3-47F5-8A3C-C1A55F2765F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a:extLst>
              <a:ext uri="{FF2B5EF4-FFF2-40B4-BE49-F238E27FC236}">
                <a16:creationId xmlns:a16="http://schemas.microsoft.com/office/drawing/2014/main" id="{8CCF9FD7-5F19-4302-897E-687657C26A5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23EFBBB-0FE0-4C79-99F2-94106FE31639}" type="datetimeFigureOut">
              <a:rPr lang="en-AU" smtClean="0"/>
              <a:t>8/10/2026</a:t>
            </a:fld>
            <a:endParaRPr lang="en-AU"/>
          </a:p>
        </p:txBody>
      </p:sp>
      <p:sp>
        <p:nvSpPr>
          <p:cNvPr id="4" name="Footer Placeholder 3">
            <a:extLst>
              <a:ext uri="{FF2B5EF4-FFF2-40B4-BE49-F238E27FC236}">
                <a16:creationId xmlns:a16="http://schemas.microsoft.com/office/drawing/2014/main" id="{96209924-3CCC-4429-B913-306C3F0A095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a:extLst>
              <a:ext uri="{FF2B5EF4-FFF2-40B4-BE49-F238E27FC236}">
                <a16:creationId xmlns:a16="http://schemas.microsoft.com/office/drawing/2014/main" id="{81EEA83F-F2DC-46D7-B696-662122F59AD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8C4DC0-EA1F-4BE8-BE5B-D0247039CF28}" type="slidenum">
              <a:rPr lang="en-AU" smtClean="0"/>
              <a:t>‹#›</a:t>
            </a:fld>
            <a:endParaRPr lang="en-AU"/>
          </a:p>
        </p:txBody>
      </p:sp>
    </p:spTree>
    <p:extLst>
      <p:ext uri="{BB962C8B-B14F-4D97-AF65-F5344CB8AC3E}">
        <p14:creationId xmlns:p14="http://schemas.microsoft.com/office/powerpoint/2010/main" val="26984105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1BC296-011A-4286-8D88-FBCD11477F2B}" type="datetimeFigureOut">
              <a:rPr lang="en-AU" smtClean="0"/>
              <a:t>8/10/2026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9142E5-A706-4C60-B43E-D82CA518B040}" type="slidenum">
              <a:rPr lang="en-AU" smtClean="0"/>
              <a:t>‹#›</a:t>
            </a:fld>
            <a:endParaRPr lang="en-AU"/>
          </a:p>
        </p:txBody>
      </p:sp>
    </p:spTree>
    <p:extLst>
      <p:ext uri="{BB962C8B-B14F-4D97-AF65-F5344CB8AC3E}">
        <p14:creationId xmlns:p14="http://schemas.microsoft.com/office/powerpoint/2010/main" val="5087404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5780AC98-8E30-490D-A639-38DF0F70C274}" type="slidenum">
              <a:rPr lang="en-AU" smtClean="0"/>
              <a:t>1</a:t>
            </a:fld>
            <a:endParaRPr lang="en-AU"/>
          </a:p>
        </p:txBody>
      </p:sp>
    </p:spTree>
    <p:extLst>
      <p:ext uri="{BB962C8B-B14F-4D97-AF65-F5344CB8AC3E}">
        <p14:creationId xmlns:p14="http://schemas.microsoft.com/office/powerpoint/2010/main" val="2738902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a:p>
            <a:endParaRPr lang="en-AU"/>
          </a:p>
        </p:txBody>
      </p:sp>
      <p:sp>
        <p:nvSpPr>
          <p:cNvPr id="4" name="Slide Number Placeholder 3"/>
          <p:cNvSpPr>
            <a:spLocks noGrp="1"/>
          </p:cNvSpPr>
          <p:nvPr>
            <p:ph type="sldNum" sz="quarter" idx="5"/>
          </p:nvPr>
        </p:nvSpPr>
        <p:spPr/>
        <p:txBody>
          <a:bodyPr/>
          <a:lstStyle/>
          <a:p>
            <a:fld id="{639142E5-A706-4C60-B43E-D82CA518B040}" type="slidenum">
              <a:rPr lang="en-AU" smtClean="0"/>
              <a:t>2</a:t>
            </a:fld>
            <a:endParaRPr lang="en-AU"/>
          </a:p>
        </p:txBody>
      </p:sp>
    </p:spTree>
    <p:extLst>
      <p:ext uri="{BB962C8B-B14F-4D97-AF65-F5344CB8AC3E}">
        <p14:creationId xmlns:p14="http://schemas.microsoft.com/office/powerpoint/2010/main" val="35753945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AU"/>
          </a:p>
        </p:txBody>
      </p:sp>
      <p:sp>
        <p:nvSpPr>
          <p:cNvPr id="4" name="Slide Number Placeholder 3"/>
          <p:cNvSpPr>
            <a:spLocks noGrp="1"/>
          </p:cNvSpPr>
          <p:nvPr>
            <p:ph type="sldNum" sz="quarter" idx="5"/>
          </p:nvPr>
        </p:nvSpPr>
        <p:spPr/>
        <p:txBody>
          <a:bodyPr/>
          <a:lstStyle/>
          <a:p>
            <a:fld id="{639142E5-A706-4C60-B43E-D82CA518B040}" type="slidenum">
              <a:rPr lang="en-AU" smtClean="0"/>
              <a:t>3</a:t>
            </a:fld>
            <a:endParaRPr lang="en-AU"/>
          </a:p>
        </p:txBody>
      </p:sp>
    </p:spTree>
    <p:extLst>
      <p:ext uri="{BB962C8B-B14F-4D97-AF65-F5344CB8AC3E}">
        <p14:creationId xmlns:p14="http://schemas.microsoft.com/office/powerpoint/2010/main" val="4197294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AU"/>
          </a:p>
        </p:txBody>
      </p:sp>
      <p:sp>
        <p:nvSpPr>
          <p:cNvPr id="4" name="Slide Number Placeholder 3"/>
          <p:cNvSpPr>
            <a:spLocks noGrp="1"/>
          </p:cNvSpPr>
          <p:nvPr>
            <p:ph type="sldNum" sz="quarter" idx="5"/>
          </p:nvPr>
        </p:nvSpPr>
        <p:spPr/>
        <p:txBody>
          <a:bodyPr/>
          <a:lstStyle/>
          <a:p>
            <a:fld id="{639142E5-A706-4C60-B43E-D82CA518B040}" type="slidenum">
              <a:rPr lang="en-AU" smtClean="0"/>
              <a:t>4</a:t>
            </a:fld>
            <a:endParaRPr lang="en-AU"/>
          </a:p>
        </p:txBody>
      </p:sp>
    </p:spTree>
    <p:extLst>
      <p:ext uri="{BB962C8B-B14F-4D97-AF65-F5344CB8AC3E}">
        <p14:creationId xmlns:p14="http://schemas.microsoft.com/office/powerpoint/2010/main" val="16627968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AU"/>
          </a:p>
        </p:txBody>
      </p:sp>
      <p:sp>
        <p:nvSpPr>
          <p:cNvPr id="4" name="Slide Number Placeholder 3"/>
          <p:cNvSpPr>
            <a:spLocks noGrp="1"/>
          </p:cNvSpPr>
          <p:nvPr>
            <p:ph type="sldNum" sz="quarter" idx="5"/>
          </p:nvPr>
        </p:nvSpPr>
        <p:spPr/>
        <p:txBody>
          <a:bodyPr/>
          <a:lstStyle/>
          <a:p>
            <a:fld id="{639142E5-A706-4C60-B43E-D82CA518B040}" type="slidenum">
              <a:rPr lang="en-AU" smtClean="0"/>
              <a:t>5</a:t>
            </a:fld>
            <a:endParaRPr lang="en-AU"/>
          </a:p>
        </p:txBody>
      </p:sp>
    </p:spTree>
    <p:extLst>
      <p:ext uri="{BB962C8B-B14F-4D97-AF65-F5344CB8AC3E}">
        <p14:creationId xmlns:p14="http://schemas.microsoft.com/office/powerpoint/2010/main" val="29240841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AU"/>
          </a:p>
        </p:txBody>
      </p:sp>
      <p:sp>
        <p:nvSpPr>
          <p:cNvPr id="4" name="Slide Number Placeholder 3"/>
          <p:cNvSpPr>
            <a:spLocks noGrp="1"/>
          </p:cNvSpPr>
          <p:nvPr>
            <p:ph type="sldNum" sz="quarter" idx="5"/>
          </p:nvPr>
        </p:nvSpPr>
        <p:spPr/>
        <p:txBody>
          <a:bodyPr/>
          <a:lstStyle/>
          <a:p>
            <a:fld id="{639142E5-A706-4C60-B43E-D82CA518B040}" type="slidenum">
              <a:rPr lang="en-AU" smtClean="0"/>
              <a:t>6</a:t>
            </a:fld>
            <a:endParaRPr lang="en-AU"/>
          </a:p>
        </p:txBody>
      </p:sp>
    </p:spTree>
    <p:extLst>
      <p:ext uri="{BB962C8B-B14F-4D97-AF65-F5344CB8AC3E}">
        <p14:creationId xmlns:p14="http://schemas.microsoft.com/office/powerpoint/2010/main" val="39253612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AU"/>
          </a:p>
        </p:txBody>
      </p:sp>
      <p:sp>
        <p:nvSpPr>
          <p:cNvPr id="4" name="Slide Number Placeholder 3"/>
          <p:cNvSpPr>
            <a:spLocks noGrp="1"/>
          </p:cNvSpPr>
          <p:nvPr>
            <p:ph type="sldNum" sz="quarter" idx="5"/>
          </p:nvPr>
        </p:nvSpPr>
        <p:spPr/>
        <p:txBody>
          <a:bodyPr/>
          <a:lstStyle/>
          <a:p>
            <a:fld id="{639142E5-A706-4C60-B43E-D82CA518B040}" type="slidenum">
              <a:rPr lang="en-AU" smtClean="0"/>
              <a:t>7</a:t>
            </a:fld>
            <a:endParaRPr lang="en-AU"/>
          </a:p>
        </p:txBody>
      </p:sp>
    </p:spTree>
    <p:extLst>
      <p:ext uri="{BB962C8B-B14F-4D97-AF65-F5344CB8AC3E}">
        <p14:creationId xmlns:p14="http://schemas.microsoft.com/office/powerpoint/2010/main" val="24512726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AU"/>
          </a:p>
        </p:txBody>
      </p:sp>
      <p:sp>
        <p:nvSpPr>
          <p:cNvPr id="4" name="Slide Number Placeholder 3"/>
          <p:cNvSpPr>
            <a:spLocks noGrp="1"/>
          </p:cNvSpPr>
          <p:nvPr>
            <p:ph type="sldNum" sz="quarter" idx="5"/>
          </p:nvPr>
        </p:nvSpPr>
        <p:spPr/>
        <p:txBody>
          <a:bodyPr/>
          <a:lstStyle/>
          <a:p>
            <a:fld id="{639142E5-A706-4C60-B43E-D82CA518B040}" type="slidenum">
              <a:rPr lang="en-AU" smtClean="0"/>
              <a:t>8</a:t>
            </a:fld>
            <a:endParaRPr lang="en-AU"/>
          </a:p>
        </p:txBody>
      </p:sp>
    </p:spTree>
    <p:extLst>
      <p:ext uri="{BB962C8B-B14F-4D97-AF65-F5344CB8AC3E}">
        <p14:creationId xmlns:p14="http://schemas.microsoft.com/office/powerpoint/2010/main" val="28311776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AU"/>
          </a:p>
        </p:txBody>
      </p:sp>
      <p:sp>
        <p:nvSpPr>
          <p:cNvPr id="4" name="Slide Number Placeholder 3"/>
          <p:cNvSpPr>
            <a:spLocks noGrp="1"/>
          </p:cNvSpPr>
          <p:nvPr>
            <p:ph type="sldNum" sz="quarter" idx="5"/>
          </p:nvPr>
        </p:nvSpPr>
        <p:spPr/>
        <p:txBody>
          <a:bodyPr/>
          <a:lstStyle/>
          <a:p>
            <a:fld id="{639142E5-A706-4C60-B43E-D82CA518B040}" type="slidenum">
              <a:rPr lang="en-AU" smtClean="0"/>
              <a:t>9</a:t>
            </a:fld>
            <a:endParaRPr lang="en-AU"/>
          </a:p>
        </p:txBody>
      </p:sp>
    </p:spTree>
    <p:extLst>
      <p:ext uri="{BB962C8B-B14F-4D97-AF65-F5344CB8AC3E}">
        <p14:creationId xmlns:p14="http://schemas.microsoft.com/office/powerpoint/2010/main" val="36559498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AU"/>
          </a:p>
        </p:txBody>
      </p:sp>
      <p:sp>
        <p:nvSpPr>
          <p:cNvPr id="4" name="Slide Number Placeholder 3"/>
          <p:cNvSpPr>
            <a:spLocks noGrp="1"/>
          </p:cNvSpPr>
          <p:nvPr>
            <p:ph type="sldNum" sz="quarter" idx="5"/>
          </p:nvPr>
        </p:nvSpPr>
        <p:spPr/>
        <p:txBody>
          <a:bodyPr/>
          <a:lstStyle/>
          <a:p>
            <a:fld id="{639142E5-A706-4C60-B43E-D82CA518B040}" type="slidenum">
              <a:rPr lang="en-AU" smtClean="0"/>
              <a:t>10</a:t>
            </a:fld>
            <a:endParaRPr lang="en-AU"/>
          </a:p>
        </p:txBody>
      </p:sp>
    </p:spTree>
    <p:extLst>
      <p:ext uri="{BB962C8B-B14F-4D97-AF65-F5344CB8AC3E}">
        <p14:creationId xmlns:p14="http://schemas.microsoft.com/office/powerpoint/2010/main" val="34209593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AU"/>
          </a:p>
        </p:txBody>
      </p:sp>
      <p:sp>
        <p:nvSpPr>
          <p:cNvPr id="4" name="Slide Number Placeholder 3"/>
          <p:cNvSpPr>
            <a:spLocks noGrp="1"/>
          </p:cNvSpPr>
          <p:nvPr>
            <p:ph type="sldNum" sz="quarter" idx="5"/>
          </p:nvPr>
        </p:nvSpPr>
        <p:spPr/>
        <p:txBody>
          <a:bodyPr/>
          <a:lstStyle/>
          <a:p>
            <a:fld id="{639142E5-A706-4C60-B43E-D82CA518B040}" type="slidenum">
              <a:rPr lang="en-AU" smtClean="0"/>
              <a:t>11</a:t>
            </a:fld>
            <a:endParaRPr lang="en-AU"/>
          </a:p>
        </p:txBody>
      </p:sp>
    </p:spTree>
    <p:extLst>
      <p:ext uri="{BB962C8B-B14F-4D97-AF65-F5344CB8AC3E}">
        <p14:creationId xmlns:p14="http://schemas.microsoft.com/office/powerpoint/2010/main" val="6977562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AU"/>
          </a:p>
        </p:txBody>
      </p:sp>
      <p:sp>
        <p:nvSpPr>
          <p:cNvPr id="4" name="Slide Number Placeholder 3"/>
          <p:cNvSpPr>
            <a:spLocks noGrp="1"/>
          </p:cNvSpPr>
          <p:nvPr>
            <p:ph type="sldNum" sz="quarter" idx="5"/>
          </p:nvPr>
        </p:nvSpPr>
        <p:spPr/>
        <p:txBody>
          <a:bodyPr/>
          <a:lstStyle/>
          <a:p>
            <a:fld id="{639142E5-A706-4C60-B43E-D82CA518B040}" type="slidenum">
              <a:rPr lang="en-AU" smtClean="0"/>
              <a:t>12</a:t>
            </a:fld>
            <a:endParaRPr lang="en-AU"/>
          </a:p>
        </p:txBody>
      </p:sp>
    </p:spTree>
    <p:extLst>
      <p:ext uri="{BB962C8B-B14F-4D97-AF65-F5344CB8AC3E}">
        <p14:creationId xmlns:p14="http://schemas.microsoft.com/office/powerpoint/2010/main" val="17498339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AU"/>
          </a:p>
        </p:txBody>
      </p:sp>
      <p:sp>
        <p:nvSpPr>
          <p:cNvPr id="4" name="Slide Number Placeholder 3"/>
          <p:cNvSpPr>
            <a:spLocks noGrp="1"/>
          </p:cNvSpPr>
          <p:nvPr>
            <p:ph type="sldNum" sz="quarter" idx="5"/>
          </p:nvPr>
        </p:nvSpPr>
        <p:spPr/>
        <p:txBody>
          <a:bodyPr/>
          <a:lstStyle/>
          <a:p>
            <a:fld id="{639142E5-A706-4C60-B43E-D82CA518B040}" type="slidenum">
              <a:rPr lang="en-AU" smtClean="0"/>
              <a:t>13</a:t>
            </a:fld>
            <a:endParaRPr lang="en-AU"/>
          </a:p>
        </p:txBody>
      </p:sp>
    </p:spTree>
    <p:extLst>
      <p:ext uri="{BB962C8B-B14F-4D97-AF65-F5344CB8AC3E}">
        <p14:creationId xmlns:p14="http://schemas.microsoft.com/office/powerpoint/2010/main" val="30141212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A14B8-067C-C453-DE10-F250FFB6F0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C67FD7-9811-2B43-82CD-F7B84CD726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30E2B4-70C8-02BD-453C-E161CCA7964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AU"/>
          </a:p>
        </p:txBody>
      </p:sp>
      <p:sp>
        <p:nvSpPr>
          <p:cNvPr id="4" name="Slide Number Placeholder 3">
            <a:extLst>
              <a:ext uri="{FF2B5EF4-FFF2-40B4-BE49-F238E27FC236}">
                <a16:creationId xmlns:a16="http://schemas.microsoft.com/office/drawing/2014/main" id="{5E9B7056-BAE4-1EFA-9F87-FC656D8C4D88}"/>
              </a:ext>
            </a:extLst>
          </p:cNvPr>
          <p:cNvSpPr>
            <a:spLocks noGrp="1"/>
          </p:cNvSpPr>
          <p:nvPr>
            <p:ph type="sldNum" sz="quarter" idx="5"/>
          </p:nvPr>
        </p:nvSpPr>
        <p:spPr/>
        <p:txBody>
          <a:bodyPr/>
          <a:lstStyle/>
          <a:p>
            <a:fld id="{639142E5-A706-4C60-B43E-D82CA518B040}" type="slidenum">
              <a:rPr lang="en-AU" smtClean="0"/>
              <a:t>14</a:t>
            </a:fld>
            <a:endParaRPr lang="en-AU"/>
          </a:p>
        </p:txBody>
      </p:sp>
    </p:spTree>
    <p:extLst>
      <p:ext uri="{BB962C8B-B14F-4D97-AF65-F5344CB8AC3E}">
        <p14:creationId xmlns:p14="http://schemas.microsoft.com/office/powerpoint/2010/main" val="23420330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AU"/>
          </a:p>
        </p:txBody>
      </p:sp>
      <p:sp>
        <p:nvSpPr>
          <p:cNvPr id="4" name="Slide Number Placeholder 3"/>
          <p:cNvSpPr>
            <a:spLocks noGrp="1"/>
          </p:cNvSpPr>
          <p:nvPr>
            <p:ph type="sldNum" sz="quarter" idx="5"/>
          </p:nvPr>
        </p:nvSpPr>
        <p:spPr/>
        <p:txBody>
          <a:bodyPr/>
          <a:lstStyle/>
          <a:p>
            <a:fld id="{639142E5-A706-4C60-B43E-D82CA518B040}" type="slidenum">
              <a:rPr lang="en-AU" smtClean="0"/>
              <a:t>15</a:t>
            </a:fld>
            <a:endParaRPr lang="en-AU"/>
          </a:p>
        </p:txBody>
      </p:sp>
    </p:spTree>
    <p:extLst>
      <p:ext uri="{BB962C8B-B14F-4D97-AF65-F5344CB8AC3E}">
        <p14:creationId xmlns:p14="http://schemas.microsoft.com/office/powerpoint/2010/main" val="20356493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AU"/>
          </a:p>
        </p:txBody>
      </p:sp>
      <p:sp>
        <p:nvSpPr>
          <p:cNvPr id="4" name="Slide Number Placeholder 3"/>
          <p:cNvSpPr>
            <a:spLocks noGrp="1"/>
          </p:cNvSpPr>
          <p:nvPr>
            <p:ph type="sldNum" sz="quarter" idx="5"/>
          </p:nvPr>
        </p:nvSpPr>
        <p:spPr/>
        <p:txBody>
          <a:bodyPr/>
          <a:lstStyle/>
          <a:p>
            <a:fld id="{639142E5-A706-4C60-B43E-D82CA518B040}" type="slidenum">
              <a:rPr lang="en-AU" smtClean="0"/>
              <a:t>16</a:t>
            </a:fld>
            <a:endParaRPr lang="en-AU"/>
          </a:p>
        </p:txBody>
      </p:sp>
    </p:spTree>
    <p:extLst>
      <p:ext uri="{BB962C8B-B14F-4D97-AF65-F5344CB8AC3E}">
        <p14:creationId xmlns:p14="http://schemas.microsoft.com/office/powerpoint/2010/main" val="34457639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AU"/>
          </a:p>
        </p:txBody>
      </p:sp>
      <p:sp>
        <p:nvSpPr>
          <p:cNvPr id="4" name="Slide Number Placeholder 3"/>
          <p:cNvSpPr>
            <a:spLocks noGrp="1"/>
          </p:cNvSpPr>
          <p:nvPr>
            <p:ph type="sldNum" sz="quarter" idx="5"/>
          </p:nvPr>
        </p:nvSpPr>
        <p:spPr/>
        <p:txBody>
          <a:bodyPr/>
          <a:lstStyle/>
          <a:p>
            <a:fld id="{639142E5-A706-4C60-B43E-D82CA518B040}" type="slidenum">
              <a:rPr lang="en-AU" smtClean="0"/>
              <a:t>17</a:t>
            </a:fld>
            <a:endParaRPr lang="en-AU"/>
          </a:p>
        </p:txBody>
      </p:sp>
    </p:spTree>
    <p:extLst>
      <p:ext uri="{BB962C8B-B14F-4D97-AF65-F5344CB8AC3E}">
        <p14:creationId xmlns:p14="http://schemas.microsoft.com/office/powerpoint/2010/main" val="33526255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AU"/>
          </a:p>
        </p:txBody>
      </p:sp>
      <p:sp>
        <p:nvSpPr>
          <p:cNvPr id="4" name="Slide Number Placeholder 3"/>
          <p:cNvSpPr>
            <a:spLocks noGrp="1"/>
          </p:cNvSpPr>
          <p:nvPr>
            <p:ph type="sldNum" sz="quarter" idx="5"/>
          </p:nvPr>
        </p:nvSpPr>
        <p:spPr/>
        <p:txBody>
          <a:bodyPr/>
          <a:lstStyle/>
          <a:p>
            <a:fld id="{639142E5-A706-4C60-B43E-D82CA518B040}" type="slidenum">
              <a:rPr lang="en-AU" smtClean="0"/>
              <a:t>18</a:t>
            </a:fld>
            <a:endParaRPr lang="en-AU"/>
          </a:p>
        </p:txBody>
      </p:sp>
    </p:spTree>
    <p:extLst>
      <p:ext uri="{BB962C8B-B14F-4D97-AF65-F5344CB8AC3E}">
        <p14:creationId xmlns:p14="http://schemas.microsoft.com/office/powerpoint/2010/main" val="40558712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AU"/>
          </a:p>
        </p:txBody>
      </p:sp>
      <p:sp>
        <p:nvSpPr>
          <p:cNvPr id="4" name="Slide Number Placeholder 3"/>
          <p:cNvSpPr>
            <a:spLocks noGrp="1"/>
          </p:cNvSpPr>
          <p:nvPr>
            <p:ph type="sldNum" sz="quarter" idx="5"/>
          </p:nvPr>
        </p:nvSpPr>
        <p:spPr/>
        <p:txBody>
          <a:bodyPr/>
          <a:lstStyle/>
          <a:p>
            <a:fld id="{639142E5-A706-4C60-B43E-D82CA518B040}" type="slidenum">
              <a:rPr lang="en-AU" smtClean="0"/>
              <a:t>19</a:t>
            </a:fld>
            <a:endParaRPr lang="en-AU"/>
          </a:p>
        </p:txBody>
      </p:sp>
    </p:spTree>
    <p:extLst>
      <p:ext uri="{BB962C8B-B14F-4D97-AF65-F5344CB8AC3E}">
        <p14:creationId xmlns:p14="http://schemas.microsoft.com/office/powerpoint/2010/main" val="26256991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AU"/>
          </a:p>
        </p:txBody>
      </p:sp>
      <p:sp>
        <p:nvSpPr>
          <p:cNvPr id="4" name="Slide Number Placeholder 3"/>
          <p:cNvSpPr>
            <a:spLocks noGrp="1"/>
          </p:cNvSpPr>
          <p:nvPr>
            <p:ph type="sldNum" sz="quarter" idx="5"/>
          </p:nvPr>
        </p:nvSpPr>
        <p:spPr/>
        <p:txBody>
          <a:bodyPr/>
          <a:lstStyle/>
          <a:p>
            <a:fld id="{639142E5-A706-4C60-B43E-D82CA518B040}" type="slidenum">
              <a:rPr lang="en-AU" smtClean="0"/>
              <a:t>20</a:t>
            </a:fld>
            <a:endParaRPr lang="en-AU"/>
          </a:p>
        </p:txBody>
      </p:sp>
    </p:spTree>
    <p:extLst>
      <p:ext uri="{BB962C8B-B14F-4D97-AF65-F5344CB8AC3E}">
        <p14:creationId xmlns:p14="http://schemas.microsoft.com/office/powerpoint/2010/main" val="13611717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AU"/>
          </a:p>
        </p:txBody>
      </p:sp>
      <p:sp>
        <p:nvSpPr>
          <p:cNvPr id="4" name="Slide Number Placeholder 3"/>
          <p:cNvSpPr>
            <a:spLocks noGrp="1"/>
          </p:cNvSpPr>
          <p:nvPr>
            <p:ph type="sldNum" sz="quarter" idx="5"/>
          </p:nvPr>
        </p:nvSpPr>
        <p:spPr/>
        <p:txBody>
          <a:bodyPr/>
          <a:lstStyle/>
          <a:p>
            <a:fld id="{639142E5-A706-4C60-B43E-D82CA518B040}" type="slidenum">
              <a:rPr lang="en-AU" smtClean="0"/>
              <a:t>21</a:t>
            </a:fld>
            <a:endParaRPr lang="en-AU"/>
          </a:p>
        </p:txBody>
      </p:sp>
    </p:spTree>
    <p:extLst>
      <p:ext uri="{BB962C8B-B14F-4D97-AF65-F5344CB8AC3E}">
        <p14:creationId xmlns:p14="http://schemas.microsoft.com/office/powerpoint/2010/main" val="32341046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AU"/>
          </a:p>
        </p:txBody>
      </p:sp>
      <p:sp>
        <p:nvSpPr>
          <p:cNvPr id="4" name="Slide Number Placeholder 3"/>
          <p:cNvSpPr>
            <a:spLocks noGrp="1"/>
          </p:cNvSpPr>
          <p:nvPr>
            <p:ph type="sldNum" sz="quarter" idx="5"/>
          </p:nvPr>
        </p:nvSpPr>
        <p:spPr/>
        <p:txBody>
          <a:bodyPr/>
          <a:lstStyle/>
          <a:p>
            <a:fld id="{639142E5-A706-4C60-B43E-D82CA518B040}" type="slidenum">
              <a:rPr lang="en-AU" smtClean="0"/>
              <a:t>22</a:t>
            </a:fld>
            <a:endParaRPr lang="en-AU"/>
          </a:p>
        </p:txBody>
      </p:sp>
    </p:spTree>
    <p:extLst>
      <p:ext uri="{BB962C8B-B14F-4D97-AF65-F5344CB8AC3E}">
        <p14:creationId xmlns:p14="http://schemas.microsoft.com/office/powerpoint/2010/main" val="27451142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AU"/>
          </a:p>
        </p:txBody>
      </p:sp>
      <p:sp>
        <p:nvSpPr>
          <p:cNvPr id="4" name="Slide Number Placeholder 3"/>
          <p:cNvSpPr>
            <a:spLocks noGrp="1"/>
          </p:cNvSpPr>
          <p:nvPr>
            <p:ph type="sldNum" sz="quarter" idx="5"/>
          </p:nvPr>
        </p:nvSpPr>
        <p:spPr/>
        <p:txBody>
          <a:bodyPr/>
          <a:lstStyle/>
          <a:p>
            <a:fld id="{639142E5-A706-4C60-B43E-D82CA518B040}" type="slidenum">
              <a:rPr lang="en-AU" smtClean="0"/>
              <a:t>23</a:t>
            </a:fld>
            <a:endParaRPr lang="en-AU"/>
          </a:p>
        </p:txBody>
      </p:sp>
    </p:spTree>
    <p:extLst>
      <p:ext uri="{BB962C8B-B14F-4D97-AF65-F5344CB8AC3E}">
        <p14:creationId xmlns:p14="http://schemas.microsoft.com/office/powerpoint/2010/main" val="13636043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AU"/>
          </a:p>
        </p:txBody>
      </p:sp>
      <p:sp>
        <p:nvSpPr>
          <p:cNvPr id="4" name="Slide Number Placeholder 3"/>
          <p:cNvSpPr>
            <a:spLocks noGrp="1"/>
          </p:cNvSpPr>
          <p:nvPr>
            <p:ph type="sldNum" sz="quarter" idx="5"/>
          </p:nvPr>
        </p:nvSpPr>
        <p:spPr/>
        <p:txBody>
          <a:bodyPr/>
          <a:lstStyle/>
          <a:p>
            <a:fld id="{639142E5-A706-4C60-B43E-D82CA518B040}" type="slidenum">
              <a:rPr lang="en-AU" smtClean="0"/>
              <a:t>24</a:t>
            </a:fld>
            <a:endParaRPr lang="en-AU"/>
          </a:p>
        </p:txBody>
      </p:sp>
    </p:spTree>
    <p:extLst>
      <p:ext uri="{BB962C8B-B14F-4D97-AF65-F5344CB8AC3E}">
        <p14:creationId xmlns:p14="http://schemas.microsoft.com/office/powerpoint/2010/main" val="18131713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AU"/>
          </a:p>
        </p:txBody>
      </p:sp>
      <p:sp>
        <p:nvSpPr>
          <p:cNvPr id="4" name="Slide Number Placeholder 3"/>
          <p:cNvSpPr>
            <a:spLocks noGrp="1"/>
          </p:cNvSpPr>
          <p:nvPr>
            <p:ph type="sldNum" sz="quarter" idx="5"/>
          </p:nvPr>
        </p:nvSpPr>
        <p:spPr/>
        <p:txBody>
          <a:bodyPr/>
          <a:lstStyle/>
          <a:p>
            <a:fld id="{639142E5-A706-4C60-B43E-D82CA518B040}" type="slidenum">
              <a:rPr lang="en-AU" smtClean="0"/>
              <a:t>25</a:t>
            </a:fld>
            <a:endParaRPr lang="en-AU"/>
          </a:p>
        </p:txBody>
      </p:sp>
    </p:spTree>
    <p:extLst>
      <p:ext uri="{BB962C8B-B14F-4D97-AF65-F5344CB8AC3E}">
        <p14:creationId xmlns:p14="http://schemas.microsoft.com/office/powerpoint/2010/main" val="1037844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CB3B7-2718-99E5-C513-A913C82966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1AAC81-78CB-C2CB-BE66-AF51C25241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8A5886-20B2-CAA3-6927-0B864777163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AU"/>
          </a:p>
        </p:txBody>
      </p:sp>
      <p:sp>
        <p:nvSpPr>
          <p:cNvPr id="4" name="Slide Number Placeholder 3">
            <a:extLst>
              <a:ext uri="{FF2B5EF4-FFF2-40B4-BE49-F238E27FC236}">
                <a16:creationId xmlns:a16="http://schemas.microsoft.com/office/drawing/2014/main" id="{AD0A6501-3484-AF5E-C3E9-8FD2E2705F26}"/>
              </a:ext>
            </a:extLst>
          </p:cNvPr>
          <p:cNvSpPr>
            <a:spLocks noGrp="1"/>
          </p:cNvSpPr>
          <p:nvPr>
            <p:ph type="sldNum" sz="quarter" idx="5"/>
          </p:nvPr>
        </p:nvSpPr>
        <p:spPr/>
        <p:txBody>
          <a:bodyPr/>
          <a:lstStyle/>
          <a:p>
            <a:fld id="{639142E5-A706-4C60-B43E-D82CA518B040}" type="slidenum">
              <a:rPr lang="en-AU" smtClean="0"/>
              <a:t>26</a:t>
            </a:fld>
            <a:endParaRPr lang="en-AU"/>
          </a:p>
        </p:txBody>
      </p:sp>
    </p:spTree>
    <p:extLst>
      <p:ext uri="{BB962C8B-B14F-4D97-AF65-F5344CB8AC3E}">
        <p14:creationId xmlns:p14="http://schemas.microsoft.com/office/powerpoint/2010/main" val="13994649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AU"/>
          </a:p>
        </p:txBody>
      </p:sp>
      <p:sp>
        <p:nvSpPr>
          <p:cNvPr id="4" name="Slide Number Placeholder 3"/>
          <p:cNvSpPr>
            <a:spLocks noGrp="1"/>
          </p:cNvSpPr>
          <p:nvPr>
            <p:ph type="sldNum" sz="quarter" idx="5"/>
          </p:nvPr>
        </p:nvSpPr>
        <p:spPr/>
        <p:txBody>
          <a:bodyPr/>
          <a:lstStyle/>
          <a:p>
            <a:fld id="{639142E5-A706-4C60-B43E-D82CA518B040}" type="slidenum">
              <a:rPr lang="en-AU" smtClean="0"/>
              <a:t>27</a:t>
            </a:fld>
            <a:endParaRPr lang="en-AU"/>
          </a:p>
        </p:txBody>
      </p:sp>
    </p:spTree>
    <p:extLst>
      <p:ext uri="{BB962C8B-B14F-4D97-AF65-F5344CB8AC3E}">
        <p14:creationId xmlns:p14="http://schemas.microsoft.com/office/powerpoint/2010/main" val="30894380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AU"/>
          </a:p>
        </p:txBody>
      </p:sp>
      <p:sp>
        <p:nvSpPr>
          <p:cNvPr id="4" name="Slide Number Placeholder 3"/>
          <p:cNvSpPr>
            <a:spLocks noGrp="1"/>
          </p:cNvSpPr>
          <p:nvPr>
            <p:ph type="sldNum" sz="quarter" idx="5"/>
          </p:nvPr>
        </p:nvSpPr>
        <p:spPr/>
        <p:txBody>
          <a:bodyPr/>
          <a:lstStyle/>
          <a:p>
            <a:fld id="{639142E5-A706-4C60-B43E-D82CA518B040}" type="slidenum">
              <a:rPr lang="en-AU" smtClean="0"/>
              <a:t>28</a:t>
            </a:fld>
            <a:endParaRPr lang="en-AU"/>
          </a:p>
        </p:txBody>
      </p:sp>
    </p:spTree>
    <p:extLst>
      <p:ext uri="{BB962C8B-B14F-4D97-AF65-F5344CB8AC3E}">
        <p14:creationId xmlns:p14="http://schemas.microsoft.com/office/powerpoint/2010/main" val="12078886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AU"/>
          </a:p>
        </p:txBody>
      </p:sp>
      <p:sp>
        <p:nvSpPr>
          <p:cNvPr id="4" name="Slide Number Placeholder 3"/>
          <p:cNvSpPr>
            <a:spLocks noGrp="1"/>
          </p:cNvSpPr>
          <p:nvPr>
            <p:ph type="sldNum" sz="quarter" idx="5"/>
          </p:nvPr>
        </p:nvSpPr>
        <p:spPr/>
        <p:txBody>
          <a:bodyPr/>
          <a:lstStyle/>
          <a:p>
            <a:fld id="{639142E5-A706-4C60-B43E-D82CA518B040}" type="slidenum">
              <a:rPr lang="en-AU" smtClean="0"/>
              <a:t>29</a:t>
            </a:fld>
            <a:endParaRPr lang="en-AU"/>
          </a:p>
        </p:txBody>
      </p:sp>
    </p:spTree>
    <p:extLst>
      <p:ext uri="{BB962C8B-B14F-4D97-AF65-F5344CB8AC3E}">
        <p14:creationId xmlns:p14="http://schemas.microsoft.com/office/powerpoint/2010/main" val="5922630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AU"/>
          </a:p>
        </p:txBody>
      </p:sp>
      <p:sp>
        <p:nvSpPr>
          <p:cNvPr id="4" name="Slide Number Placeholder 3"/>
          <p:cNvSpPr>
            <a:spLocks noGrp="1"/>
          </p:cNvSpPr>
          <p:nvPr>
            <p:ph type="sldNum" sz="quarter" idx="5"/>
          </p:nvPr>
        </p:nvSpPr>
        <p:spPr/>
        <p:txBody>
          <a:bodyPr/>
          <a:lstStyle/>
          <a:p>
            <a:fld id="{639142E5-A706-4C60-B43E-D82CA518B040}" type="slidenum">
              <a:rPr lang="en-AU" smtClean="0"/>
              <a:t>30</a:t>
            </a:fld>
            <a:endParaRPr lang="en-AU"/>
          </a:p>
        </p:txBody>
      </p:sp>
    </p:spTree>
    <p:extLst>
      <p:ext uri="{BB962C8B-B14F-4D97-AF65-F5344CB8AC3E}">
        <p14:creationId xmlns:p14="http://schemas.microsoft.com/office/powerpoint/2010/main" val="156600570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7" name="Rectangle 6"/>
          <p:cNvSpPr/>
          <p:nvPr/>
        </p:nvSpPr>
        <p:spPr>
          <a:xfrm>
            <a:off x="241904" y="181429"/>
            <a:ext cx="11710747"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a:p>
        </p:txBody>
      </p:sp>
      <p:sp>
        <p:nvSpPr>
          <p:cNvPr id="12" name="Text Placeholder 2"/>
          <p:cNvSpPr>
            <a:spLocks noGrp="1"/>
          </p:cNvSpPr>
          <p:nvPr>
            <p:ph type="body" idx="14" hasCustomPrompt="1"/>
          </p:nvPr>
        </p:nvSpPr>
        <p:spPr>
          <a:xfrm>
            <a:off x="720000" y="2754276"/>
            <a:ext cx="617582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a:t>DATE: 3 October 2014</a:t>
            </a:r>
          </a:p>
        </p:txBody>
      </p:sp>
      <p:sp>
        <p:nvSpPr>
          <p:cNvPr id="15" name="Title 14"/>
          <p:cNvSpPr>
            <a:spLocks noGrp="1"/>
          </p:cNvSpPr>
          <p:nvPr>
            <p:ph type="title" hasCustomPrompt="1"/>
          </p:nvPr>
        </p:nvSpPr>
        <p:spPr>
          <a:xfrm>
            <a:off x="720000" y="1484784"/>
            <a:ext cx="8544000" cy="648000"/>
          </a:xfrm>
        </p:spPr>
        <p:txBody>
          <a:bodyPr/>
          <a:lstStyle/>
          <a:p>
            <a:r>
              <a:rPr lang="en-US"/>
              <a:t>Click to edit master title style</a:t>
            </a:r>
            <a:endParaRPr lang="en-AU"/>
          </a:p>
        </p:txBody>
      </p:sp>
      <p:sp>
        <p:nvSpPr>
          <p:cNvPr id="17" name="Text Placeholder 16"/>
          <p:cNvSpPr>
            <a:spLocks noGrp="1"/>
          </p:cNvSpPr>
          <p:nvPr>
            <p:ph type="body" sz="quarter" idx="15" hasCustomPrompt="1"/>
          </p:nvPr>
        </p:nvSpPr>
        <p:spPr>
          <a:xfrm>
            <a:off x="720000" y="2133600"/>
            <a:ext cx="8542867" cy="503238"/>
          </a:xfrm>
        </p:spPr>
        <p:txBody>
          <a:bodyPr/>
          <a:lstStyle>
            <a:lvl1pPr marL="0" indent="0">
              <a:buNone/>
              <a:defRPr cap="all" baseline="0">
                <a:solidFill>
                  <a:schemeClr val="accent1"/>
                </a:solidFill>
                <a:latin typeface="+mj-lt"/>
              </a:defRPr>
            </a:lvl1pPr>
          </a:lstStyle>
          <a:p>
            <a:pPr lvl="0"/>
            <a:r>
              <a:rPr lang="en-AU"/>
              <a:t>Click to ADD SUBTITLE</a:t>
            </a:r>
          </a:p>
        </p:txBody>
      </p:sp>
      <p:pic>
        <p:nvPicPr>
          <p:cNvPr id="3" name="Picture 2"/>
          <p:cNvPicPr>
            <a:picLocks noChangeAspect="1"/>
          </p:cNvPicPr>
          <p:nvPr/>
        </p:nvPicPr>
        <p:blipFill rotWithShape="1">
          <a:blip r:embed="rId2" cstate="print">
            <a:extLst>
              <a:ext uri="{28A0092B-C50C-407E-A947-70E740481C1C}">
                <a14:useLocalDpi xmlns:a14="http://schemas.microsoft.com/office/drawing/2010/main" val="0"/>
              </a:ext>
            </a:extLst>
          </a:blip>
          <a:srcRect b="35463"/>
          <a:stretch/>
        </p:blipFill>
        <p:spPr>
          <a:xfrm>
            <a:off x="241904" y="3067670"/>
            <a:ext cx="11710747" cy="3611293"/>
          </a:xfrm>
          <a:prstGeom prst="rect">
            <a:avLst/>
          </a:prstGeom>
        </p:spPr>
      </p:pic>
      <p:pic>
        <p:nvPicPr>
          <p:cNvPr id="8" name="Picture 7">
            <a:extLst>
              <a:ext uri="{FF2B5EF4-FFF2-40B4-BE49-F238E27FC236}">
                <a16:creationId xmlns:a16="http://schemas.microsoft.com/office/drawing/2014/main" id="{2EF52CFF-C49E-FB47-9FC2-54AD48C78F05}"/>
              </a:ext>
            </a:extLst>
          </p:cNvPr>
          <p:cNvPicPr>
            <a:picLocks noChangeAspect="1"/>
          </p:cNvPicPr>
          <p:nvPr/>
        </p:nvPicPr>
        <p:blipFill>
          <a:blip r:embed="rId3"/>
          <a:stretch>
            <a:fillRect/>
          </a:stretch>
        </p:blipFill>
        <p:spPr>
          <a:xfrm>
            <a:off x="9673174" y="217272"/>
            <a:ext cx="2037600" cy="804766"/>
          </a:xfrm>
          <a:prstGeom prst="rect">
            <a:avLst/>
          </a:prstGeom>
        </p:spPr>
      </p:pic>
    </p:spTree>
    <p:extLst>
      <p:ext uri="{BB962C8B-B14F-4D97-AF65-F5344CB8AC3E}">
        <p14:creationId xmlns:p14="http://schemas.microsoft.com/office/powerpoint/2010/main" val="3861889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Title Slide">
    <p:spTree>
      <p:nvGrpSpPr>
        <p:cNvPr id="1" name=""/>
        <p:cNvGrpSpPr/>
        <p:nvPr/>
      </p:nvGrpSpPr>
      <p:grpSpPr>
        <a:xfrm>
          <a:off x="0" y="0"/>
          <a:ext cx="0" cy="0"/>
          <a:chOff x="0" y="0"/>
          <a:chExt cx="0" cy="0"/>
        </a:xfrm>
      </p:grpSpPr>
      <p:sp>
        <p:nvSpPr>
          <p:cNvPr id="7" name="Rectangle 6"/>
          <p:cNvSpPr/>
          <p:nvPr/>
        </p:nvSpPr>
        <p:spPr>
          <a:xfrm>
            <a:off x="241904" y="181429"/>
            <a:ext cx="11710747"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a:p>
        </p:txBody>
      </p:sp>
      <p:sp>
        <p:nvSpPr>
          <p:cNvPr id="12" name="Text Placeholder 2"/>
          <p:cNvSpPr>
            <a:spLocks noGrp="1"/>
          </p:cNvSpPr>
          <p:nvPr>
            <p:ph type="body" idx="14" hasCustomPrompt="1"/>
          </p:nvPr>
        </p:nvSpPr>
        <p:spPr>
          <a:xfrm>
            <a:off x="720000" y="2754276"/>
            <a:ext cx="617582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a:t>DATE: 3 October 2014</a:t>
            </a:r>
          </a:p>
        </p:txBody>
      </p:sp>
      <p:sp>
        <p:nvSpPr>
          <p:cNvPr id="15" name="Title 14"/>
          <p:cNvSpPr>
            <a:spLocks noGrp="1"/>
          </p:cNvSpPr>
          <p:nvPr>
            <p:ph type="title" hasCustomPrompt="1"/>
          </p:nvPr>
        </p:nvSpPr>
        <p:spPr>
          <a:xfrm>
            <a:off x="720000" y="1484784"/>
            <a:ext cx="8544000" cy="648000"/>
          </a:xfrm>
        </p:spPr>
        <p:txBody>
          <a:bodyPr/>
          <a:lstStyle/>
          <a:p>
            <a:r>
              <a:rPr lang="en-US"/>
              <a:t>Click to edit master title style</a:t>
            </a:r>
            <a:endParaRPr lang="en-AU"/>
          </a:p>
        </p:txBody>
      </p:sp>
      <p:sp>
        <p:nvSpPr>
          <p:cNvPr id="17" name="Text Placeholder 16"/>
          <p:cNvSpPr>
            <a:spLocks noGrp="1"/>
          </p:cNvSpPr>
          <p:nvPr>
            <p:ph type="body" sz="quarter" idx="15" hasCustomPrompt="1"/>
          </p:nvPr>
        </p:nvSpPr>
        <p:spPr>
          <a:xfrm>
            <a:off x="720000" y="2133600"/>
            <a:ext cx="8542867" cy="503238"/>
          </a:xfrm>
        </p:spPr>
        <p:txBody>
          <a:bodyPr/>
          <a:lstStyle>
            <a:lvl1pPr marL="0" indent="0">
              <a:buNone/>
              <a:defRPr cap="all" baseline="0">
                <a:solidFill>
                  <a:schemeClr val="accent1"/>
                </a:solidFill>
                <a:latin typeface="+mj-lt"/>
              </a:defRPr>
            </a:lvl1pPr>
          </a:lstStyle>
          <a:p>
            <a:pPr lvl="0"/>
            <a:r>
              <a:rPr lang="en-AU"/>
              <a:t>Click to ADD SUBTITLE</a:t>
            </a:r>
          </a:p>
        </p:txBody>
      </p:sp>
      <p:sp>
        <p:nvSpPr>
          <p:cNvPr id="2" name="Rectangle 1"/>
          <p:cNvSpPr/>
          <p:nvPr/>
        </p:nvSpPr>
        <p:spPr>
          <a:xfrm>
            <a:off x="241904" y="3062172"/>
            <a:ext cx="4722971" cy="36330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Picture Placeholder 9" descr="Section_Image.jpg"/>
          <p:cNvPicPr>
            <a:picLocks/>
          </p:cNvPicPr>
          <p:nvPr/>
        </p:nvPicPr>
        <p:blipFill rotWithShape="1">
          <a:blip r:embed="rId2">
            <a:extLst>
              <a:ext uri="{28A0092B-C50C-407E-A947-70E740481C1C}">
                <a14:useLocalDpi xmlns:a14="http://schemas.microsoft.com/office/drawing/2010/main" val="0"/>
              </a:ext>
            </a:extLst>
          </a:blip>
          <a:srcRect l="11403" t="15468" r="100" b="1049"/>
          <a:stretch/>
        </p:blipFill>
        <p:spPr>
          <a:xfrm>
            <a:off x="4964875" y="3062172"/>
            <a:ext cx="6987287" cy="3632400"/>
          </a:xfrm>
          <a:prstGeom prst="rect">
            <a:avLst/>
          </a:prstGeom>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16959" y="3448840"/>
            <a:ext cx="1943987" cy="3239978"/>
          </a:xfrm>
          <a:prstGeom prst="rect">
            <a:avLst/>
          </a:prstGeom>
        </p:spPr>
      </p:pic>
      <p:sp>
        <p:nvSpPr>
          <p:cNvPr id="11" name="TextBox 10"/>
          <p:cNvSpPr txBox="1"/>
          <p:nvPr/>
        </p:nvSpPr>
        <p:spPr>
          <a:xfrm>
            <a:off x="8046796" y="5910035"/>
            <a:ext cx="3591442" cy="655675"/>
          </a:xfrm>
          <a:prstGeom prst="rect">
            <a:avLst/>
          </a:prstGeom>
          <a:solidFill>
            <a:schemeClr val="accent1"/>
          </a:solidFill>
        </p:spPr>
        <p:txBody>
          <a:bodyPr wrap="square" rtlCol="0" anchor="ctr" anchorCtr="0">
            <a:normAutofit fontScale="77500" lnSpcReduction="20000"/>
          </a:bodyPr>
          <a:lstStyle/>
          <a:p>
            <a:r>
              <a:rPr lang="en-AU" sz="1200">
                <a:solidFill>
                  <a:schemeClr val="bg1"/>
                </a:solidFill>
                <a:latin typeface="Arial"/>
                <a:cs typeface="Arial"/>
              </a:rPr>
              <a:t>Note to user: Replace this image with your own.</a:t>
            </a:r>
          </a:p>
          <a:p>
            <a:pPr marL="266700" indent="-266700">
              <a:buFont typeface="Wingdings" panose="05000000000000000000" pitchFamily="2" charset="2"/>
              <a:buChar char="§"/>
            </a:pPr>
            <a:r>
              <a:rPr lang="en-AU" sz="1200">
                <a:solidFill>
                  <a:schemeClr val="bg1"/>
                </a:solidFill>
                <a:latin typeface="Arial"/>
                <a:cs typeface="Arial"/>
              </a:rPr>
              <a:t>Right click on this Placeholder box</a:t>
            </a:r>
          </a:p>
          <a:p>
            <a:pPr marL="266700" lvl="2" indent="-266700">
              <a:buFont typeface="Wingdings" panose="05000000000000000000" pitchFamily="2" charset="2"/>
              <a:buChar char="§"/>
            </a:pPr>
            <a:r>
              <a:rPr lang="en-AU" sz="1200">
                <a:solidFill>
                  <a:schemeClr val="bg1"/>
                </a:solidFill>
                <a:latin typeface="Arial"/>
                <a:cs typeface="Arial"/>
              </a:rPr>
              <a:t>Replace image</a:t>
            </a:r>
          </a:p>
          <a:p>
            <a:pPr marL="266700" lvl="2" indent="-266700">
              <a:buFont typeface="Wingdings" panose="05000000000000000000" pitchFamily="2" charset="2"/>
              <a:buChar char="§"/>
            </a:pPr>
            <a:r>
              <a:rPr lang="en-AU" sz="1200">
                <a:solidFill>
                  <a:schemeClr val="bg1"/>
                </a:solidFill>
                <a:latin typeface="Arial"/>
                <a:cs typeface="Arial"/>
              </a:rPr>
              <a:t>Select image and click ‘Resize image to fit in placeholder’)</a:t>
            </a:r>
          </a:p>
        </p:txBody>
      </p:sp>
      <p:pic>
        <p:nvPicPr>
          <p:cNvPr id="13" name="Picture 12">
            <a:extLst>
              <a:ext uri="{FF2B5EF4-FFF2-40B4-BE49-F238E27FC236}">
                <a16:creationId xmlns:a16="http://schemas.microsoft.com/office/drawing/2014/main" id="{B0A9269F-011F-4649-845C-08AE05BE96C7}"/>
              </a:ext>
            </a:extLst>
          </p:cNvPr>
          <p:cNvPicPr>
            <a:picLocks noChangeAspect="1"/>
          </p:cNvPicPr>
          <p:nvPr/>
        </p:nvPicPr>
        <p:blipFill>
          <a:blip r:embed="rId4"/>
          <a:stretch>
            <a:fillRect/>
          </a:stretch>
        </p:blipFill>
        <p:spPr>
          <a:xfrm>
            <a:off x="9673174" y="217272"/>
            <a:ext cx="2037600" cy="804766"/>
          </a:xfrm>
          <a:prstGeom prst="rect">
            <a:avLst/>
          </a:prstGeom>
        </p:spPr>
      </p:pic>
    </p:spTree>
    <p:extLst>
      <p:ext uri="{BB962C8B-B14F-4D97-AF65-F5344CB8AC3E}">
        <p14:creationId xmlns:p14="http://schemas.microsoft.com/office/powerpoint/2010/main" val="3890063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7" name="Rectangle 6"/>
          <p:cNvSpPr/>
          <p:nvPr/>
        </p:nvSpPr>
        <p:spPr>
          <a:xfrm>
            <a:off x="251428" y="181429"/>
            <a:ext cx="11703337"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a:p>
        </p:txBody>
      </p:sp>
      <p:pic>
        <p:nvPicPr>
          <p:cNvPr id="9" name="Picture Placeholder 9" descr="Section_Image.jpg"/>
          <p:cNvPicPr>
            <a:picLocks noChangeAspect="1"/>
          </p:cNvPicPr>
          <p:nvPr/>
        </p:nvPicPr>
        <p:blipFill rotWithShape="1">
          <a:blip r:embed="rId2">
            <a:extLst>
              <a:ext uri="{28A0092B-C50C-407E-A947-70E740481C1C}">
                <a14:useLocalDpi xmlns:a14="http://schemas.microsoft.com/office/drawing/2010/main" val="0"/>
              </a:ext>
            </a:extLst>
          </a:blip>
          <a:srcRect l="561" t="15597" r="462" b="1605"/>
          <a:stretch/>
        </p:blipFill>
        <p:spPr>
          <a:xfrm>
            <a:off x="251429" y="1257301"/>
            <a:ext cx="11706850" cy="5419724"/>
          </a:xfrm>
          <a:prstGeom prst="rect">
            <a:avLst/>
          </a:prstGeom>
          <a:ln>
            <a:noFill/>
          </a:ln>
        </p:spPr>
      </p:pic>
      <p:sp>
        <p:nvSpPr>
          <p:cNvPr id="11" name="Title 1"/>
          <p:cNvSpPr>
            <a:spLocks noGrp="1"/>
          </p:cNvSpPr>
          <p:nvPr>
            <p:ph type="title"/>
          </p:nvPr>
        </p:nvSpPr>
        <p:spPr>
          <a:xfrm>
            <a:off x="720000" y="2863019"/>
            <a:ext cx="8045752" cy="608315"/>
          </a:xfrm>
        </p:spPr>
        <p:txBody>
          <a:bodyPr/>
          <a:lstStyle>
            <a:lvl1pPr>
              <a:defRPr>
                <a:solidFill>
                  <a:schemeClr val="tx1"/>
                </a:solidFill>
              </a:defRPr>
            </a:lvl1pPr>
          </a:lstStyle>
          <a:p>
            <a:r>
              <a:rPr lang="en-US"/>
              <a:t>Click to edit Master title style</a:t>
            </a:r>
            <a:endParaRPr lang="en-AU"/>
          </a:p>
        </p:txBody>
      </p:sp>
      <p:sp>
        <p:nvSpPr>
          <p:cNvPr id="13" name="Text Placeholder 16"/>
          <p:cNvSpPr>
            <a:spLocks noGrp="1"/>
          </p:cNvSpPr>
          <p:nvPr>
            <p:ph type="body" sz="quarter" idx="15" hasCustomPrompt="1"/>
          </p:nvPr>
        </p:nvSpPr>
        <p:spPr>
          <a:xfrm>
            <a:off x="720000" y="3485114"/>
            <a:ext cx="6407150" cy="503238"/>
          </a:xfrm>
        </p:spPr>
        <p:txBody>
          <a:bodyPr/>
          <a:lstStyle>
            <a:lvl1pPr marL="0" indent="0">
              <a:buNone/>
              <a:defRPr cap="all" baseline="0">
                <a:solidFill>
                  <a:schemeClr val="tx1"/>
                </a:solidFill>
                <a:latin typeface="+mj-lt"/>
              </a:defRPr>
            </a:lvl1pPr>
          </a:lstStyle>
          <a:p>
            <a:pPr lvl="0"/>
            <a:r>
              <a:rPr lang="en-AU"/>
              <a:t>Click to ADD SUBTITLE</a:t>
            </a:r>
          </a:p>
        </p:txBody>
      </p:sp>
      <p:sp>
        <p:nvSpPr>
          <p:cNvPr id="14" name="TextBox 13"/>
          <p:cNvSpPr txBox="1"/>
          <p:nvPr/>
        </p:nvSpPr>
        <p:spPr>
          <a:xfrm>
            <a:off x="342605" y="5842000"/>
            <a:ext cx="3591442" cy="655675"/>
          </a:xfrm>
          <a:prstGeom prst="rect">
            <a:avLst/>
          </a:prstGeom>
          <a:solidFill>
            <a:schemeClr val="accent1"/>
          </a:solidFill>
        </p:spPr>
        <p:txBody>
          <a:bodyPr wrap="square" rtlCol="0" anchor="ctr" anchorCtr="0">
            <a:normAutofit fontScale="77500" lnSpcReduction="20000"/>
          </a:bodyPr>
          <a:lstStyle/>
          <a:p>
            <a:r>
              <a:rPr lang="en-AU" sz="1200">
                <a:solidFill>
                  <a:schemeClr val="bg1"/>
                </a:solidFill>
                <a:latin typeface="Arial"/>
                <a:cs typeface="Arial"/>
              </a:rPr>
              <a:t>Note to user: Replace this image with your own.</a:t>
            </a:r>
          </a:p>
          <a:p>
            <a:pPr marL="266700" indent="-266700">
              <a:buFont typeface="Wingdings" panose="05000000000000000000" pitchFamily="2" charset="2"/>
              <a:buChar char="§"/>
            </a:pPr>
            <a:r>
              <a:rPr lang="en-AU" sz="1200">
                <a:solidFill>
                  <a:schemeClr val="bg1"/>
                </a:solidFill>
                <a:latin typeface="Arial"/>
                <a:cs typeface="Arial"/>
              </a:rPr>
              <a:t>Right click on this Placeholder box</a:t>
            </a:r>
          </a:p>
          <a:p>
            <a:pPr marL="266700" lvl="2" indent="-266700">
              <a:buFont typeface="Wingdings" panose="05000000000000000000" pitchFamily="2" charset="2"/>
              <a:buChar char="§"/>
            </a:pPr>
            <a:r>
              <a:rPr lang="en-AU" sz="1200">
                <a:solidFill>
                  <a:schemeClr val="bg1"/>
                </a:solidFill>
                <a:latin typeface="Arial"/>
                <a:cs typeface="Arial"/>
              </a:rPr>
              <a:t>Replace image</a:t>
            </a:r>
          </a:p>
          <a:p>
            <a:pPr marL="266700" lvl="2" indent="-266700">
              <a:buFont typeface="Wingdings" panose="05000000000000000000" pitchFamily="2" charset="2"/>
              <a:buChar char="§"/>
            </a:pPr>
            <a:r>
              <a:rPr lang="en-AU" sz="1200">
                <a:solidFill>
                  <a:schemeClr val="bg1"/>
                </a:solidFill>
                <a:latin typeface="Arial"/>
                <a:cs typeface="Arial"/>
              </a:rPr>
              <a:t>Select image and click ‘Resize image to fit in placeholder’)</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83457" y="3502203"/>
            <a:ext cx="3174822" cy="3174822"/>
          </a:xfrm>
          <a:prstGeom prst="rect">
            <a:avLst/>
          </a:prstGeom>
        </p:spPr>
      </p:pic>
      <p:pic>
        <p:nvPicPr>
          <p:cNvPr id="16" name="Picture 15">
            <a:extLst>
              <a:ext uri="{FF2B5EF4-FFF2-40B4-BE49-F238E27FC236}">
                <a16:creationId xmlns:a16="http://schemas.microsoft.com/office/drawing/2014/main" id="{8C9B8C79-07FC-2444-B397-BBCDB3F9F22B}"/>
              </a:ext>
            </a:extLst>
          </p:cNvPr>
          <p:cNvPicPr>
            <a:picLocks noChangeAspect="1"/>
          </p:cNvPicPr>
          <p:nvPr/>
        </p:nvPicPr>
        <p:blipFill>
          <a:blip r:embed="rId4"/>
          <a:stretch>
            <a:fillRect/>
          </a:stretch>
        </p:blipFill>
        <p:spPr>
          <a:xfrm>
            <a:off x="9673174" y="217272"/>
            <a:ext cx="2037600" cy="804766"/>
          </a:xfrm>
          <a:prstGeom prst="rect">
            <a:avLst/>
          </a:prstGeom>
        </p:spPr>
      </p:pic>
    </p:spTree>
    <p:extLst>
      <p:ext uri="{BB962C8B-B14F-4D97-AF65-F5344CB8AC3E}">
        <p14:creationId xmlns:p14="http://schemas.microsoft.com/office/powerpoint/2010/main" val="2280205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14" name="Rectangle 13"/>
          <p:cNvSpPr/>
          <p:nvPr/>
        </p:nvSpPr>
        <p:spPr>
          <a:xfrm>
            <a:off x="241904" y="181429"/>
            <a:ext cx="11710800"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a:p>
        </p:txBody>
      </p:sp>
      <p:sp>
        <p:nvSpPr>
          <p:cNvPr id="19" name="Text Placeholder 2"/>
          <p:cNvSpPr>
            <a:spLocks noGrp="1"/>
          </p:cNvSpPr>
          <p:nvPr>
            <p:ph type="body" idx="14" hasCustomPrompt="1"/>
          </p:nvPr>
        </p:nvSpPr>
        <p:spPr>
          <a:xfrm>
            <a:off x="5608410" y="6183276"/>
            <a:ext cx="577266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a:t>DATE: 3 October 2014</a:t>
            </a:r>
          </a:p>
        </p:txBody>
      </p:sp>
      <p:sp>
        <p:nvSpPr>
          <p:cNvPr id="21" name="Title 20"/>
          <p:cNvSpPr>
            <a:spLocks noGrp="1"/>
          </p:cNvSpPr>
          <p:nvPr>
            <p:ph type="title" hasCustomPrompt="1"/>
          </p:nvPr>
        </p:nvSpPr>
        <p:spPr>
          <a:xfrm>
            <a:off x="5639120" y="2708920"/>
            <a:ext cx="5665556" cy="648000"/>
          </a:xfrm>
        </p:spPr>
        <p:txBody>
          <a:bodyPr/>
          <a:lstStyle>
            <a:lvl1pPr>
              <a:defRPr/>
            </a:lvl1pPr>
          </a:lstStyle>
          <a:p>
            <a:r>
              <a:rPr lang="en-US"/>
              <a:t>Click to add title</a:t>
            </a:r>
            <a:endParaRPr lang="en-AU"/>
          </a:p>
        </p:txBody>
      </p:sp>
      <p:sp>
        <p:nvSpPr>
          <p:cNvPr id="23" name="Text Placeholder 22"/>
          <p:cNvSpPr>
            <a:spLocks noGrp="1"/>
          </p:cNvSpPr>
          <p:nvPr>
            <p:ph type="body" sz="quarter" idx="15" hasCustomPrompt="1"/>
          </p:nvPr>
        </p:nvSpPr>
        <p:spPr>
          <a:xfrm>
            <a:off x="5638360" y="3357564"/>
            <a:ext cx="5666316" cy="503237"/>
          </a:xfrm>
        </p:spPr>
        <p:txBody>
          <a:bodyPr/>
          <a:lstStyle>
            <a:lvl1pPr marL="0" indent="0">
              <a:buNone/>
              <a:defRPr cap="all" baseline="0">
                <a:solidFill>
                  <a:schemeClr val="accent1"/>
                </a:solidFill>
                <a:latin typeface="+mj-lt"/>
              </a:defRPr>
            </a:lvl1pPr>
          </a:lstStyle>
          <a:p>
            <a:pPr lvl="0"/>
            <a:r>
              <a:rPr lang="en-AU"/>
              <a:t>Click to add subtitle</a:t>
            </a:r>
          </a:p>
        </p:txBody>
      </p:sp>
      <p:pic>
        <p:nvPicPr>
          <p:cNvPr id="9" name="Picture 8" descr="MAC21_190.5x254_PowerPoint_Images_Cov v3.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95" y="0"/>
            <a:ext cx="4383024" cy="6858000"/>
          </a:xfrm>
          <a:prstGeom prst="rect">
            <a:avLst/>
          </a:prstGeom>
        </p:spPr>
      </p:pic>
      <p:pic>
        <p:nvPicPr>
          <p:cNvPr id="10" name="Picture 9">
            <a:extLst>
              <a:ext uri="{FF2B5EF4-FFF2-40B4-BE49-F238E27FC236}">
                <a16:creationId xmlns:a16="http://schemas.microsoft.com/office/drawing/2014/main" id="{4CF0B494-A7A4-6F4C-8E15-141F578E022F}"/>
              </a:ext>
            </a:extLst>
          </p:cNvPr>
          <p:cNvPicPr>
            <a:picLocks noChangeAspect="1"/>
          </p:cNvPicPr>
          <p:nvPr/>
        </p:nvPicPr>
        <p:blipFill>
          <a:blip r:embed="rId3"/>
          <a:stretch>
            <a:fillRect/>
          </a:stretch>
        </p:blipFill>
        <p:spPr>
          <a:xfrm>
            <a:off x="9673174" y="217272"/>
            <a:ext cx="2037600" cy="804766"/>
          </a:xfrm>
          <a:prstGeom prst="rect">
            <a:avLst/>
          </a:prstGeom>
        </p:spPr>
      </p:pic>
    </p:spTree>
    <p:extLst>
      <p:ext uri="{BB962C8B-B14F-4D97-AF65-F5344CB8AC3E}">
        <p14:creationId xmlns:p14="http://schemas.microsoft.com/office/powerpoint/2010/main" val="35054278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One Column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a:t>Click to edit master title style</a:t>
            </a:r>
            <a:endParaRPr lang="en-AU"/>
          </a:p>
        </p:txBody>
      </p:sp>
      <p:sp>
        <p:nvSpPr>
          <p:cNvPr id="3" name="Content Placeholder 2"/>
          <p:cNvSpPr>
            <a:spLocks noGrp="1"/>
          </p:cNvSpPr>
          <p:nvPr>
            <p:ph idx="1" hasCustomPrompt="1"/>
          </p:nvPr>
        </p:nvSpPr>
        <p:spPr>
          <a:xfrm>
            <a:off x="720000" y="1620000"/>
            <a:ext cx="10800001" cy="4525963"/>
          </a:xfrm>
        </p:spPr>
        <p:txBody>
          <a:bodyPr/>
          <a:lstStyle>
            <a:lvl1pPr marL="0" indent="0">
              <a:buNone/>
              <a:defRPr baseline="0"/>
            </a:lvl1pPr>
          </a:lstStyle>
          <a:p>
            <a:pPr lvl="0"/>
            <a:r>
              <a:rPr lang="en-AU"/>
              <a:t>Content no bullets</a:t>
            </a:r>
          </a:p>
        </p:txBody>
      </p:sp>
      <p:sp>
        <p:nvSpPr>
          <p:cNvPr id="5" name="Footer Placeholder 4"/>
          <p:cNvSpPr>
            <a:spLocks noGrp="1"/>
          </p:cNvSpPr>
          <p:nvPr>
            <p:ph type="ftr" sz="quarter" idx="11"/>
          </p:nvPr>
        </p:nvSpPr>
        <p:spPr>
          <a:xfrm>
            <a:off x="720000" y="6381329"/>
            <a:ext cx="5304664"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lvl1pPr>
              <a:defRPr sz="1050"/>
            </a:lvl1p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75914"/>
          </a:xfrm>
        </p:spPr>
        <p:txBody>
          <a:bodyPr/>
          <a:lstStyle>
            <a:lvl1pPr marL="0" indent="0">
              <a:buNone/>
              <a:defRPr cap="all" baseline="0">
                <a:solidFill>
                  <a:schemeClr val="accent1"/>
                </a:solidFill>
                <a:latin typeface="+mj-lt"/>
              </a:defRPr>
            </a:lvl1pPr>
          </a:lstStyle>
          <a:p>
            <a:pPr lvl="0"/>
            <a:r>
              <a:rPr lang="en-AU"/>
              <a:t>Click to ADD SUBTITLE</a:t>
            </a:r>
          </a:p>
        </p:txBody>
      </p:sp>
    </p:spTree>
    <p:extLst>
      <p:ext uri="{BB962C8B-B14F-4D97-AF65-F5344CB8AC3E}">
        <p14:creationId xmlns:p14="http://schemas.microsoft.com/office/powerpoint/2010/main" val="3162539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One Column Bullets">
    <p:spTree>
      <p:nvGrpSpPr>
        <p:cNvPr id="1" name=""/>
        <p:cNvGrpSpPr/>
        <p:nvPr/>
      </p:nvGrpSpPr>
      <p:grpSpPr>
        <a:xfrm>
          <a:off x="0" y="0"/>
          <a:ext cx="0" cy="0"/>
          <a:chOff x="0" y="0"/>
          <a:chExt cx="0" cy="0"/>
        </a:xfrm>
      </p:grpSpPr>
      <p:sp>
        <p:nvSpPr>
          <p:cNvPr id="8" name="Content Placeholder 7"/>
          <p:cNvSpPr>
            <a:spLocks noGrp="1"/>
          </p:cNvSpPr>
          <p:nvPr>
            <p:ph sz="quarter" idx="16"/>
          </p:nvPr>
        </p:nvSpPr>
        <p:spPr>
          <a:xfrm>
            <a:off x="720000" y="1620000"/>
            <a:ext cx="10776675" cy="4524375"/>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 name="Title 1"/>
          <p:cNvSpPr>
            <a:spLocks noGrp="1"/>
          </p:cNvSpPr>
          <p:nvPr>
            <p:ph type="title" hasCustomPrompt="1"/>
          </p:nvPr>
        </p:nvSpPr>
        <p:spPr>
          <a:xfrm>
            <a:off x="720000" y="274638"/>
            <a:ext cx="8458276" cy="648000"/>
          </a:xfrm>
        </p:spPr>
        <p:txBody>
          <a:bodyPr/>
          <a:lstStyle/>
          <a:p>
            <a:r>
              <a:rPr lang="en-US"/>
              <a:t>Click to edit master title style</a:t>
            </a:r>
            <a:endParaRPr lang="en-AU"/>
          </a:p>
        </p:txBody>
      </p:sp>
      <p:sp>
        <p:nvSpPr>
          <p:cNvPr id="5" name="Footer Placeholder 4"/>
          <p:cNvSpPr>
            <a:spLocks noGrp="1"/>
          </p:cNvSpPr>
          <p:nvPr>
            <p:ph type="ftr" sz="quarter" idx="11"/>
          </p:nvPr>
        </p:nvSpPr>
        <p:spPr>
          <a:xfrm>
            <a:off x="623392"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759075" cy="365125"/>
          </a:xfrm>
        </p:spPr>
        <p:txBody>
          <a:body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386680"/>
          </a:xfrm>
        </p:spPr>
        <p:txBody>
          <a:bodyPr/>
          <a:lstStyle>
            <a:lvl1pPr marL="0" indent="0">
              <a:buNone/>
              <a:defRPr cap="all" baseline="0">
                <a:solidFill>
                  <a:schemeClr val="accent1"/>
                </a:solidFill>
                <a:latin typeface="+mj-lt"/>
              </a:defRPr>
            </a:lvl1pPr>
          </a:lstStyle>
          <a:p>
            <a:pPr lvl="0"/>
            <a:r>
              <a:rPr lang="en-AU"/>
              <a:t>Click to ADD SUBTITLE</a:t>
            </a:r>
          </a:p>
        </p:txBody>
      </p:sp>
    </p:spTree>
    <p:extLst>
      <p:ext uri="{BB962C8B-B14F-4D97-AF65-F5344CB8AC3E}">
        <p14:creationId xmlns:p14="http://schemas.microsoft.com/office/powerpoint/2010/main" val="2028980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lumn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lIns="0" tIns="0" rIns="0" bIns="0"/>
          <a:lstStyle/>
          <a:p>
            <a:r>
              <a:rPr lang="en-US"/>
              <a:t>Click to edit master title style</a:t>
            </a:r>
            <a:endParaRPr lang="en-AU"/>
          </a:p>
        </p:txBody>
      </p:sp>
      <p:sp>
        <p:nvSpPr>
          <p:cNvPr id="3" name="Content Placeholder 2"/>
          <p:cNvSpPr>
            <a:spLocks noGrp="1"/>
          </p:cNvSpPr>
          <p:nvPr>
            <p:ph idx="1" hasCustomPrompt="1"/>
          </p:nvPr>
        </p:nvSpPr>
        <p:spPr>
          <a:xfrm>
            <a:off x="720000" y="1620000"/>
            <a:ext cx="5220000" cy="4525963"/>
          </a:xfrm>
        </p:spPr>
        <p:txBody>
          <a:bodyPr lIns="0" tIns="0" rIns="0" bIns="0" numCol="1" spcCol="144000"/>
          <a:lstStyle>
            <a:lvl1pPr marL="0" indent="0">
              <a:buNone/>
              <a:defRPr baseline="0"/>
            </a:lvl1pPr>
          </a:lstStyle>
          <a:p>
            <a:pPr lvl="0"/>
            <a:r>
              <a:rPr lang="en-AU"/>
              <a:t>Two Column content no bullets</a:t>
            </a:r>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25430"/>
          </a:xfrm>
        </p:spPr>
        <p:txBody>
          <a:bodyPr lIns="0" tIns="0" rIns="0" bIns="0"/>
          <a:lstStyle>
            <a:lvl1pPr marL="0" indent="0">
              <a:buNone/>
              <a:defRPr cap="all" baseline="0">
                <a:solidFill>
                  <a:schemeClr val="accent1"/>
                </a:solidFill>
                <a:latin typeface="+mj-lt"/>
              </a:defRPr>
            </a:lvl1pPr>
          </a:lstStyle>
          <a:p>
            <a:pPr lvl="0"/>
            <a:r>
              <a:rPr lang="en-AU"/>
              <a:t>Click to ADD SUBTITLE</a:t>
            </a:r>
          </a:p>
        </p:txBody>
      </p:sp>
      <p:sp>
        <p:nvSpPr>
          <p:cNvPr id="8" name="Content Placeholder 2"/>
          <p:cNvSpPr>
            <a:spLocks noGrp="1"/>
          </p:cNvSpPr>
          <p:nvPr>
            <p:ph idx="16" hasCustomPrompt="1"/>
          </p:nvPr>
        </p:nvSpPr>
        <p:spPr>
          <a:xfrm>
            <a:off x="6248400" y="1620000"/>
            <a:ext cx="5220000" cy="4525963"/>
          </a:xfrm>
        </p:spPr>
        <p:txBody>
          <a:bodyPr lIns="0" tIns="0" rIns="0" bIns="0" numCol="1" spcCol="144000"/>
          <a:lstStyle>
            <a:lvl1pPr marL="0" indent="0">
              <a:buNone/>
              <a:defRPr baseline="0"/>
            </a:lvl1pPr>
          </a:lstStyle>
          <a:p>
            <a:pPr lvl="0"/>
            <a:r>
              <a:rPr lang="en-AU"/>
              <a:t>Two Column content no bullets</a:t>
            </a:r>
          </a:p>
        </p:txBody>
      </p:sp>
    </p:spTree>
    <p:extLst>
      <p:ext uri="{BB962C8B-B14F-4D97-AF65-F5344CB8AC3E}">
        <p14:creationId xmlns:p14="http://schemas.microsoft.com/office/powerpoint/2010/main" val="264008"/>
      </p:ext>
    </p:extLst>
  </p:cSld>
  <p:clrMapOvr>
    <a:masterClrMapping/>
  </p:clrMapOvr>
  <p:extLst>
    <p:ext uri="{DCECCB84-F9BA-43D5-87BE-67443E8EF086}">
      <p15:sldGuideLst xmlns:p15="http://schemas.microsoft.com/office/powerpoint/2012/main">
        <p15:guide id="1" orient="horz" pos="2160">
          <p15:clr>
            <a:srgbClr val="FBAE40"/>
          </p15:clr>
        </p15:guide>
        <p15:guide id="2" pos="46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Two Column Bulle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a:t>Click to edit master title style</a:t>
            </a:r>
            <a:endParaRPr lang="en-AU"/>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lvl1pPr>
              <a:defRPr sz="1050"/>
            </a:lvl1p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43830"/>
          </a:xfrm>
        </p:spPr>
        <p:txBody>
          <a:bodyPr/>
          <a:lstStyle>
            <a:lvl1pPr marL="0" indent="0">
              <a:buNone/>
              <a:defRPr cap="all" baseline="0">
                <a:solidFill>
                  <a:schemeClr val="accent1"/>
                </a:solidFill>
                <a:latin typeface="+mj-lt"/>
              </a:defRPr>
            </a:lvl1pPr>
          </a:lstStyle>
          <a:p>
            <a:pPr lvl="0"/>
            <a:r>
              <a:rPr lang="en-AU"/>
              <a:t>Click to ADD SUBTITLE </a:t>
            </a:r>
          </a:p>
        </p:txBody>
      </p:sp>
      <p:sp>
        <p:nvSpPr>
          <p:cNvPr id="9" name="Text Placeholder 8"/>
          <p:cNvSpPr>
            <a:spLocks noGrp="1"/>
          </p:cNvSpPr>
          <p:nvPr>
            <p:ph type="body" sz="quarter" idx="17"/>
          </p:nvPr>
        </p:nvSpPr>
        <p:spPr>
          <a:xfrm>
            <a:off x="720000" y="1620000"/>
            <a:ext cx="5220000" cy="4529137"/>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0" name="Text Placeholder 8"/>
          <p:cNvSpPr>
            <a:spLocks noGrp="1"/>
          </p:cNvSpPr>
          <p:nvPr>
            <p:ph type="body" sz="quarter" idx="18"/>
          </p:nvPr>
        </p:nvSpPr>
        <p:spPr>
          <a:xfrm>
            <a:off x="6362400" y="1620000"/>
            <a:ext cx="5220000" cy="4529137"/>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629029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a:t>Click to edit master title style</a:t>
            </a:r>
            <a:endParaRPr lang="en-AU"/>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43830"/>
          </a:xfrm>
        </p:spPr>
        <p:txBody>
          <a:bodyPr/>
          <a:lstStyle>
            <a:lvl1pPr marL="0" indent="0">
              <a:buNone/>
              <a:defRPr cap="all" baseline="0">
                <a:solidFill>
                  <a:schemeClr val="accent1"/>
                </a:solidFill>
                <a:latin typeface="+mj-lt"/>
              </a:defRPr>
            </a:lvl1pPr>
          </a:lstStyle>
          <a:p>
            <a:pPr lvl="0"/>
            <a:r>
              <a:rPr lang="en-AU"/>
              <a:t>Click to ADD SUBTITLE</a:t>
            </a:r>
          </a:p>
        </p:txBody>
      </p:sp>
    </p:spTree>
    <p:extLst>
      <p:ext uri="{BB962C8B-B14F-4D97-AF65-F5344CB8AC3E}">
        <p14:creationId xmlns:p14="http://schemas.microsoft.com/office/powerpoint/2010/main" val="2060120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a:t>Click to edit master title style</a:t>
            </a:r>
            <a:endParaRPr lang="en-AU"/>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75151"/>
          </a:xfrm>
        </p:spPr>
        <p:txBody>
          <a:bodyPr/>
          <a:lstStyle>
            <a:lvl1pPr marL="0" indent="0">
              <a:buNone/>
              <a:defRPr cap="all" baseline="0">
                <a:solidFill>
                  <a:schemeClr val="accent1"/>
                </a:solidFill>
                <a:latin typeface="+mj-lt"/>
              </a:defRPr>
            </a:lvl1pPr>
          </a:lstStyle>
          <a:p>
            <a:pPr lvl="0"/>
            <a:r>
              <a:rPr lang="en-AU"/>
              <a:t>Click to ADD SUBTITLE</a:t>
            </a:r>
          </a:p>
        </p:txBody>
      </p:sp>
      <p:sp>
        <p:nvSpPr>
          <p:cNvPr id="4" name="Picture Placeholder 3"/>
          <p:cNvSpPr>
            <a:spLocks noGrp="1"/>
          </p:cNvSpPr>
          <p:nvPr>
            <p:ph type="pic" sz="quarter" idx="16"/>
          </p:nvPr>
        </p:nvSpPr>
        <p:spPr>
          <a:xfrm>
            <a:off x="720000" y="1620000"/>
            <a:ext cx="10752000" cy="4525200"/>
          </a:xfrm>
        </p:spPr>
        <p:txBody>
          <a:bodyPr/>
          <a:lstStyle/>
          <a:p>
            <a:r>
              <a:rPr lang="en-US"/>
              <a:t>Click icon to add picture</a:t>
            </a:r>
            <a:endParaRPr lang="en-AU"/>
          </a:p>
        </p:txBody>
      </p:sp>
    </p:spTree>
    <p:extLst>
      <p:ext uri="{BB962C8B-B14F-4D97-AF65-F5344CB8AC3E}">
        <p14:creationId xmlns:p14="http://schemas.microsoft.com/office/powerpoint/2010/main" val="1859987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623392" y="6309321"/>
            <a:ext cx="5472608" cy="365125"/>
          </a:xfrm>
        </p:spPr>
        <p:txBody>
          <a:bodyPr/>
          <a:lstStyle/>
          <a:p>
            <a:endParaRPr lang="en-US"/>
          </a:p>
        </p:txBody>
      </p:sp>
      <p:sp>
        <p:nvSpPr>
          <p:cNvPr id="4" name="Slide Number Placeholder 3"/>
          <p:cNvSpPr>
            <a:spLocks noGrp="1"/>
          </p:cNvSpPr>
          <p:nvPr>
            <p:ph type="sldNum" sz="quarter" idx="12"/>
          </p:nvPr>
        </p:nvSpPr>
        <p:spPr>
          <a:xfrm>
            <a:off x="8737600" y="6309321"/>
            <a:ext cx="2844800" cy="365125"/>
          </a:xfrm>
        </p:spPr>
        <p:txBody>
          <a:bodyPr/>
          <a:lstStyle/>
          <a:p>
            <a:fld id="{A7E59BBE-8B91-6A4A-80E8-2EE021604ECB}" type="slidenum">
              <a:rPr lang="en-US" smtClean="0"/>
              <a:t>‹#›</a:t>
            </a:fld>
            <a:endParaRPr lang="en-US"/>
          </a:p>
        </p:txBody>
      </p:sp>
    </p:spTree>
    <p:extLst>
      <p:ext uri="{BB962C8B-B14F-4D97-AF65-F5344CB8AC3E}">
        <p14:creationId xmlns:p14="http://schemas.microsoft.com/office/powerpoint/2010/main" val="20913776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p:cNvSpPr txBox="1"/>
          <p:nvPr/>
        </p:nvSpPr>
        <p:spPr>
          <a:xfrm>
            <a:off x="10001277" y="5715016"/>
            <a:ext cx="571504" cy="369332"/>
          </a:xfrm>
          <a:prstGeom prst="rect">
            <a:avLst/>
          </a:prstGeom>
          <a:noFill/>
        </p:spPr>
        <p:txBody>
          <a:bodyPr wrap="square" rtlCol="0">
            <a:spAutoFit/>
          </a:bodyPr>
          <a:lstStyle/>
          <a:p>
            <a:endParaRPr lang="en-AU" sz="1800"/>
          </a:p>
        </p:txBody>
      </p:sp>
    </p:spTree>
    <p:extLst>
      <p:ext uri="{BB962C8B-B14F-4D97-AF65-F5344CB8AC3E}">
        <p14:creationId xmlns:p14="http://schemas.microsoft.com/office/powerpoint/2010/main" val="21869305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38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720000" y="274638"/>
            <a:ext cx="8458276" cy="648000"/>
          </a:xfrm>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A7E59BBE-8B91-6A4A-80E8-2EE021604ECB}" type="slidenum">
              <a:rPr lang="en-US" smtClean="0"/>
              <a:t>‹#›</a:t>
            </a:fld>
            <a:endParaRPr lang="en-US"/>
          </a:p>
        </p:txBody>
      </p:sp>
      <p:sp>
        <p:nvSpPr>
          <p:cNvPr id="4" name="Date Placeholder 3"/>
          <p:cNvSpPr>
            <a:spLocks noGrp="1"/>
          </p:cNvSpPr>
          <p:nvPr>
            <p:ph type="dt" sz="half" idx="11"/>
          </p:nvPr>
        </p:nvSpPr>
        <p:spPr/>
        <p:txBody>
          <a:bodyPr/>
          <a:lstStyle>
            <a:lvl1pPr>
              <a:defRPr/>
            </a:lvl1pPr>
          </a:lstStyle>
          <a:p>
            <a:endParaRPr lang="en-US"/>
          </a:p>
        </p:txBody>
      </p:sp>
      <p:sp>
        <p:nvSpPr>
          <p:cNvPr id="5" name="Content Placeholder 4"/>
          <p:cNvSpPr>
            <a:spLocks noGrp="1"/>
          </p:cNvSpPr>
          <p:nvPr>
            <p:ph sz="quarter" idx="13" hasCustomPrompt="1"/>
          </p:nvPr>
        </p:nvSpPr>
        <p:spPr>
          <a:xfrm>
            <a:off x="720000" y="1620000"/>
            <a:ext cx="8507963" cy="4490720"/>
          </a:xfrm>
        </p:spPr>
        <p:txBody>
          <a:bodyPr>
            <a:noAutofit/>
          </a:bodyPr>
          <a:lstStyle>
            <a:lvl7pPr>
              <a:buNone/>
              <a:defRPr/>
            </a:lvl7pPr>
            <a:lvl8pPr>
              <a:buNone/>
              <a:defRPr/>
            </a:lvl8pPr>
          </a:lstStyle>
          <a:p>
            <a:r>
              <a:rPr lang="en-US" b="1">
                <a:solidFill>
                  <a:srgbClr val="6D0020"/>
                </a:solidFill>
              </a:rPr>
              <a:t>HEADER INFO</a:t>
            </a:r>
          </a:p>
          <a:p>
            <a:r>
              <a:rPr lang="en-US" err="1">
                <a:latin typeface="Georgia"/>
                <a:cs typeface="Georgia"/>
              </a:rPr>
              <a:t>Consectetur</a:t>
            </a:r>
            <a:r>
              <a:rPr lang="en-US">
                <a:latin typeface="Georgia"/>
                <a:cs typeface="Georgia"/>
              </a:rPr>
              <a:t>  met </a:t>
            </a:r>
            <a:r>
              <a:rPr lang="en-US" err="1">
                <a:latin typeface="Georgia"/>
                <a:cs typeface="Georgia"/>
              </a:rPr>
              <a:t>adipiscing</a:t>
            </a:r>
            <a:r>
              <a:rPr lang="en-US">
                <a:latin typeface="Georgia"/>
                <a:cs typeface="Georgia"/>
              </a:rPr>
              <a:t> </a:t>
            </a:r>
            <a:r>
              <a:rPr lang="en-US" err="1">
                <a:latin typeface="Georgia"/>
                <a:cs typeface="Georgia"/>
              </a:rPr>
              <a:t>elit</a:t>
            </a:r>
            <a:r>
              <a:rPr lang="en-US">
                <a:latin typeface="Georgia"/>
                <a:cs typeface="Georgia"/>
              </a:rPr>
              <a:t>. </a:t>
            </a:r>
            <a:r>
              <a:rPr lang="en-US" err="1">
                <a:latin typeface="Georgia"/>
                <a:cs typeface="Georgia"/>
              </a:rPr>
              <a:t>Aenean</a:t>
            </a:r>
            <a:r>
              <a:rPr lang="en-US">
                <a:latin typeface="Georgia"/>
                <a:cs typeface="Georgia"/>
              </a:rPr>
              <a:t> ac </a:t>
            </a:r>
            <a:r>
              <a:rPr lang="en-US" err="1">
                <a:latin typeface="Georgia"/>
                <a:cs typeface="Georgia"/>
              </a:rPr>
              <a:t>elit</a:t>
            </a:r>
            <a:r>
              <a:rPr lang="en-US">
                <a:latin typeface="Georgia"/>
                <a:cs typeface="Georgia"/>
              </a:rPr>
              <a:t> a </a:t>
            </a:r>
            <a:r>
              <a:rPr lang="en-US" err="1">
                <a:latin typeface="Georgia"/>
                <a:cs typeface="Georgia"/>
              </a:rPr>
              <a:t>felis</a:t>
            </a:r>
            <a:r>
              <a:rPr lang="en-US">
                <a:latin typeface="Georgia"/>
                <a:cs typeface="Georgia"/>
              </a:rPr>
              <a:t> </a:t>
            </a:r>
            <a:r>
              <a:rPr lang="en-US" err="1">
                <a:latin typeface="Georgia"/>
                <a:cs typeface="Georgia"/>
              </a:rPr>
              <a:t>pharetra</a:t>
            </a:r>
            <a:r>
              <a:rPr lang="en-US">
                <a:latin typeface="Georgia"/>
                <a:cs typeface="Georgia"/>
              </a:rPr>
              <a:t> </a:t>
            </a:r>
            <a:br>
              <a:rPr lang="en-US">
                <a:latin typeface="Georgia"/>
                <a:cs typeface="Georgia"/>
              </a:rPr>
            </a:br>
            <a:r>
              <a:rPr lang="en-US" err="1">
                <a:latin typeface="Georgia"/>
                <a:cs typeface="Georgia"/>
              </a:rPr>
              <a:t>vel</a:t>
            </a:r>
            <a:r>
              <a:rPr lang="en-US">
                <a:latin typeface="Georgia"/>
                <a:cs typeface="Georgia"/>
              </a:rPr>
              <a:t> </a:t>
            </a:r>
            <a:r>
              <a:rPr lang="en-US" err="1">
                <a:latin typeface="Georgia"/>
                <a:cs typeface="Georgia"/>
              </a:rPr>
              <a:t>Fringilla</a:t>
            </a:r>
            <a:r>
              <a:rPr lang="en-US">
                <a:latin typeface="Georgia"/>
                <a:cs typeface="Georgia"/>
              </a:rPr>
              <a:t> </a:t>
            </a:r>
            <a:r>
              <a:rPr lang="en-US" err="1">
                <a:latin typeface="Georgia"/>
                <a:cs typeface="Georgia"/>
              </a:rPr>
              <a:t>elit</a:t>
            </a:r>
            <a:r>
              <a:rPr lang="en-US">
                <a:latin typeface="Georgia"/>
                <a:cs typeface="Georgia"/>
              </a:rPr>
              <a:t> </a:t>
            </a:r>
            <a:r>
              <a:rPr lang="en-US" err="1">
                <a:latin typeface="Georgia"/>
                <a:cs typeface="Georgia"/>
              </a:rPr>
              <a:t>Duis</a:t>
            </a:r>
            <a:r>
              <a:rPr lang="en-US">
                <a:latin typeface="Georgia"/>
                <a:cs typeface="Georgia"/>
              </a:rPr>
              <a:t> dui </a:t>
            </a:r>
            <a:r>
              <a:rPr lang="en-US" err="1">
                <a:latin typeface="Georgia"/>
                <a:cs typeface="Georgia"/>
              </a:rPr>
              <a:t>arcu</a:t>
            </a:r>
            <a:r>
              <a:rPr lang="en-US">
                <a:latin typeface="Georgia"/>
                <a:cs typeface="Georgia"/>
              </a:rPr>
              <a:t>, </a:t>
            </a:r>
            <a:r>
              <a:rPr lang="en-US" err="1">
                <a:latin typeface="Georgia"/>
                <a:cs typeface="Georgia"/>
              </a:rPr>
              <a:t>amet</a:t>
            </a:r>
            <a:r>
              <a:rPr lang="en-US">
                <a:latin typeface="Georgia"/>
                <a:cs typeface="Georgia"/>
              </a:rPr>
              <a:t> </a:t>
            </a:r>
            <a:r>
              <a:rPr lang="en-US" err="1">
                <a:latin typeface="Georgia"/>
                <a:cs typeface="Georgia"/>
              </a:rPr>
              <a:t>scelerisque</a:t>
            </a:r>
            <a:r>
              <a:rPr lang="en-US">
                <a:latin typeface="Georgia"/>
                <a:cs typeface="Georgia"/>
              </a:rPr>
              <a:t> </a:t>
            </a:r>
            <a:r>
              <a:rPr lang="en-US" err="1">
                <a:latin typeface="Georgia"/>
                <a:cs typeface="Georgia"/>
              </a:rPr>
              <a:t>nec</a:t>
            </a:r>
            <a:r>
              <a:rPr lang="en-US">
                <a:latin typeface="Georgia"/>
                <a:cs typeface="Georgia"/>
              </a:rPr>
              <a:t> dictum </a:t>
            </a:r>
            <a:br>
              <a:rPr lang="en-US">
                <a:latin typeface="Georgia"/>
                <a:cs typeface="Georgia"/>
              </a:rPr>
            </a:br>
            <a:r>
              <a:rPr lang="en-US">
                <a:latin typeface="Georgia"/>
                <a:cs typeface="Georgia"/>
              </a:rPr>
              <a:t>ac </a:t>
            </a:r>
            <a:r>
              <a:rPr lang="en-US" err="1">
                <a:latin typeface="Georgia"/>
                <a:cs typeface="Georgia"/>
              </a:rPr>
              <a:t>conse</a:t>
            </a:r>
            <a:r>
              <a:rPr lang="en-US">
                <a:latin typeface="Georgia"/>
                <a:cs typeface="Georgia"/>
              </a:rPr>
              <a:t> </a:t>
            </a:r>
            <a:r>
              <a:rPr lang="en-US" err="1">
                <a:latin typeface="Georgia"/>
                <a:cs typeface="Georgia"/>
              </a:rPr>
              <a:t>eu</a:t>
            </a:r>
            <a:r>
              <a:rPr lang="en-US">
                <a:latin typeface="Georgia"/>
                <a:cs typeface="Georgia"/>
              </a:rPr>
              <a:t> </a:t>
            </a:r>
            <a:r>
              <a:rPr lang="en-US" err="1">
                <a:latin typeface="Georgia"/>
                <a:cs typeface="Georgia"/>
              </a:rPr>
              <a:t>elit</a:t>
            </a:r>
            <a:r>
              <a:rPr lang="en-US">
                <a:latin typeface="Georgia"/>
                <a:cs typeface="Georgia"/>
              </a:rPr>
              <a:t> </a:t>
            </a:r>
            <a:r>
              <a:rPr lang="en-US" err="1">
                <a:latin typeface="Georgia"/>
                <a:cs typeface="Georgia"/>
              </a:rPr>
              <a:t>Donec</a:t>
            </a:r>
            <a:r>
              <a:rPr lang="en-US">
                <a:latin typeface="Georgia"/>
                <a:cs typeface="Georgia"/>
              </a:rPr>
              <a:t> </a:t>
            </a:r>
            <a:r>
              <a:rPr lang="en-US" err="1">
                <a:latin typeface="Georgia"/>
                <a:cs typeface="Georgia"/>
              </a:rPr>
              <a:t>tincid</a:t>
            </a:r>
            <a:r>
              <a:rPr lang="en-US">
                <a:latin typeface="Georgia"/>
                <a:cs typeface="Georgia"/>
              </a:rPr>
              <a:t> </a:t>
            </a:r>
            <a:r>
              <a:rPr lang="en-US" err="1">
                <a:latin typeface="Georgia"/>
                <a:cs typeface="Georgia"/>
              </a:rPr>
              <a:t>unt</a:t>
            </a:r>
            <a:r>
              <a:rPr lang="en-US">
                <a:latin typeface="Georgia"/>
                <a:cs typeface="Georgia"/>
              </a:rPr>
              <a:t> </a:t>
            </a:r>
            <a:r>
              <a:rPr lang="en-US" err="1">
                <a:latin typeface="Georgia"/>
                <a:cs typeface="Georgia"/>
              </a:rPr>
              <a:t>enim</a:t>
            </a:r>
            <a:r>
              <a:rPr lang="en-US">
                <a:latin typeface="Georgia"/>
                <a:cs typeface="Georgia"/>
              </a:rPr>
              <a:t> sit </a:t>
            </a:r>
            <a:r>
              <a:rPr lang="en-US" err="1">
                <a:latin typeface="Georgia"/>
                <a:cs typeface="Georgia"/>
              </a:rPr>
              <a:t>amet</a:t>
            </a:r>
            <a:r>
              <a:rPr lang="en-US">
                <a:latin typeface="Georgia"/>
                <a:cs typeface="Georgia"/>
              </a:rPr>
              <a:t> </a:t>
            </a:r>
            <a:r>
              <a:rPr lang="en-US" err="1">
                <a:latin typeface="Georgia"/>
                <a:cs typeface="Georgia"/>
              </a:rPr>
              <a:t>consequat</a:t>
            </a:r>
            <a:r>
              <a:rPr lang="en-US">
                <a:latin typeface="Georgia"/>
                <a:cs typeface="Georgia"/>
              </a:rPr>
              <a:t>.</a:t>
            </a:r>
          </a:p>
          <a:p>
            <a:pPr>
              <a:buFont typeface="Arial"/>
              <a:buChar char="•"/>
            </a:pPr>
            <a:endParaRPr lang="en-US">
              <a:latin typeface="Georgia"/>
              <a:cs typeface="Georgia"/>
            </a:endParaRPr>
          </a:p>
          <a:p>
            <a:pPr>
              <a:buFont typeface="Arial"/>
              <a:buChar char="•"/>
            </a:pPr>
            <a:r>
              <a:rPr lang="en-US" err="1">
                <a:latin typeface="Georgia"/>
                <a:cs typeface="Georgia"/>
              </a:rPr>
              <a:t>Lorum</a:t>
            </a:r>
            <a:r>
              <a:rPr lang="en-US">
                <a:latin typeface="Georgia"/>
                <a:cs typeface="Georgia"/>
              </a:rPr>
              <a:t> </a:t>
            </a:r>
            <a:r>
              <a:rPr lang="en-US" err="1">
                <a:latin typeface="Georgia"/>
                <a:cs typeface="Georgia"/>
              </a:rPr>
              <a:t>ipsum</a:t>
            </a:r>
            <a:r>
              <a:rPr lang="en-US">
                <a:latin typeface="Georgia"/>
                <a:cs typeface="Georgia"/>
              </a:rPr>
              <a:t> </a:t>
            </a:r>
            <a:r>
              <a:rPr lang="en-US" err="1">
                <a:latin typeface="Georgia"/>
                <a:cs typeface="Georgia"/>
              </a:rPr>
              <a:t>dolore</a:t>
            </a:r>
            <a:r>
              <a:rPr lang="en-US">
                <a:latin typeface="Georgia"/>
                <a:cs typeface="Georgia"/>
              </a:rPr>
              <a:t> </a:t>
            </a:r>
            <a:r>
              <a:rPr lang="en-US" err="1">
                <a:latin typeface="Georgia"/>
                <a:cs typeface="Georgia"/>
              </a:rPr>
              <a:t>melior</a:t>
            </a:r>
            <a:r>
              <a:rPr lang="en-US">
                <a:latin typeface="Georgia"/>
                <a:cs typeface="Georgia"/>
              </a:rPr>
              <a:t> </a:t>
            </a:r>
            <a:r>
              <a:rPr lang="en-US" err="1">
                <a:latin typeface="Georgia"/>
                <a:cs typeface="Georgia"/>
              </a:rPr>
              <a:t>nonne</a:t>
            </a:r>
            <a:r>
              <a:rPr lang="en-US">
                <a:latin typeface="Georgia"/>
                <a:cs typeface="Georgia"/>
              </a:rPr>
              <a:t> </a:t>
            </a:r>
            <a:r>
              <a:rPr lang="en-US" err="1">
                <a:latin typeface="Georgia"/>
                <a:cs typeface="Georgia"/>
              </a:rPr>
              <a:t>tutte</a:t>
            </a:r>
            <a:r>
              <a:rPr lang="en-US">
                <a:latin typeface="Georgia"/>
                <a:cs typeface="Georgia"/>
              </a:rPr>
              <a:t> san </a:t>
            </a:r>
            <a:r>
              <a:rPr lang="en-US" err="1">
                <a:latin typeface="Georgia"/>
                <a:cs typeface="Georgia"/>
              </a:rPr>
              <a:t>toro</a:t>
            </a:r>
            <a:r>
              <a:rPr lang="en-US">
                <a:latin typeface="Georgia"/>
                <a:cs typeface="Georgia"/>
              </a:rPr>
              <a:t> velum</a:t>
            </a:r>
          </a:p>
          <a:p>
            <a:pPr marL="342900" lvl="7" indent="0"/>
            <a:r>
              <a:rPr lang="en-US" err="1">
                <a:latin typeface="Georgia"/>
                <a:cs typeface="Georgia"/>
              </a:rPr>
              <a:t>Lorum</a:t>
            </a:r>
            <a:r>
              <a:rPr lang="en-US">
                <a:latin typeface="Georgia"/>
                <a:cs typeface="Georgia"/>
              </a:rPr>
              <a:t> </a:t>
            </a:r>
            <a:r>
              <a:rPr lang="en-US" err="1">
                <a:latin typeface="Georgia"/>
                <a:cs typeface="Georgia"/>
              </a:rPr>
              <a:t>ipsum</a:t>
            </a:r>
            <a:r>
              <a:rPr lang="en-US">
                <a:latin typeface="Georgia"/>
                <a:cs typeface="Georgia"/>
              </a:rPr>
              <a:t> </a:t>
            </a:r>
            <a:r>
              <a:rPr lang="en-US" err="1">
                <a:latin typeface="Georgia"/>
                <a:cs typeface="Georgia"/>
              </a:rPr>
              <a:t>dolore</a:t>
            </a:r>
            <a:r>
              <a:rPr lang="en-US">
                <a:latin typeface="Georgia"/>
                <a:cs typeface="Georgia"/>
              </a:rPr>
              <a:t> </a:t>
            </a:r>
            <a:r>
              <a:rPr lang="en-US" err="1">
                <a:latin typeface="Georgia"/>
                <a:cs typeface="Georgia"/>
              </a:rPr>
              <a:t>melior</a:t>
            </a:r>
            <a:r>
              <a:rPr lang="en-US">
                <a:latin typeface="Georgia"/>
                <a:cs typeface="Georgia"/>
              </a:rPr>
              <a:t> </a:t>
            </a:r>
            <a:r>
              <a:rPr lang="en-US" err="1">
                <a:latin typeface="Georgia"/>
                <a:cs typeface="Georgia"/>
              </a:rPr>
              <a:t>nonne</a:t>
            </a:r>
            <a:r>
              <a:rPr lang="en-US">
                <a:latin typeface="Georgia"/>
                <a:cs typeface="Georgia"/>
              </a:rPr>
              <a:t> </a:t>
            </a:r>
            <a:r>
              <a:rPr lang="en-US" err="1">
                <a:latin typeface="Georgia"/>
                <a:cs typeface="Georgia"/>
              </a:rPr>
              <a:t>tutte</a:t>
            </a:r>
            <a:r>
              <a:rPr lang="en-US">
                <a:latin typeface="Georgia"/>
                <a:cs typeface="Georgia"/>
              </a:rPr>
              <a:t> san </a:t>
            </a:r>
            <a:r>
              <a:rPr lang="en-US" err="1">
                <a:latin typeface="Georgia"/>
                <a:cs typeface="Georgia"/>
              </a:rPr>
              <a:t>toro</a:t>
            </a:r>
            <a:endParaRPr lang="en-US">
              <a:latin typeface="Georgia"/>
              <a:cs typeface="Georgia"/>
            </a:endParaRPr>
          </a:p>
          <a:p>
            <a:pPr marL="342900" lvl="7" indent="0"/>
            <a:endParaRPr lang="en-US">
              <a:latin typeface="Georgia"/>
              <a:cs typeface="Georgia"/>
            </a:endParaRPr>
          </a:p>
          <a:p>
            <a:pPr>
              <a:buFont typeface="Arial"/>
              <a:buChar char="•"/>
            </a:pPr>
            <a:r>
              <a:rPr lang="en-US" err="1">
                <a:latin typeface="Georgia"/>
                <a:cs typeface="Georgia"/>
              </a:rPr>
              <a:t>Lorum</a:t>
            </a:r>
            <a:r>
              <a:rPr lang="en-US">
                <a:latin typeface="Georgia"/>
                <a:cs typeface="Georgia"/>
              </a:rPr>
              <a:t> </a:t>
            </a:r>
            <a:r>
              <a:rPr lang="en-US" err="1">
                <a:latin typeface="Georgia"/>
                <a:cs typeface="Georgia"/>
              </a:rPr>
              <a:t>ipsum</a:t>
            </a:r>
            <a:r>
              <a:rPr lang="en-US">
                <a:latin typeface="Georgia"/>
                <a:cs typeface="Georgia"/>
              </a:rPr>
              <a:t> </a:t>
            </a:r>
            <a:r>
              <a:rPr lang="en-US" err="1">
                <a:latin typeface="Georgia"/>
                <a:cs typeface="Georgia"/>
              </a:rPr>
              <a:t>dolore</a:t>
            </a:r>
            <a:r>
              <a:rPr lang="en-US">
                <a:latin typeface="Georgia"/>
                <a:cs typeface="Georgia"/>
              </a:rPr>
              <a:t> </a:t>
            </a:r>
            <a:r>
              <a:rPr lang="en-US" err="1">
                <a:latin typeface="Georgia"/>
                <a:cs typeface="Georgia"/>
              </a:rPr>
              <a:t>melior</a:t>
            </a:r>
            <a:r>
              <a:rPr lang="en-US">
                <a:latin typeface="Georgia"/>
                <a:cs typeface="Georgia"/>
              </a:rPr>
              <a:t> </a:t>
            </a:r>
            <a:r>
              <a:rPr lang="en-US" err="1">
                <a:latin typeface="Georgia"/>
                <a:cs typeface="Georgia"/>
              </a:rPr>
              <a:t>nonne</a:t>
            </a:r>
            <a:r>
              <a:rPr lang="en-US">
                <a:latin typeface="Georgia"/>
                <a:cs typeface="Georgia"/>
              </a:rPr>
              <a:t> </a:t>
            </a:r>
            <a:r>
              <a:rPr lang="en-US" err="1">
                <a:latin typeface="Georgia"/>
                <a:cs typeface="Georgia"/>
              </a:rPr>
              <a:t>tutte</a:t>
            </a:r>
            <a:r>
              <a:rPr lang="en-US">
                <a:latin typeface="Georgia"/>
                <a:cs typeface="Georgia"/>
              </a:rPr>
              <a:t> san </a:t>
            </a:r>
            <a:r>
              <a:rPr lang="en-US" err="1">
                <a:latin typeface="Georgia"/>
                <a:cs typeface="Georgia"/>
              </a:rPr>
              <a:t>toro</a:t>
            </a:r>
            <a:r>
              <a:rPr lang="en-US">
                <a:latin typeface="Georgia"/>
                <a:cs typeface="Georgia"/>
              </a:rPr>
              <a:t> velum</a:t>
            </a:r>
          </a:p>
          <a:p>
            <a:pPr marL="342900" lvl="6" indent="0"/>
            <a:r>
              <a:rPr lang="en-US" err="1">
                <a:latin typeface="Georgia"/>
                <a:cs typeface="Georgia"/>
              </a:rPr>
              <a:t>Lorum</a:t>
            </a:r>
            <a:r>
              <a:rPr lang="en-US">
                <a:latin typeface="Georgia"/>
                <a:cs typeface="Georgia"/>
              </a:rPr>
              <a:t> </a:t>
            </a:r>
            <a:r>
              <a:rPr lang="en-US" err="1">
                <a:latin typeface="Georgia"/>
                <a:cs typeface="Georgia"/>
              </a:rPr>
              <a:t>ipsum</a:t>
            </a:r>
            <a:r>
              <a:rPr lang="en-US">
                <a:latin typeface="Georgia"/>
                <a:cs typeface="Georgia"/>
              </a:rPr>
              <a:t> </a:t>
            </a:r>
            <a:r>
              <a:rPr lang="en-US" err="1">
                <a:latin typeface="Georgia"/>
                <a:cs typeface="Georgia"/>
              </a:rPr>
              <a:t>dolore</a:t>
            </a:r>
            <a:r>
              <a:rPr lang="en-US">
                <a:latin typeface="Georgia"/>
                <a:cs typeface="Georgia"/>
              </a:rPr>
              <a:t> </a:t>
            </a:r>
            <a:r>
              <a:rPr lang="en-US" err="1">
                <a:latin typeface="Georgia"/>
                <a:cs typeface="Georgia"/>
              </a:rPr>
              <a:t>melior</a:t>
            </a:r>
            <a:r>
              <a:rPr lang="en-US">
                <a:latin typeface="Georgia"/>
                <a:cs typeface="Georgia"/>
              </a:rPr>
              <a:t> </a:t>
            </a:r>
            <a:r>
              <a:rPr lang="en-US" err="1">
                <a:latin typeface="Georgia"/>
                <a:cs typeface="Georgia"/>
              </a:rPr>
              <a:t>nonne</a:t>
            </a:r>
            <a:r>
              <a:rPr lang="en-US">
                <a:latin typeface="Georgia"/>
                <a:cs typeface="Georgia"/>
              </a:rPr>
              <a:t> </a:t>
            </a:r>
            <a:r>
              <a:rPr lang="en-US" err="1">
                <a:latin typeface="Georgia"/>
                <a:cs typeface="Georgia"/>
              </a:rPr>
              <a:t>tutte</a:t>
            </a:r>
            <a:r>
              <a:rPr lang="en-US">
                <a:latin typeface="Georgia"/>
                <a:cs typeface="Georgia"/>
              </a:rPr>
              <a:t> san </a:t>
            </a:r>
            <a:r>
              <a:rPr lang="en-US" err="1">
                <a:latin typeface="Georgia"/>
                <a:cs typeface="Georgia"/>
              </a:rPr>
              <a:t>toro</a:t>
            </a:r>
            <a:endParaRPr lang="en-US">
              <a:latin typeface="Georgia"/>
              <a:cs typeface="Georgia"/>
            </a:endParaRPr>
          </a:p>
          <a:p>
            <a:endParaRPr lang="en-US">
              <a:latin typeface="Georgia"/>
              <a:cs typeface="Georgia"/>
            </a:endParaRPr>
          </a:p>
          <a:p>
            <a:endParaRPr lang="en-US"/>
          </a:p>
        </p:txBody>
      </p:sp>
      <p:sp>
        <p:nvSpPr>
          <p:cNvPr id="7" name="Text Placeholder 16"/>
          <p:cNvSpPr>
            <a:spLocks noGrp="1"/>
          </p:cNvSpPr>
          <p:nvPr>
            <p:ph type="body" sz="quarter" idx="15" hasCustomPrompt="1"/>
          </p:nvPr>
        </p:nvSpPr>
        <p:spPr>
          <a:xfrm>
            <a:off x="720000" y="908720"/>
            <a:ext cx="8458276" cy="434305"/>
          </a:xfrm>
        </p:spPr>
        <p:txBody>
          <a:bodyPr/>
          <a:lstStyle>
            <a:lvl1pPr marL="0" indent="0">
              <a:buNone/>
              <a:defRPr cap="all" baseline="0">
                <a:solidFill>
                  <a:schemeClr val="accent1"/>
                </a:solidFill>
                <a:latin typeface="+mj-lt"/>
              </a:defRPr>
            </a:lvl1pPr>
          </a:lstStyle>
          <a:p>
            <a:pPr lvl="0"/>
            <a:r>
              <a:rPr lang="en-AU"/>
              <a:t>Click to ADD SUBTITLE</a:t>
            </a:r>
          </a:p>
        </p:txBody>
      </p:sp>
    </p:spTree>
    <p:extLst>
      <p:ext uri="{BB962C8B-B14F-4D97-AF65-F5344CB8AC3E}">
        <p14:creationId xmlns:p14="http://schemas.microsoft.com/office/powerpoint/2010/main" val="905079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329F5C7-1EDD-4D4F-B3EB-31F227D9F428}"/>
              </a:ext>
            </a:extLst>
          </p:cNvPr>
          <p:cNvPicPr>
            <a:picLocks noChangeAspect="1"/>
          </p:cNvPicPr>
          <p:nvPr/>
        </p:nvPicPr>
        <p:blipFill>
          <a:blip r:embed="rId15"/>
          <a:stretch>
            <a:fillRect/>
          </a:stretch>
        </p:blipFill>
        <p:spPr>
          <a:xfrm>
            <a:off x="9673174" y="217272"/>
            <a:ext cx="2037600" cy="804766"/>
          </a:xfrm>
          <a:prstGeom prst="rect">
            <a:avLst/>
          </a:prstGeom>
        </p:spPr>
      </p:pic>
      <p:sp>
        <p:nvSpPr>
          <p:cNvPr id="2" name="Title Placeholder 1"/>
          <p:cNvSpPr>
            <a:spLocks noGrp="1"/>
          </p:cNvSpPr>
          <p:nvPr>
            <p:ph type="title"/>
          </p:nvPr>
        </p:nvSpPr>
        <p:spPr>
          <a:xfrm>
            <a:off x="720000" y="274638"/>
            <a:ext cx="8458276" cy="648000"/>
          </a:xfrm>
          <a:prstGeom prst="rect">
            <a:avLst/>
          </a:prstGeom>
        </p:spPr>
        <p:txBody>
          <a:bodyPr vert="horz" lIns="0" tIns="0" rIns="0" bIns="0" rtlCol="0" anchor="t" anchorCtr="0">
            <a:normAutofit/>
          </a:bodyPr>
          <a:lstStyle/>
          <a:p>
            <a:r>
              <a:rPr lang="en-US"/>
              <a:t>Click to edit Master title style</a:t>
            </a:r>
            <a:endParaRPr lang="en-AU"/>
          </a:p>
        </p:txBody>
      </p:sp>
      <p:sp>
        <p:nvSpPr>
          <p:cNvPr id="3" name="Text Placeholder 2"/>
          <p:cNvSpPr>
            <a:spLocks noGrp="1"/>
          </p:cNvSpPr>
          <p:nvPr>
            <p:ph type="body" idx="1"/>
          </p:nvPr>
        </p:nvSpPr>
        <p:spPr>
          <a:xfrm>
            <a:off x="720000" y="1620000"/>
            <a:ext cx="10800001" cy="4525963"/>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Footer Placeholder 4"/>
          <p:cNvSpPr>
            <a:spLocks noGrp="1"/>
          </p:cNvSpPr>
          <p:nvPr>
            <p:ph type="ftr" sz="quarter" idx="3"/>
          </p:nvPr>
        </p:nvSpPr>
        <p:spPr>
          <a:xfrm>
            <a:off x="720000" y="6309321"/>
            <a:ext cx="5400675" cy="365125"/>
          </a:xfrm>
          <a:prstGeom prst="rect">
            <a:avLst/>
          </a:prstGeom>
        </p:spPr>
        <p:txBody>
          <a:bodyPr vert="horz" lIns="0" tIns="0" rIns="0" bIns="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51875" y="6309321"/>
            <a:ext cx="2844800" cy="365125"/>
          </a:xfrm>
          <a:prstGeom prst="rect">
            <a:avLst/>
          </a:prstGeom>
        </p:spPr>
        <p:txBody>
          <a:bodyPr vert="horz" lIns="0" tIns="0" rIns="0" bIns="0" rtlCol="0" anchor="ctr"/>
          <a:lstStyle>
            <a:lvl1pPr algn="r">
              <a:defRPr sz="1050">
                <a:solidFill>
                  <a:schemeClr val="tx1">
                    <a:tint val="75000"/>
                  </a:schemeClr>
                </a:solidFill>
              </a:defRPr>
            </a:lvl1pPr>
          </a:lstStyle>
          <a:p>
            <a:fld id="{A7E59BBE-8B91-6A4A-80E8-2EE021604ECB}" type="slidenum">
              <a:rPr lang="en-US" smtClean="0"/>
              <a:t>‹#›</a:t>
            </a:fld>
            <a:endParaRPr lang="en-US"/>
          </a:p>
        </p:txBody>
      </p:sp>
      <p:pic>
        <p:nvPicPr>
          <p:cNvPr id="1026" name="Picture 2"/>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20000" y="1368000"/>
            <a:ext cx="10800000" cy="12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76000947"/>
      </p:ext>
    </p:extLst>
  </p:cSld>
  <p:clrMap bg1="lt1" tx1="dk1" bg2="lt2" tx2="dk2" accent1="accent1" accent2="accent2" accent3="accent3" accent4="accent4" accent5="accent5" accent6="accent6" hlink="hlink" folHlink="folHlink"/>
  <p:sldLayoutIdLst>
    <p:sldLayoutId id="2147484639" r:id="rId1"/>
    <p:sldLayoutId id="2147484640" r:id="rId2"/>
    <p:sldLayoutId id="2147484641" r:id="rId3"/>
    <p:sldLayoutId id="2147484642" r:id="rId4"/>
    <p:sldLayoutId id="2147484643" r:id="rId5"/>
    <p:sldLayoutId id="2147484644" r:id="rId6"/>
    <p:sldLayoutId id="2147484645" r:id="rId7"/>
    <p:sldLayoutId id="2147484646" r:id="rId8"/>
    <p:sldLayoutId id="2147484647" r:id="rId9"/>
    <p:sldLayoutId id="2147484648" r:id="rId10"/>
    <p:sldLayoutId id="2147484649" r:id="rId11"/>
    <p:sldLayoutId id="2147484650" r:id="rId12"/>
    <p:sldLayoutId id="2147484651" r:id="rId13"/>
  </p:sldLayoutIdLst>
  <p:hf hdr="0" ftr="0" dt="0"/>
  <p:txStyles>
    <p:titleStyle>
      <a:lvl1pPr algn="l" defTabSz="914400" rtl="0" eaLnBrk="1" latinLnBrk="0" hangingPunct="1">
        <a:spcBef>
          <a:spcPct val="0"/>
        </a:spcBef>
        <a:buNone/>
        <a:defRPr sz="3200" b="1"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1pPr>
      <a:lvl2pPr marL="800100" indent="-342900" algn="l" defTabSz="914400" rtl="0" eaLnBrk="1" latinLnBrk="0" hangingPunct="1">
        <a:spcBef>
          <a:spcPct val="20000"/>
        </a:spcBef>
        <a:buFont typeface="Georgia" panose="02040502050405020303" pitchFamily="18" charset="0"/>
        <a:buChar char="―"/>
        <a:defRPr sz="1600" kern="1200">
          <a:solidFill>
            <a:schemeClr val="tx1"/>
          </a:solidFill>
          <a:latin typeface="+mn-lt"/>
          <a:ea typeface="+mn-ea"/>
          <a:cs typeface="+mn-cs"/>
        </a:defRPr>
      </a:lvl2pPr>
      <a:lvl3pPr marL="1200150" indent="-285750" algn="l" defTabSz="914400" rtl="0" eaLnBrk="1" latinLnBrk="0" hangingPunct="1">
        <a:spcBef>
          <a:spcPct val="200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Georgia" panose="02040502050405020303" pitchFamily="18" charset="0"/>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2">
          <p15:clr>
            <a:srgbClr val="F26B43"/>
          </p15:clr>
        </p15:guide>
        <p15:guide id="2" pos="43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hyperlink" Target="https://legislation.nsw.gov.au/view/html/inforce/current/act-2002-022#sec.5B" TargetMode="External"/><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hyperlink" Target="https://legislation.nsw.gov.au/view/html/inforce/current/act-2002-022#sec.5B" TargetMode="External"/><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hyperlink" Target="https://legislation.nsw.gov.au/view/html/inforce/current/act-2002-022#sec.5B" TargetMode="External"/><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hyperlink" Target="https://legislation.nsw.gov.au/view/html/inforce/current/act-2002-022#sec.5B" TargetMode="External"/><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hyperlink" Target="https://legislation.nsw.gov.au/view/html/inforce/current/act-2002-022#sec.5B" TargetMode="External"/><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20000" y="836784"/>
            <a:ext cx="8544000" cy="648000"/>
          </a:xfrm>
        </p:spPr>
        <p:txBody>
          <a:bodyPr>
            <a:normAutofit fontScale="90000"/>
          </a:bodyPr>
          <a:lstStyle/>
          <a:p>
            <a:pPr algn="ctr"/>
            <a:r>
              <a:rPr lang="en-AU" sz="4000" b="1">
                <a:latin typeface="Times New Roman" panose="02020603050405020304" pitchFamily="18" charset="0"/>
                <a:cs typeface="Times New Roman" panose="02020603050405020304" pitchFamily="18" charset="0"/>
              </a:rPr>
              <a:t>LAWS2400 / LAWS8040 – Torts</a:t>
            </a:r>
            <a:br>
              <a:rPr lang="en-AU" sz="3600" b="1">
                <a:latin typeface="Times New Roman" panose="02020603050405020304" pitchFamily="18" charset="0"/>
                <a:cs typeface="Times New Roman" panose="02020603050405020304" pitchFamily="18" charset="0"/>
              </a:rPr>
            </a:br>
            <a:br>
              <a:rPr lang="en-AU" sz="3600" b="1">
                <a:latin typeface="Times New Roman" panose="02020603050405020304" pitchFamily="18" charset="0"/>
                <a:cs typeface="Times New Roman" panose="02020603050405020304" pitchFamily="18" charset="0"/>
              </a:rPr>
            </a:br>
            <a:r>
              <a:rPr lang="en-AU" sz="3100" b="1">
                <a:latin typeface="Times New Roman" panose="02020603050405020304" pitchFamily="18" charset="0"/>
                <a:cs typeface="Times New Roman" panose="02020603050405020304" pitchFamily="18" charset="0"/>
              </a:rPr>
              <a:t>Topic </a:t>
            </a:r>
            <a:r>
              <a:rPr lang="en-AU" sz="3100">
                <a:latin typeface="Times New Roman" panose="02020603050405020304" pitchFamily="18" charset="0"/>
                <a:cs typeface="Times New Roman" panose="02020603050405020304" pitchFamily="18" charset="0"/>
              </a:rPr>
              <a:t>9 – Lecture 1</a:t>
            </a:r>
            <a:br>
              <a:rPr lang="en-AU" sz="3100" b="1">
                <a:latin typeface="Times New Roman" panose="02020603050405020304" pitchFamily="18" charset="0"/>
                <a:cs typeface="Times New Roman" panose="02020603050405020304" pitchFamily="18" charset="0"/>
              </a:rPr>
            </a:br>
            <a:r>
              <a:rPr lang="en-HK" sz="3100" b="1" i="1">
                <a:latin typeface="Times New Roman" panose="02020603050405020304" pitchFamily="18" charset="0"/>
                <a:cs typeface="Times New Roman" panose="02020603050405020304" pitchFamily="18" charset="0"/>
              </a:rPr>
              <a:t>Standard of Care and Breach of Duty</a:t>
            </a:r>
            <a:br>
              <a:rPr lang="en-AU" sz="2900" b="1">
                <a:latin typeface="Times New Roman" panose="02020603050405020304" pitchFamily="18" charset="0"/>
                <a:cs typeface="Times New Roman" panose="02020603050405020304" pitchFamily="18" charset="0"/>
              </a:rPr>
            </a:br>
            <a:br>
              <a:rPr lang="en-AU" b="1">
                <a:latin typeface="Times New Roman" panose="02020603050405020304" pitchFamily="18" charset="0"/>
                <a:cs typeface="Times New Roman" panose="02020603050405020304" pitchFamily="18" charset="0"/>
              </a:rPr>
            </a:br>
            <a:endParaRPr lang="en-AU">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94760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CE700-BEAF-3248-A54C-F5BEBA340D8C}"/>
              </a:ext>
            </a:extLst>
          </p:cNvPr>
          <p:cNvSpPr>
            <a:spLocks noGrp="1"/>
          </p:cNvSpPr>
          <p:nvPr>
            <p:ph type="title"/>
          </p:nvPr>
        </p:nvSpPr>
        <p:spPr>
          <a:xfrm>
            <a:off x="720000" y="274637"/>
            <a:ext cx="8458276" cy="894943"/>
          </a:xfrm>
        </p:spPr>
        <p:txBody>
          <a:bodyPr>
            <a:normAutofit/>
          </a:bodyPr>
          <a:lstStyle/>
          <a:p>
            <a:r>
              <a:rPr lang="en-US" sz="2800">
                <a:solidFill>
                  <a:schemeClr val="accent3"/>
                </a:solidFill>
                <a:latin typeface="Times New Roman" panose="02020603050405020304" pitchFamily="18" charset="0"/>
                <a:cs typeface="Times New Roman" panose="02020603050405020304" pitchFamily="18" charset="0"/>
              </a:rPr>
              <a:t>Outline</a:t>
            </a:r>
            <a:endParaRPr lang="en-US" sz="280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40C9E6F-2A4A-EC4A-903A-6B54DA7E05C6}"/>
              </a:ext>
            </a:extLst>
          </p:cNvPr>
          <p:cNvSpPr>
            <a:spLocks noGrp="1"/>
          </p:cNvSpPr>
          <p:nvPr>
            <p:ph idx="1"/>
          </p:nvPr>
        </p:nvSpPr>
        <p:spPr>
          <a:xfrm>
            <a:off x="720000" y="1509823"/>
            <a:ext cx="11116400" cy="4982417"/>
          </a:xfrm>
        </p:spPr>
        <p:txBody>
          <a:bodyPr>
            <a:noAutofit/>
          </a:bodyPr>
          <a:lstStyle/>
          <a:p>
            <a:pPr marL="971550" lvl="1" indent="-514350">
              <a:buFont typeface="+mj-lt"/>
              <a:buAutoNum type="arabicPeriod"/>
            </a:pPr>
            <a:r>
              <a:rPr lang="en-HK" sz="2800" b="1">
                <a:latin typeface="Times New Roman" panose="02020603050405020304" pitchFamily="18" charset="0"/>
                <a:cs typeface="Times New Roman" panose="02020603050405020304" pitchFamily="18" charset="0"/>
              </a:rPr>
              <a:t>Overview </a:t>
            </a:r>
          </a:p>
          <a:p>
            <a:pPr marL="971550" lvl="1" indent="-514350">
              <a:buFont typeface="+mj-lt"/>
              <a:buAutoNum type="arabicPeriod"/>
            </a:pPr>
            <a:endParaRPr lang="en-HK" sz="2400" b="1">
              <a:latin typeface="Times New Roman" panose="02020603050405020304" pitchFamily="18" charset="0"/>
              <a:cs typeface="Times New Roman" panose="02020603050405020304" pitchFamily="18" charset="0"/>
            </a:endParaRPr>
          </a:p>
          <a:p>
            <a:pPr marL="971550" lvl="1" indent="-514350">
              <a:buFont typeface="+mj-lt"/>
              <a:buAutoNum type="arabicPeriod"/>
            </a:pPr>
            <a:r>
              <a:rPr lang="en-HK" sz="2800" b="1">
                <a:latin typeface="Times New Roman" panose="02020603050405020304" pitchFamily="18" charset="0"/>
                <a:cs typeface="Times New Roman" panose="02020603050405020304" pitchFamily="18" charset="0"/>
              </a:rPr>
              <a:t>General principles governing breach of duty (lecture 1)</a:t>
            </a:r>
          </a:p>
          <a:p>
            <a:pPr marL="971550" lvl="1" indent="-514350">
              <a:buFont typeface="+mj-lt"/>
              <a:buAutoNum type="arabicPeriod"/>
            </a:pPr>
            <a:endParaRPr lang="en-HK" sz="2400" b="1">
              <a:latin typeface="Times New Roman" panose="02020603050405020304" pitchFamily="18" charset="0"/>
              <a:cs typeface="Times New Roman" panose="02020603050405020304" pitchFamily="18" charset="0"/>
            </a:endParaRPr>
          </a:p>
          <a:p>
            <a:pPr marL="971550" lvl="1" indent="-514350">
              <a:buFont typeface="+mj-lt"/>
              <a:buAutoNum type="arabicPeriod"/>
            </a:pPr>
            <a:r>
              <a:rPr lang="en-HK" sz="2800" b="1">
                <a:latin typeface="Times New Roman" panose="02020603050405020304" pitchFamily="18" charset="0"/>
                <a:cs typeface="Times New Roman" panose="02020603050405020304" pitchFamily="18" charset="0"/>
              </a:rPr>
              <a:t>Responding to the foreseeable risk (lecture 1&amp;2)  </a:t>
            </a:r>
          </a:p>
          <a:p>
            <a:pPr marL="971550" lvl="1" indent="-514350">
              <a:buFont typeface="+mj-lt"/>
              <a:buAutoNum type="arabicPeriod"/>
            </a:pPr>
            <a:endParaRPr lang="en-HK" sz="2400" b="1">
              <a:latin typeface="Times New Roman" panose="02020603050405020304" pitchFamily="18" charset="0"/>
              <a:cs typeface="Times New Roman" panose="02020603050405020304" pitchFamily="18" charset="0"/>
            </a:endParaRPr>
          </a:p>
          <a:p>
            <a:pPr marL="971550" lvl="1" indent="-514350">
              <a:buFont typeface="+mj-lt"/>
              <a:buAutoNum type="arabicPeriod"/>
            </a:pPr>
            <a:r>
              <a:rPr lang="en-HK" sz="2800" b="1">
                <a:latin typeface="Times New Roman" panose="02020603050405020304" pitchFamily="18" charset="0"/>
                <a:cs typeface="Times New Roman" panose="02020603050405020304" pitchFamily="18" charset="0"/>
              </a:rPr>
              <a:t>Obvious versus inherent risks (lecture 2)</a:t>
            </a:r>
          </a:p>
          <a:p>
            <a:pPr marL="971550" lvl="1" indent="-514350">
              <a:buFont typeface="+mj-lt"/>
              <a:buAutoNum type="arabicPeriod"/>
            </a:pPr>
            <a:endParaRPr lang="en-HK" sz="2400" b="1">
              <a:latin typeface="Times New Roman" panose="02020603050405020304" pitchFamily="18" charset="0"/>
              <a:cs typeface="Times New Roman" panose="02020603050405020304" pitchFamily="18" charset="0"/>
            </a:endParaRPr>
          </a:p>
          <a:p>
            <a:pPr marL="971550" lvl="1" indent="-514350">
              <a:buFont typeface="+mj-lt"/>
              <a:buAutoNum type="arabicPeriod"/>
            </a:pPr>
            <a:r>
              <a:rPr lang="en-HK" sz="2800" b="1">
                <a:latin typeface="Times New Roman" panose="02020603050405020304" pitchFamily="18" charset="0"/>
                <a:cs typeface="Times New Roman" panose="02020603050405020304" pitchFamily="18" charset="0"/>
              </a:rPr>
              <a:t>Unpacking the “reasonable person” (lecture 2)</a:t>
            </a:r>
          </a:p>
          <a:p>
            <a:pPr marL="457200" lvl="1" indent="0">
              <a:buNone/>
            </a:pPr>
            <a:endParaRPr lang="en-HK" sz="12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14582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a:solidFill>
                  <a:schemeClr val="accent3"/>
                </a:solidFill>
                <a:latin typeface="Times New Roman" panose="02020603050405020304" pitchFamily="18" charset="0"/>
                <a:cs typeface="Times New Roman" panose="02020603050405020304" pitchFamily="18" charset="0"/>
              </a:rPr>
              <a:t>1. Overview </a:t>
            </a:r>
            <a:endParaRPr lang="en-AU">
              <a:solidFill>
                <a:schemeClr val="accent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538481" y="1508426"/>
            <a:ext cx="11155680" cy="5074936"/>
          </a:xfrm>
        </p:spPr>
        <p:txBody>
          <a:bodyPr>
            <a:noAutofit/>
          </a:bodyPr>
          <a:lstStyle/>
          <a:p>
            <a:r>
              <a:rPr lang="en-US" sz="2800">
                <a:latin typeface="Times New Roman" panose="02020603050405020304" pitchFamily="18" charset="0"/>
                <a:cs typeface="Times New Roman" panose="02020603050405020304" pitchFamily="18" charset="0"/>
              </a:rPr>
              <a:t>In this week, we will discuss </a:t>
            </a:r>
            <a:r>
              <a:rPr lang="en-US" sz="2800" b="1">
                <a:latin typeface="Times New Roman" panose="02020603050405020304" pitchFamily="18" charset="0"/>
                <a:cs typeface="Times New Roman" panose="02020603050405020304" pitchFamily="18" charset="0"/>
              </a:rPr>
              <a:t>general principles</a:t>
            </a:r>
            <a:r>
              <a:rPr lang="en-US" sz="2800">
                <a:latin typeface="Times New Roman" panose="02020603050405020304" pitchFamily="18" charset="0"/>
                <a:cs typeface="Times New Roman" panose="02020603050405020304" pitchFamily="18" charset="0"/>
              </a:rPr>
              <a:t> governing the breach of duty </a:t>
            </a:r>
          </a:p>
          <a:p>
            <a:endParaRPr lang="en-US" sz="2800">
              <a:latin typeface="Times New Roman" panose="02020603050405020304" pitchFamily="18" charset="0"/>
              <a:cs typeface="Times New Roman" panose="02020603050405020304" pitchFamily="18" charset="0"/>
            </a:endParaRPr>
          </a:p>
          <a:p>
            <a:r>
              <a:rPr lang="en-US" sz="2800">
                <a:latin typeface="Times New Roman" panose="02020603050405020304" pitchFamily="18" charset="0"/>
                <a:cs typeface="Times New Roman" panose="02020603050405020304" pitchFamily="18" charset="0"/>
              </a:rPr>
              <a:t>We will also look at how courts assess the </a:t>
            </a:r>
            <a:r>
              <a:rPr lang="en-US" sz="2800" b="1">
                <a:latin typeface="Times New Roman" panose="02020603050405020304" pitchFamily="18" charset="0"/>
                <a:cs typeface="Times New Roman" panose="02020603050405020304" pitchFamily="18" charset="0"/>
              </a:rPr>
              <a:t>reasonableness of the defendant’s response </a:t>
            </a:r>
          </a:p>
          <a:p>
            <a:endParaRPr lang="en-US" sz="2800">
              <a:latin typeface="Times New Roman" panose="02020603050405020304" pitchFamily="18" charset="0"/>
              <a:cs typeface="Times New Roman" panose="02020603050405020304" pitchFamily="18" charset="0"/>
            </a:endParaRPr>
          </a:p>
          <a:p>
            <a:r>
              <a:rPr lang="en-US" sz="2800">
                <a:latin typeface="Times New Roman" panose="02020603050405020304" pitchFamily="18" charset="0"/>
                <a:cs typeface="Times New Roman" panose="02020603050405020304" pitchFamily="18" charset="0"/>
              </a:rPr>
              <a:t>Moreover, we will consider who is a </a:t>
            </a:r>
            <a:r>
              <a:rPr lang="en-US" sz="2800" b="1">
                <a:latin typeface="Times New Roman" panose="02020603050405020304" pitchFamily="18" charset="0"/>
                <a:cs typeface="Times New Roman" panose="02020603050405020304" pitchFamily="18" charset="0"/>
              </a:rPr>
              <a:t>reasonable person </a:t>
            </a:r>
          </a:p>
        </p:txBody>
      </p:sp>
    </p:spTree>
    <p:extLst>
      <p:ext uri="{BB962C8B-B14F-4D97-AF65-F5344CB8AC3E}">
        <p14:creationId xmlns:p14="http://schemas.microsoft.com/office/powerpoint/2010/main" val="25516805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a:solidFill>
                  <a:schemeClr val="accent3"/>
                </a:solidFill>
                <a:latin typeface="Times New Roman" panose="02020603050405020304" pitchFamily="18" charset="0"/>
                <a:cs typeface="Times New Roman" panose="02020603050405020304" pitchFamily="18" charset="0"/>
              </a:rPr>
              <a:t>2. General principles governing breach of duty </a:t>
            </a:r>
            <a:endParaRPr lang="en-AU">
              <a:solidFill>
                <a:schemeClr val="accent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If a duty of care is established in the given circumstances, the next step will be to prove that the </a:t>
            </a:r>
            <a:r>
              <a:rPr lang="en-US" sz="2800" b="1" dirty="0">
                <a:latin typeface="Times New Roman" panose="02020603050405020304" pitchFamily="18" charset="0"/>
                <a:cs typeface="Times New Roman" panose="02020603050405020304" pitchFamily="18" charset="0"/>
              </a:rPr>
              <a:t>duty was breached </a:t>
            </a:r>
            <a:endParaRPr lang="en-US" sz="28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However, as noted earlier, there may be an </a:t>
            </a:r>
            <a:r>
              <a:rPr lang="en-US" sz="2800" u="sng" dirty="0">
                <a:latin typeface="Times New Roman" panose="02020603050405020304" pitchFamily="18" charset="0"/>
                <a:cs typeface="Times New Roman" panose="02020603050405020304" pitchFamily="18" charset="0"/>
              </a:rPr>
              <a:t>overlap </a:t>
            </a:r>
            <a:r>
              <a:rPr lang="en-US" sz="2800" dirty="0">
                <a:latin typeface="Times New Roman" panose="02020603050405020304" pitchFamily="18" charset="0"/>
                <a:cs typeface="Times New Roman" panose="02020603050405020304" pitchFamily="18" charset="0"/>
              </a:rPr>
              <a:t>between inquiries related to the </a:t>
            </a:r>
            <a:r>
              <a:rPr lang="en-US" sz="2800" i="1" dirty="0">
                <a:latin typeface="Times New Roman" panose="02020603050405020304" pitchFamily="18" charset="0"/>
                <a:cs typeface="Times New Roman" panose="02020603050405020304" pitchFamily="18" charset="0"/>
              </a:rPr>
              <a:t>existence</a:t>
            </a:r>
            <a:r>
              <a:rPr lang="en-US" sz="2800" dirty="0">
                <a:latin typeface="Times New Roman" panose="02020603050405020304" pitchFamily="18" charset="0"/>
                <a:cs typeface="Times New Roman" panose="02020603050405020304" pitchFamily="18" charset="0"/>
              </a:rPr>
              <a:t> of the duty and its </a:t>
            </a:r>
            <a:r>
              <a:rPr lang="en-US" sz="2800" i="1" dirty="0">
                <a:latin typeface="Times New Roman" panose="02020603050405020304" pitchFamily="18" charset="0"/>
                <a:cs typeface="Times New Roman" panose="02020603050405020304" pitchFamily="18" charset="0"/>
              </a:rPr>
              <a:t>breach </a:t>
            </a:r>
          </a:p>
        </p:txBody>
      </p:sp>
    </p:spTree>
    <p:extLst>
      <p:ext uri="{BB962C8B-B14F-4D97-AF65-F5344CB8AC3E}">
        <p14:creationId xmlns:p14="http://schemas.microsoft.com/office/powerpoint/2010/main" val="865280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a:solidFill>
                  <a:schemeClr val="accent3"/>
                </a:solidFill>
                <a:latin typeface="Times New Roman" panose="02020603050405020304" pitchFamily="18" charset="0"/>
                <a:cs typeface="Times New Roman" panose="02020603050405020304" pitchFamily="18" charset="0"/>
              </a:rPr>
              <a:t>General principles governing breach of duty </a:t>
            </a:r>
            <a:r>
              <a:rPr lang="en-US" sz="2000" i="1">
                <a:solidFill>
                  <a:srgbClr val="00B050"/>
                </a:solidFill>
                <a:latin typeface="Times New Roman" panose="02020603050405020304" pitchFamily="18" charset="0"/>
                <a:cs typeface="Times New Roman" panose="02020603050405020304" pitchFamily="18" charset="0"/>
              </a:rPr>
              <a:t>Contd.</a:t>
            </a:r>
            <a:endParaRPr lang="en-AU" sz="2000" i="1">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The breach should be established on the </a:t>
            </a:r>
            <a:r>
              <a:rPr lang="en-US" sz="2800" b="1">
                <a:latin typeface="Times New Roman" panose="02020603050405020304" pitchFamily="18" charset="0"/>
                <a:cs typeface="Times New Roman" panose="02020603050405020304" pitchFamily="18" charset="0"/>
              </a:rPr>
              <a:t>balance of probabilities </a:t>
            </a:r>
            <a:endParaRPr lang="en-US" sz="280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But there are </a:t>
            </a:r>
            <a:r>
              <a:rPr lang="en-US" sz="2800" u="sng">
                <a:latin typeface="Times New Roman" panose="02020603050405020304" pitchFamily="18" charset="0"/>
                <a:cs typeface="Times New Roman" panose="02020603050405020304" pitchFamily="18" charset="0"/>
              </a:rPr>
              <a:t>no degrees of carelessness</a:t>
            </a:r>
            <a:r>
              <a:rPr lang="en-US" sz="2800">
                <a:latin typeface="Times New Roman" panose="02020603050405020304" pitchFamily="18" charset="0"/>
                <a:cs typeface="Times New Roman" panose="02020603050405020304" pitchFamily="18" charset="0"/>
              </a:rPr>
              <a:t> – the defendant will be liable whether her conduct was marginally careless or completely reckless  </a:t>
            </a:r>
          </a:p>
          <a:p>
            <a:pPr>
              <a:lnSpc>
                <a:spcPct val="150000"/>
              </a:lnSpc>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Courts apply the test of a </a:t>
            </a:r>
            <a:r>
              <a:rPr lang="en-US" sz="2800" b="1">
                <a:latin typeface="Times New Roman" panose="02020603050405020304" pitchFamily="18" charset="0"/>
                <a:cs typeface="Times New Roman" panose="02020603050405020304" pitchFamily="18" charset="0"/>
              </a:rPr>
              <a:t>reasonable person  </a:t>
            </a:r>
          </a:p>
        </p:txBody>
      </p:sp>
    </p:spTree>
    <p:extLst>
      <p:ext uri="{BB962C8B-B14F-4D97-AF65-F5344CB8AC3E}">
        <p14:creationId xmlns:p14="http://schemas.microsoft.com/office/powerpoint/2010/main" val="1147857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a:solidFill>
                  <a:schemeClr val="accent3"/>
                </a:solidFill>
                <a:latin typeface="Times New Roman" panose="02020603050405020304" pitchFamily="18" charset="0"/>
                <a:cs typeface="Times New Roman" panose="02020603050405020304" pitchFamily="18" charset="0"/>
              </a:rPr>
              <a:t>General principles governing breach of duty </a:t>
            </a:r>
            <a:r>
              <a:rPr lang="en-US" sz="2000" i="1">
                <a:solidFill>
                  <a:srgbClr val="00B050"/>
                </a:solidFill>
                <a:latin typeface="Times New Roman" panose="02020603050405020304" pitchFamily="18" charset="0"/>
                <a:cs typeface="Times New Roman" panose="02020603050405020304" pitchFamily="18" charset="0"/>
              </a:rPr>
              <a:t>Contd.</a:t>
            </a:r>
            <a:endParaRPr lang="en-AU" sz="2000" i="1">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Alderson B in </a:t>
            </a:r>
            <a:r>
              <a:rPr lang="en-US" sz="2800" i="1">
                <a:solidFill>
                  <a:srgbClr val="0070C0"/>
                </a:solidFill>
                <a:latin typeface="Times New Roman" panose="02020603050405020304" pitchFamily="18" charset="0"/>
                <a:cs typeface="Times New Roman" panose="02020603050405020304" pitchFamily="18" charset="0"/>
              </a:rPr>
              <a:t>Blyth v Birmingham Waterworks Co </a:t>
            </a:r>
            <a:r>
              <a:rPr lang="en-US" sz="2800">
                <a:solidFill>
                  <a:srgbClr val="0070C0"/>
                </a:solidFill>
                <a:latin typeface="Times New Roman" panose="02020603050405020304" pitchFamily="18" charset="0"/>
                <a:cs typeface="Times New Roman" panose="02020603050405020304" pitchFamily="18" charset="0"/>
              </a:rPr>
              <a:t>(1856) </a:t>
            </a:r>
            <a:r>
              <a:rPr lang="en-US" sz="2800">
                <a:latin typeface="Times New Roman" panose="02020603050405020304" pitchFamily="18" charset="0"/>
                <a:cs typeface="Times New Roman" panose="02020603050405020304" pitchFamily="18" charset="0"/>
              </a:rPr>
              <a:t>laid down the principle as follows: </a:t>
            </a:r>
            <a:endParaRPr lang="en-US" sz="1600">
              <a:latin typeface="Times New Roman" panose="02020603050405020304" pitchFamily="18" charset="0"/>
              <a:cs typeface="Times New Roman" panose="02020603050405020304" pitchFamily="18" charset="0"/>
            </a:endParaRPr>
          </a:p>
          <a:p>
            <a:pPr marL="457200" lvl="1" indent="0">
              <a:lnSpc>
                <a:spcPct val="150000"/>
              </a:lnSpc>
              <a:buNone/>
            </a:pPr>
            <a:r>
              <a:rPr lang="en-US" sz="2600">
                <a:latin typeface="Times New Roman" panose="02020603050405020304" pitchFamily="18" charset="0"/>
                <a:cs typeface="Times New Roman" panose="02020603050405020304" pitchFamily="18" charset="0"/>
              </a:rPr>
              <a:t>Negligence is the </a:t>
            </a:r>
            <a:r>
              <a:rPr lang="en-US" sz="2600" u="sng">
                <a:latin typeface="Times New Roman" panose="02020603050405020304" pitchFamily="18" charset="0"/>
                <a:cs typeface="Times New Roman" panose="02020603050405020304" pitchFamily="18" charset="0"/>
              </a:rPr>
              <a:t>omission to do something</a:t>
            </a:r>
            <a:r>
              <a:rPr lang="en-US" sz="2600">
                <a:latin typeface="Times New Roman" panose="02020603050405020304" pitchFamily="18" charset="0"/>
                <a:cs typeface="Times New Roman" panose="02020603050405020304" pitchFamily="18" charset="0"/>
              </a:rPr>
              <a:t> which a </a:t>
            </a:r>
            <a:r>
              <a:rPr lang="en-US" sz="2600" i="1">
                <a:latin typeface="Times New Roman" panose="02020603050405020304" pitchFamily="18" charset="0"/>
                <a:cs typeface="Times New Roman" panose="02020603050405020304" pitchFamily="18" charset="0"/>
              </a:rPr>
              <a:t>reasonable man</a:t>
            </a:r>
            <a:r>
              <a:rPr lang="en-US" sz="2600">
                <a:latin typeface="Times New Roman" panose="02020603050405020304" pitchFamily="18" charset="0"/>
                <a:cs typeface="Times New Roman" panose="02020603050405020304" pitchFamily="18" charset="0"/>
              </a:rPr>
              <a:t> … would do, or </a:t>
            </a:r>
            <a:r>
              <a:rPr lang="en-US" sz="2600" u="sng">
                <a:latin typeface="Times New Roman" panose="02020603050405020304" pitchFamily="18" charset="0"/>
                <a:cs typeface="Times New Roman" panose="02020603050405020304" pitchFamily="18" charset="0"/>
              </a:rPr>
              <a:t>doing something</a:t>
            </a:r>
            <a:r>
              <a:rPr lang="en-US" sz="2600">
                <a:latin typeface="Times New Roman" panose="02020603050405020304" pitchFamily="18" charset="0"/>
                <a:cs typeface="Times New Roman" panose="02020603050405020304" pitchFamily="18" charset="0"/>
              </a:rPr>
              <a:t> which a prudent and reasonable man would not do.</a:t>
            </a:r>
          </a:p>
          <a:p>
            <a:pPr>
              <a:lnSpc>
                <a:spcPct val="150000"/>
              </a:lnSpc>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If this principle was laid down in 1856, what is the significance of the 1932 decision in </a:t>
            </a:r>
            <a:r>
              <a:rPr lang="en-US" sz="2800" i="1">
                <a:solidFill>
                  <a:srgbClr val="0070C0"/>
                </a:solidFill>
                <a:latin typeface="Times New Roman" panose="02020603050405020304" pitchFamily="18" charset="0"/>
                <a:cs typeface="Times New Roman" panose="02020603050405020304" pitchFamily="18" charset="0"/>
              </a:rPr>
              <a:t>Donoghue v Stevenson</a:t>
            </a:r>
            <a:r>
              <a:rPr lang="en-US" sz="2800">
                <a:latin typeface="Times New Roman" panose="02020603050405020304" pitchFamily="18" charset="0"/>
                <a:cs typeface="Times New Roman" panose="02020603050405020304" pitchFamily="18" charset="0"/>
              </a:rPr>
              <a:t>? </a:t>
            </a:r>
          </a:p>
        </p:txBody>
      </p:sp>
      <p:sp>
        <p:nvSpPr>
          <p:cNvPr id="4" name="Action Button: Help 3">
            <a:hlinkClick r:id="" action="ppaction://noaction" highlightClick="1"/>
            <a:extLst>
              <a:ext uri="{FF2B5EF4-FFF2-40B4-BE49-F238E27FC236}">
                <a16:creationId xmlns:a16="http://schemas.microsoft.com/office/drawing/2014/main" id="{FFD31827-8D37-F33D-5BD3-CC583A3EB02E}"/>
              </a:ext>
            </a:extLst>
          </p:cNvPr>
          <p:cNvSpPr/>
          <p:nvPr/>
        </p:nvSpPr>
        <p:spPr>
          <a:xfrm>
            <a:off x="7512652" y="5340339"/>
            <a:ext cx="1042416" cy="1042416"/>
          </a:xfrm>
          <a:prstGeom prst="actionButtonHelp">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a:p>
        </p:txBody>
      </p:sp>
    </p:spTree>
    <p:extLst>
      <p:ext uri="{BB962C8B-B14F-4D97-AF65-F5344CB8AC3E}">
        <p14:creationId xmlns:p14="http://schemas.microsoft.com/office/powerpoint/2010/main" val="6725848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a:solidFill>
                  <a:schemeClr val="accent3"/>
                </a:solidFill>
                <a:latin typeface="Times New Roman" panose="02020603050405020304" pitchFamily="18" charset="0"/>
                <a:cs typeface="Times New Roman" panose="02020603050405020304" pitchFamily="18" charset="0"/>
              </a:rPr>
              <a:t>General principles governing breach of duty </a:t>
            </a:r>
            <a:r>
              <a:rPr lang="en-US" sz="2000" i="1">
                <a:solidFill>
                  <a:srgbClr val="00B050"/>
                </a:solidFill>
                <a:latin typeface="Times New Roman" panose="02020603050405020304" pitchFamily="18" charset="0"/>
                <a:cs typeface="Times New Roman" panose="02020603050405020304" pitchFamily="18" charset="0"/>
              </a:rPr>
              <a:t>Contd.</a:t>
            </a:r>
            <a:endParaRPr lang="en-AU" sz="2000" i="1">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At common law, the test governing the breach of the duty of care had two limbs (</a:t>
            </a:r>
            <a:r>
              <a:rPr lang="en-US" sz="2400" i="1" err="1">
                <a:latin typeface="Times New Roman" panose="02020603050405020304" pitchFamily="18" charset="0"/>
                <a:cs typeface="Times New Roman" panose="02020603050405020304" pitchFamily="18" charset="0"/>
              </a:rPr>
              <a:t>Wyong</a:t>
            </a:r>
            <a:r>
              <a:rPr lang="en-US" sz="2400" i="1">
                <a:latin typeface="Times New Roman" panose="02020603050405020304" pitchFamily="18" charset="0"/>
                <a:cs typeface="Times New Roman" panose="02020603050405020304" pitchFamily="18" charset="0"/>
              </a:rPr>
              <a:t> Shire Council v Shirt </a:t>
            </a:r>
            <a:r>
              <a:rPr lang="en-US" sz="2400">
                <a:latin typeface="Times New Roman" panose="02020603050405020304" pitchFamily="18" charset="0"/>
                <a:cs typeface="Times New Roman" panose="02020603050405020304" pitchFamily="18" charset="0"/>
              </a:rPr>
              <a:t>(1980) 146 CLR 40):  </a:t>
            </a:r>
          </a:p>
          <a:p>
            <a:pPr marL="457200" lvl="1" indent="0">
              <a:lnSpc>
                <a:spcPct val="150000"/>
              </a:lnSpc>
              <a:buNone/>
            </a:pPr>
            <a:r>
              <a:rPr lang="en-US" sz="2400">
                <a:latin typeface="Times New Roman" panose="02020603050405020304" pitchFamily="18" charset="0"/>
                <a:cs typeface="Times New Roman" panose="02020603050405020304" pitchFamily="18" charset="0"/>
              </a:rPr>
              <a:t>1. </a:t>
            </a:r>
            <a:r>
              <a:rPr lang="en-US" sz="2400" b="1">
                <a:latin typeface="Times New Roman" panose="02020603050405020304" pitchFamily="18" charset="0"/>
                <a:cs typeface="Times New Roman" panose="02020603050405020304" pitchFamily="18" charset="0"/>
              </a:rPr>
              <a:t>reasonable foreseeability* of a real risk** of injury </a:t>
            </a:r>
            <a:r>
              <a:rPr lang="en-US" sz="2400">
                <a:latin typeface="Times New Roman" panose="02020603050405020304" pitchFamily="18" charset="0"/>
                <a:cs typeface="Times New Roman" panose="02020603050405020304" pitchFamily="18" charset="0"/>
              </a:rPr>
              <a:t>arising from the defendant’s conduct, </a:t>
            </a:r>
            <a:r>
              <a:rPr lang="en-US" sz="2400" u="sng">
                <a:latin typeface="Times New Roman" panose="02020603050405020304" pitchFamily="18" charset="0"/>
                <a:cs typeface="Times New Roman" panose="02020603050405020304" pitchFamily="18" charset="0"/>
              </a:rPr>
              <a:t>and</a:t>
            </a:r>
          </a:p>
          <a:p>
            <a:pPr marL="457200" lvl="1" indent="0">
              <a:lnSpc>
                <a:spcPct val="150000"/>
              </a:lnSpc>
              <a:buNone/>
            </a:pPr>
            <a:r>
              <a:rPr lang="en-US" sz="2400">
                <a:latin typeface="Times New Roman" panose="02020603050405020304" pitchFamily="18" charset="0"/>
                <a:cs typeface="Times New Roman" panose="02020603050405020304" pitchFamily="18" charset="0"/>
              </a:rPr>
              <a:t>2. The </a:t>
            </a:r>
            <a:r>
              <a:rPr lang="en-US" sz="2400" b="1">
                <a:latin typeface="Times New Roman" panose="02020603050405020304" pitchFamily="18" charset="0"/>
                <a:cs typeface="Times New Roman" panose="02020603050405020304" pitchFamily="18" charset="0"/>
              </a:rPr>
              <a:t>reasonableness of the defendant’s response </a:t>
            </a:r>
            <a:r>
              <a:rPr lang="en-US" sz="2400">
                <a:latin typeface="Times New Roman" panose="02020603050405020304" pitchFamily="18" charset="0"/>
                <a:cs typeface="Times New Roman" panose="02020603050405020304" pitchFamily="18" charset="0"/>
              </a:rPr>
              <a:t>to that risk</a:t>
            </a:r>
          </a:p>
          <a:p>
            <a:pPr marL="457200" lvl="1" indent="0">
              <a:lnSpc>
                <a:spcPct val="150000"/>
              </a:lnSpc>
              <a:buNone/>
            </a:pPr>
            <a:endParaRPr lang="en-US" sz="2400">
              <a:latin typeface="Times New Roman" panose="02020603050405020304" pitchFamily="18" charset="0"/>
              <a:cs typeface="Times New Roman" panose="02020603050405020304" pitchFamily="18" charset="0"/>
            </a:endParaRPr>
          </a:p>
          <a:p>
            <a:pPr marL="0" indent="0">
              <a:lnSpc>
                <a:spcPct val="150000"/>
              </a:lnSpc>
              <a:buNone/>
            </a:pPr>
            <a:r>
              <a:rPr lang="en-US" sz="2000">
                <a:latin typeface="Times New Roman" panose="02020603050405020304" pitchFamily="18" charset="0"/>
                <a:cs typeface="Times New Roman" panose="02020603050405020304" pitchFamily="18" charset="0"/>
              </a:rPr>
              <a:t>* What the defendant knew or ought to have known at the time of conduct</a:t>
            </a:r>
          </a:p>
          <a:p>
            <a:pPr marL="0" indent="0">
              <a:lnSpc>
                <a:spcPct val="150000"/>
              </a:lnSpc>
              <a:buNone/>
            </a:pPr>
            <a:r>
              <a:rPr lang="en-US" sz="2000">
                <a:latin typeface="Times New Roman" panose="02020603050405020304" pitchFamily="18" charset="0"/>
                <a:cs typeface="Times New Roman" panose="02020603050405020304" pitchFamily="18" charset="0"/>
              </a:rPr>
              <a:t>** A risk of injury which is remote in the sense that it is extremely unlikely to occur may nevertheless constitute a foreseeable risk. A risk which is </a:t>
            </a:r>
            <a:r>
              <a:rPr lang="en-US" sz="2000" b="1">
                <a:latin typeface="Times New Roman" panose="02020603050405020304" pitchFamily="18" charset="0"/>
                <a:cs typeface="Times New Roman" panose="02020603050405020304" pitchFamily="18" charset="0"/>
              </a:rPr>
              <a:t>not far-fetched or fanciful </a:t>
            </a:r>
            <a:r>
              <a:rPr lang="en-US" sz="2000">
                <a:latin typeface="Times New Roman" panose="02020603050405020304" pitchFamily="18" charset="0"/>
                <a:cs typeface="Times New Roman" panose="02020603050405020304" pitchFamily="18" charset="0"/>
              </a:rPr>
              <a:t>is real and therefore foreseeable</a:t>
            </a:r>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51336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a:solidFill>
                  <a:schemeClr val="accent3"/>
                </a:solidFill>
                <a:latin typeface="Times New Roman" panose="02020603050405020304" pitchFamily="18" charset="0"/>
                <a:cs typeface="Times New Roman" panose="02020603050405020304" pitchFamily="18" charset="0"/>
              </a:rPr>
              <a:t>General principles governing breach of duty </a:t>
            </a:r>
            <a:r>
              <a:rPr lang="en-US" sz="2000" i="1">
                <a:solidFill>
                  <a:srgbClr val="00B050"/>
                </a:solidFill>
                <a:latin typeface="Times New Roman" panose="02020603050405020304" pitchFamily="18" charset="0"/>
                <a:cs typeface="Times New Roman" panose="02020603050405020304" pitchFamily="18" charset="0"/>
              </a:rPr>
              <a:t>Contd.</a:t>
            </a:r>
            <a:endParaRPr lang="en-AU" sz="2000" i="1">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a:t>
            </a:r>
            <a:r>
              <a:rPr lang="en-US" sz="2800" i="1" dirty="0">
                <a:latin typeface="Times New Roman" panose="02020603050405020304" pitchFamily="18" charset="0"/>
                <a:cs typeface="Times New Roman" panose="02020603050405020304" pitchFamily="18" charset="0"/>
                <a:hlinkClick r:id="rId3"/>
              </a:rPr>
              <a:t>Civil Liability Act </a:t>
            </a:r>
            <a:r>
              <a:rPr lang="en-US" sz="2800" dirty="0">
                <a:latin typeface="Times New Roman" panose="02020603050405020304" pitchFamily="18" charset="0"/>
                <a:cs typeface="Times New Roman" panose="02020603050405020304" pitchFamily="18" charset="0"/>
                <a:hlinkClick r:id="rId3"/>
              </a:rPr>
              <a:t>2002 (NSW) </a:t>
            </a:r>
            <a:r>
              <a:rPr lang="en-US" sz="2800" dirty="0">
                <a:latin typeface="Times New Roman" panose="02020603050405020304" pitchFamily="18" charset="0"/>
                <a:cs typeface="Times New Roman" panose="02020603050405020304" pitchFamily="18" charset="0"/>
              </a:rPr>
              <a:t>- Breach: sections 5B, 5C</a:t>
            </a:r>
          </a:p>
          <a:p>
            <a:pPr lvl="1">
              <a:lnSpc>
                <a:spcPct val="150000"/>
              </a:lnSpc>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Common law still applies in some areas (see s 3B)</a:t>
            </a:r>
          </a:p>
          <a:p>
            <a:pPr lvl="1">
              <a:lnSpc>
                <a:spcPct val="150000"/>
              </a:lnSpc>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CLA has three separate elements (already represented in common law but often conflated), which now must be separately addressed</a:t>
            </a:r>
          </a:p>
          <a:p>
            <a:pPr lvl="1">
              <a:lnSpc>
                <a:spcPct val="150000"/>
              </a:lnSpc>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CLA modified the probability of harm from ‘not far-fetched and fanciful’ to ‘not insignificant’ </a:t>
            </a:r>
          </a:p>
          <a:p>
            <a:pPr lvl="1">
              <a:lnSpc>
                <a:spcPct val="150000"/>
              </a:lnSpc>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CLA presupposes the existing law of negligence (</a:t>
            </a:r>
            <a:r>
              <a:rPr lang="en-US" sz="2600" dirty="0" err="1">
                <a:latin typeface="Times New Roman" panose="02020603050405020304" pitchFamily="18" charset="0"/>
                <a:cs typeface="Times New Roman" panose="02020603050405020304" pitchFamily="18" charset="0"/>
              </a:rPr>
              <a:t>ie</a:t>
            </a:r>
            <a:r>
              <a:rPr lang="en-US" sz="2600" dirty="0">
                <a:latin typeface="Times New Roman" panose="02020603050405020304" pitchFamily="18" charset="0"/>
                <a:cs typeface="Times New Roman" panose="02020603050405020304" pitchFamily="18" charset="0"/>
              </a:rPr>
              <a:t> common law) and operates against its background. The case law is still important!</a:t>
            </a:r>
          </a:p>
          <a:p>
            <a:pPr lvl="1">
              <a:lnSpc>
                <a:spcPct val="150000"/>
              </a:lnSpc>
              <a:buFont typeface="Wingdings" panose="05000000000000000000" pitchFamily="2" charset="2"/>
              <a:buChar char="Ø"/>
            </a:pPr>
            <a:endParaRPr lang="en-US" sz="2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49445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a:solidFill>
                  <a:schemeClr val="accent3"/>
                </a:solidFill>
                <a:latin typeface="Times New Roman" panose="02020603050405020304" pitchFamily="18" charset="0"/>
                <a:cs typeface="Times New Roman" panose="02020603050405020304" pitchFamily="18" charset="0"/>
              </a:rPr>
              <a:t>General principles governing breach of duty </a:t>
            </a:r>
            <a:r>
              <a:rPr lang="en-US" sz="2000" i="1">
                <a:solidFill>
                  <a:srgbClr val="00B050"/>
                </a:solidFill>
                <a:latin typeface="Times New Roman" panose="02020603050405020304" pitchFamily="18" charset="0"/>
                <a:cs typeface="Times New Roman" panose="02020603050405020304" pitchFamily="18" charset="0"/>
              </a:rPr>
              <a:t>Contd.</a:t>
            </a:r>
            <a:endParaRPr lang="en-AU" sz="2000" i="1">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Regarding the three elements, Garling J </a:t>
            </a:r>
            <a:r>
              <a:rPr lang="en-US" sz="2800" i="1" dirty="0">
                <a:solidFill>
                  <a:srgbClr val="0070C0"/>
                </a:solidFill>
                <a:latin typeface="Times New Roman" panose="02020603050405020304" pitchFamily="18" charset="0"/>
                <a:cs typeface="Times New Roman" panose="02020603050405020304" pitchFamily="18" charset="0"/>
              </a:rPr>
              <a:t>Benic v NSW </a:t>
            </a:r>
            <a:r>
              <a:rPr lang="en-US" sz="2800" dirty="0">
                <a:solidFill>
                  <a:srgbClr val="0070C0"/>
                </a:solidFill>
                <a:latin typeface="Times New Roman" panose="02020603050405020304" pitchFamily="18" charset="0"/>
                <a:cs typeface="Times New Roman" panose="02020603050405020304" pitchFamily="18" charset="0"/>
              </a:rPr>
              <a:t>[2010] NSWSC 1039 </a:t>
            </a:r>
            <a:r>
              <a:rPr lang="en-US" sz="2800" dirty="0">
                <a:latin typeface="Times New Roman" panose="02020603050405020304" pitchFamily="18" charset="0"/>
                <a:cs typeface="Times New Roman" panose="02020603050405020304" pitchFamily="18" charset="0"/>
              </a:rPr>
              <a:t>(in your case book) observed: </a:t>
            </a:r>
            <a:endParaRPr lang="en-US" sz="800" dirty="0">
              <a:latin typeface="Times New Roman" panose="02020603050405020304" pitchFamily="18" charset="0"/>
              <a:cs typeface="Times New Roman" panose="02020603050405020304" pitchFamily="18" charset="0"/>
            </a:endParaRPr>
          </a:p>
          <a:p>
            <a:pPr marL="457200" lvl="1" indent="0">
              <a:lnSpc>
                <a:spcPct val="150000"/>
              </a:lnSpc>
              <a:buNone/>
            </a:pPr>
            <a:r>
              <a:rPr lang="en-US" sz="2600" dirty="0">
                <a:latin typeface="Times New Roman" panose="02020603050405020304" pitchFamily="18" charset="0"/>
                <a:cs typeface="Times New Roman" panose="02020603050405020304" pitchFamily="18" charset="0"/>
              </a:rPr>
              <a:t>The three separate elements in s 5B(1) represent the concepts of </a:t>
            </a:r>
            <a:r>
              <a:rPr lang="en-US" sz="2600" u="sng" dirty="0">
                <a:latin typeface="Times New Roman" panose="02020603050405020304" pitchFamily="18" charset="0"/>
                <a:cs typeface="Times New Roman" panose="02020603050405020304" pitchFamily="18" charset="0"/>
              </a:rPr>
              <a:t>foreseeability</a:t>
            </a:r>
            <a:r>
              <a:rPr lang="en-US" sz="2600" dirty="0">
                <a:latin typeface="Times New Roman" panose="02020603050405020304" pitchFamily="18" charset="0"/>
                <a:cs typeface="Times New Roman" panose="02020603050405020304" pitchFamily="18" charset="0"/>
              </a:rPr>
              <a:t>, </a:t>
            </a:r>
            <a:r>
              <a:rPr lang="en-US" sz="2600" u="sng" dirty="0">
                <a:latin typeface="Times New Roman" panose="02020603050405020304" pitchFamily="18" charset="0"/>
                <a:cs typeface="Times New Roman" panose="02020603050405020304" pitchFamily="18" charset="0"/>
              </a:rPr>
              <a:t>probability</a:t>
            </a:r>
            <a:r>
              <a:rPr lang="en-US" sz="2600" dirty="0">
                <a:latin typeface="Times New Roman" panose="02020603050405020304" pitchFamily="18" charset="0"/>
                <a:cs typeface="Times New Roman" panose="02020603050405020304" pitchFamily="18" charset="0"/>
              </a:rPr>
              <a:t> and </a:t>
            </a:r>
            <a:r>
              <a:rPr lang="en-US" sz="2600" u="sng" dirty="0">
                <a:latin typeface="Times New Roman" panose="02020603050405020304" pitchFamily="18" charset="0"/>
                <a:cs typeface="Times New Roman" panose="02020603050405020304" pitchFamily="18" charset="0"/>
              </a:rPr>
              <a:t>reasonableness of precautions</a:t>
            </a:r>
            <a:r>
              <a:rPr lang="en-US" sz="2600" dirty="0">
                <a:latin typeface="Times New Roman" panose="02020603050405020304" pitchFamily="18" charset="0"/>
                <a:cs typeface="Times New Roman" panose="02020603050405020304" pitchFamily="18" charset="0"/>
              </a:rPr>
              <a:t>… These concepts are each represented in the common law, and are often conflated in the term ‘reasonable foreseeability’ but the statute now makes it clear that each must be separately addressed.</a:t>
            </a:r>
          </a:p>
        </p:txBody>
      </p:sp>
    </p:spTree>
    <p:extLst>
      <p:ext uri="{BB962C8B-B14F-4D97-AF65-F5344CB8AC3E}">
        <p14:creationId xmlns:p14="http://schemas.microsoft.com/office/powerpoint/2010/main" val="20982414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a:solidFill>
                  <a:schemeClr val="accent3"/>
                </a:solidFill>
                <a:latin typeface="Times New Roman" panose="02020603050405020304" pitchFamily="18" charset="0"/>
                <a:cs typeface="Times New Roman" panose="02020603050405020304" pitchFamily="18" charset="0"/>
              </a:rPr>
              <a:t>General principles governing breach of duty </a:t>
            </a:r>
            <a:r>
              <a:rPr lang="en-US" sz="2000" i="1">
                <a:solidFill>
                  <a:srgbClr val="00B050"/>
                </a:solidFill>
                <a:latin typeface="Times New Roman" panose="02020603050405020304" pitchFamily="18" charset="0"/>
                <a:cs typeface="Times New Roman" panose="02020603050405020304" pitchFamily="18" charset="0"/>
              </a:rPr>
              <a:t>Contd.</a:t>
            </a:r>
            <a:endParaRPr lang="en-AU" sz="2000" i="1">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hlinkClick r:id="rId3"/>
              </a:rPr>
              <a:t>Section 5B(1) of the CLA provides</a:t>
            </a:r>
            <a:r>
              <a:rPr lang="en-US" sz="2400" dirty="0">
                <a:latin typeface="Times New Roman" panose="02020603050405020304" pitchFamily="18" charset="0"/>
                <a:cs typeface="Times New Roman" panose="02020603050405020304" pitchFamily="18" charset="0"/>
              </a:rPr>
              <a:t>: </a:t>
            </a:r>
          </a:p>
          <a:p>
            <a:pPr marL="457200" lvl="1" indent="0">
              <a:lnSpc>
                <a:spcPct val="150000"/>
              </a:lnSpc>
              <a:buNone/>
            </a:pPr>
            <a:r>
              <a:rPr lang="en-US" sz="2400" b="0" i="0" u="none" strike="noStrike" baseline="0" dirty="0">
                <a:latin typeface="TimesNewRomanPSMT"/>
              </a:rPr>
              <a:t>A person is </a:t>
            </a:r>
            <a:r>
              <a:rPr lang="en-US" sz="2400" b="1" i="0" strike="noStrike" baseline="0" dirty="0">
                <a:latin typeface="TimesNewRomanPSMT"/>
              </a:rPr>
              <a:t>not</a:t>
            </a:r>
            <a:r>
              <a:rPr lang="en-US" sz="2400" b="0" i="0" u="none" strike="noStrike" baseline="0" dirty="0">
                <a:latin typeface="TimesNewRomanPSMT"/>
              </a:rPr>
              <a:t> </a:t>
            </a:r>
            <a:r>
              <a:rPr lang="en-US" sz="2400" b="1" i="0" u="none" strike="noStrike" baseline="0" dirty="0">
                <a:latin typeface="TimesNewRomanPSMT"/>
              </a:rPr>
              <a:t>negligent</a:t>
            </a:r>
            <a:r>
              <a:rPr lang="en-US" sz="2400" b="0" i="0" u="none" strike="noStrike" baseline="0" dirty="0">
                <a:latin typeface="TimesNewRomanPSMT"/>
              </a:rPr>
              <a:t> in failing to take precautions against a risk of harm </a:t>
            </a:r>
            <a:r>
              <a:rPr lang="en-US" sz="2400" b="0" i="0" u="sng" strike="noStrike" baseline="0" dirty="0">
                <a:latin typeface="TimesNewRomanPSMT"/>
              </a:rPr>
              <a:t>unless</a:t>
            </a:r>
            <a:r>
              <a:rPr lang="en-US" sz="2400" b="0" i="0" u="none" strike="noStrike" baseline="0" dirty="0">
                <a:latin typeface="TimesNewRomanPSMT"/>
              </a:rPr>
              <a:t>—</a:t>
            </a:r>
          </a:p>
          <a:p>
            <a:pPr marL="914400" lvl="1" indent="-457200">
              <a:lnSpc>
                <a:spcPct val="150000"/>
              </a:lnSpc>
              <a:buAutoNum type="alphaLcParenBoth"/>
            </a:pPr>
            <a:r>
              <a:rPr lang="en-US" sz="2400" b="0" i="0" u="none" strike="noStrike" baseline="0" dirty="0">
                <a:latin typeface="TimesNewRomanPSMT"/>
              </a:rPr>
              <a:t>the </a:t>
            </a:r>
            <a:r>
              <a:rPr lang="en-US" sz="2400" b="0" i="1" u="none" strike="noStrike" baseline="0" dirty="0">
                <a:latin typeface="TimesNewRomanPSMT"/>
              </a:rPr>
              <a:t>risk was foreseeable </a:t>
            </a:r>
            <a:r>
              <a:rPr lang="en-US" sz="2400" b="0" i="0" u="none" strike="noStrike" baseline="0" dirty="0">
                <a:latin typeface="TimesNewRomanPSMT"/>
              </a:rPr>
              <a:t>(that is, it is a risk of which the person knew or ought to have </a:t>
            </a:r>
            <a:r>
              <a:rPr lang="en-GB" sz="2400" b="0" i="0" u="none" strike="noStrike" baseline="0" dirty="0">
                <a:latin typeface="TimesNewRomanPSMT"/>
              </a:rPr>
              <a:t>known), and</a:t>
            </a:r>
          </a:p>
          <a:p>
            <a:pPr marL="914400" lvl="1" indent="-457200">
              <a:lnSpc>
                <a:spcPct val="150000"/>
              </a:lnSpc>
              <a:buAutoNum type="alphaLcParenBoth"/>
            </a:pPr>
            <a:r>
              <a:rPr lang="en-US" sz="2400" b="0" i="0" u="none" strike="noStrike" baseline="0" dirty="0">
                <a:latin typeface="TimesNewRomanPSMT"/>
              </a:rPr>
              <a:t>the risk was </a:t>
            </a:r>
            <a:r>
              <a:rPr lang="en-US" sz="2400" b="0" i="1" u="none" strike="noStrike" baseline="0" dirty="0">
                <a:latin typeface="TimesNewRomanPSMT"/>
              </a:rPr>
              <a:t>not insignificant</a:t>
            </a:r>
            <a:r>
              <a:rPr lang="en-US" sz="2400" b="0" i="0" u="none" strike="noStrike" baseline="0" dirty="0">
                <a:latin typeface="TimesNewRomanPSMT"/>
              </a:rPr>
              <a:t>, and</a:t>
            </a:r>
          </a:p>
          <a:p>
            <a:pPr marL="914400" lvl="1" indent="-457200">
              <a:lnSpc>
                <a:spcPct val="150000"/>
              </a:lnSpc>
              <a:buAutoNum type="alphaLcParenBoth"/>
            </a:pPr>
            <a:r>
              <a:rPr lang="en-US" sz="2400" b="0" i="0" u="none" strike="noStrike" baseline="0" dirty="0">
                <a:latin typeface="TimesNewRomanPSMT"/>
              </a:rPr>
              <a:t>in the circumstances, a reasonable person in the person’s position </a:t>
            </a:r>
            <a:r>
              <a:rPr lang="en-US" sz="2400" b="0" i="1" u="none" strike="noStrike" baseline="0" dirty="0">
                <a:latin typeface="TimesNewRomanPSMT"/>
              </a:rPr>
              <a:t>would have taken those </a:t>
            </a:r>
            <a:r>
              <a:rPr lang="en-GB" sz="2400" b="0" i="1" u="none" strike="noStrike" baseline="0" dirty="0">
                <a:latin typeface="TimesNewRomanPSMT"/>
              </a:rPr>
              <a:t>precautions</a:t>
            </a:r>
            <a:r>
              <a:rPr lang="en-GB" sz="2400" b="0" i="0" u="none" strike="noStrike" baseline="0" dirty="0">
                <a:latin typeface="TimesNewRomanPSMT"/>
              </a:rPr>
              <a: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68658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a:solidFill>
                  <a:schemeClr val="accent3"/>
                </a:solidFill>
                <a:latin typeface="Times New Roman" panose="02020603050405020304" pitchFamily="18" charset="0"/>
                <a:cs typeface="Times New Roman" panose="02020603050405020304" pitchFamily="18" charset="0"/>
              </a:rPr>
              <a:t>General principles governing breach of duty </a:t>
            </a:r>
            <a:r>
              <a:rPr lang="en-US" sz="2000" i="1">
                <a:solidFill>
                  <a:srgbClr val="00B050"/>
                </a:solidFill>
                <a:latin typeface="Times New Roman" panose="02020603050405020304" pitchFamily="18" charset="0"/>
                <a:cs typeface="Times New Roman" panose="02020603050405020304" pitchFamily="18" charset="0"/>
              </a:rPr>
              <a:t>Contd.</a:t>
            </a:r>
            <a:endParaRPr lang="en-AU" sz="2000" i="1">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Garling J in </a:t>
            </a:r>
            <a:r>
              <a:rPr lang="en-US" sz="2800" i="1" dirty="0">
                <a:solidFill>
                  <a:srgbClr val="0070C0"/>
                </a:solidFill>
                <a:latin typeface="Times New Roman" panose="02020603050405020304" pitchFamily="18" charset="0"/>
                <a:cs typeface="Times New Roman" panose="02020603050405020304" pitchFamily="18" charset="0"/>
              </a:rPr>
              <a:t>Benic v NSW </a:t>
            </a:r>
            <a:r>
              <a:rPr lang="en-US" sz="2800" dirty="0">
                <a:latin typeface="Times New Roman" panose="02020603050405020304" pitchFamily="18" charset="0"/>
                <a:cs typeface="Times New Roman" panose="02020603050405020304" pitchFamily="18" charset="0"/>
              </a:rPr>
              <a:t>laid down steps to be followed in determining the breach question under the CLA </a:t>
            </a:r>
            <a:endParaRPr lang="en-US" sz="1200" dirty="0">
              <a:latin typeface="Times New Roman" panose="02020603050405020304" pitchFamily="18" charset="0"/>
              <a:cs typeface="Times New Roman" panose="02020603050405020304" pitchFamily="18" charset="0"/>
            </a:endParaRPr>
          </a:p>
          <a:p>
            <a:pPr lvl="2">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The first step is to </a:t>
            </a:r>
            <a:r>
              <a:rPr lang="en-US" sz="2800" b="1" dirty="0">
                <a:latin typeface="Times New Roman" panose="02020603050405020304" pitchFamily="18" charset="0"/>
                <a:cs typeface="Times New Roman" panose="02020603050405020304" pitchFamily="18" charset="0"/>
              </a:rPr>
              <a:t>identify a risk of harm</a:t>
            </a:r>
            <a:r>
              <a:rPr lang="en-US" sz="2800" dirty="0">
                <a:latin typeface="Times New Roman" panose="02020603050405020304" pitchFamily="18" charset="0"/>
                <a:cs typeface="Times New Roman" panose="02020603050405020304" pitchFamily="18" charset="0"/>
              </a:rPr>
              <a:t> – it is sufficient “if the risk of harm is described as a class of injury, as distinct from the particular injury actually suffered by the plaintiff” </a:t>
            </a:r>
          </a:p>
          <a:p>
            <a:pPr lvl="2">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The second step is to </a:t>
            </a:r>
            <a:r>
              <a:rPr lang="en-US" sz="2800" b="1" dirty="0">
                <a:latin typeface="Times New Roman" panose="02020603050405020304" pitchFamily="18" charset="0"/>
                <a:cs typeface="Times New Roman" panose="02020603050405020304" pitchFamily="18" charset="0"/>
              </a:rPr>
              <a:t>consider three elements </a:t>
            </a:r>
            <a:r>
              <a:rPr lang="en-US" sz="2800" dirty="0">
                <a:latin typeface="Times New Roman" panose="02020603050405020304" pitchFamily="18" charset="0"/>
                <a:cs typeface="Times New Roman" panose="02020603050405020304" pitchFamily="18" charset="0"/>
              </a:rPr>
              <a:t>mentioned in Section 5B </a:t>
            </a:r>
          </a:p>
        </p:txBody>
      </p:sp>
    </p:spTree>
    <p:extLst>
      <p:ext uri="{BB962C8B-B14F-4D97-AF65-F5344CB8AC3E}">
        <p14:creationId xmlns:p14="http://schemas.microsoft.com/office/powerpoint/2010/main" val="19520525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a:solidFill>
                  <a:schemeClr val="accent3"/>
                </a:solidFill>
                <a:latin typeface="Times New Roman" panose="02020603050405020304" pitchFamily="18" charset="0"/>
                <a:cs typeface="Times New Roman" panose="02020603050405020304" pitchFamily="18" charset="0"/>
              </a:rPr>
              <a:t>General principles governing breach of duty </a:t>
            </a:r>
            <a:r>
              <a:rPr lang="en-US" sz="2000" i="1">
                <a:solidFill>
                  <a:srgbClr val="00B050"/>
                </a:solidFill>
                <a:latin typeface="Times New Roman" panose="02020603050405020304" pitchFamily="18" charset="0"/>
                <a:cs typeface="Times New Roman" panose="02020603050405020304" pitchFamily="18" charset="0"/>
              </a:rPr>
              <a:t>Contd.</a:t>
            </a:r>
            <a:endParaRPr lang="en-AU" sz="2000" i="1">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marL="0" indent="0">
              <a:lnSpc>
                <a:spcPct val="150000"/>
              </a:lnSpc>
              <a:buNone/>
            </a:pPr>
            <a:r>
              <a:rPr lang="en-US" sz="2400" u="sng" dirty="0">
                <a:solidFill>
                  <a:srgbClr val="008000"/>
                </a:solidFill>
                <a:latin typeface="Times New Roman" panose="02020603050405020304" pitchFamily="18" charset="0"/>
                <a:cs typeface="Times New Roman" panose="02020603050405020304" pitchFamily="18" charset="0"/>
              </a:rPr>
              <a:t>Step 1- Identification of the risk of harm: </a:t>
            </a:r>
            <a:endParaRPr lang="en-US" sz="24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To determine the breach, the starting point is the </a:t>
            </a:r>
            <a:r>
              <a:rPr lang="en-US" sz="2400" b="1" dirty="0">
                <a:latin typeface="Times New Roman" panose="02020603050405020304" pitchFamily="18" charset="0"/>
                <a:cs typeface="Times New Roman" panose="02020603050405020304" pitchFamily="18" charset="0"/>
              </a:rPr>
              <a:t>identification of the risk of a harm</a:t>
            </a:r>
            <a:r>
              <a:rPr lang="en-US" sz="2400" dirty="0">
                <a:latin typeface="Times New Roman" panose="02020603050405020304" pitchFamily="18" charset="0"/>
                <a:cs typeface="Times New Roman" panose="02020603050405020304" pitchFamily="18" charset="0"/>
              </a:rPr>
              <a:t> </a:t>
            </a:r>
          </a:p>
          <a:p>
            <a:pPr>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Gummow J in </a:t>
            </a:r>
            <a:r>
              <a:rPr lang="en-US" sz="2400" i="1" dirty="0">
                <a:solidFill>
                  <a:srgbClr val="0070C0"/>
                </a:solidFill>
                <a:latin typeface="Times New Roman" panose="02020603050405020304" pitchFamily="18" charset="0"/>
                <a:cs typeface="Times New Roman" panose="02020603050405020304" pitchFamily="18" charset="0"/>
              </a:rPr>
              <a:t>Roads and Traffic Authority of NSW v Dederer </a:t>
            </a:r>
            <a:r>
              <a:rPr lang="en-US" sz="2400" dirty="0">
                <a:solidFill>
                  <a:srgbClr val="0070C0"/>
                </a:solidFill>
                <a:latin typeface="Times New Roman" panose="02020603050405020304" pitchFamily="18" charset="0"/>
                <a:cs typeface="Times New Roman" panose="02020603050405020304" pitchFamily="18" charset="0"/>
              </a:rPr>
              <a:t>(2007) 234 CLR 330 </a:t>
            </a:r>
            <a:r>
              <a:rPr lang="en-US" sz="2400" dirty="0">
                <a:solidFill>
                  <a:srgbClr val="7030A0"/>
                </a:solidFill>
                <a:latin typeface="Times New Roman" panose="02020603050405020304" pitchFamily="18" charset="0"/>
                <a:cs typeface="Times New Roman" panose="02020603050405020304" pitchFamily="18" charset="0"/>
              </a:rPr>
              <a:t>(14-year-old dived off a bridge, shifting sandbar, pictograph ‘no diving’ signs, partial paraplegia, a widespread practice that had never previously injured anyone).</a:t>
            </a:r>
            <a:r>
              <a:rPr lang="en-US" sz="2400" dirty="0">
                <a:latin typeface="Times New Roman" panose="02020603050405020304" pitchFamily="18" charset="0"/>
                <a:cs typeface="Times New Roman" panose="02020603050405020304" pitchFamily="18" charset="0"/>
              </a:rPr>
              <a:t> In the Court of Appeal the risk of harm was </a:t>
            </a:r>
            <a:r>
              <a:rPr lang="en-US" sz="2400" dirty="0" err="1">
                <a:latin typeface="Times New Roman" panose="02020603050405020304" pitchFamily="18" charset="0"/>
                <a:cs typeface="Times New Roman" panose="02020603050405020304" pitchFamily="18" charset="0"/>
              </a:rPr>
              <a:t>characterised</a:t>
            </a:r>
            <a:r>
              <a:rPr lang="en-US" sz="2400" dirty="0">
                <a:latin typeface="Times New Roman" panose="02020603050405020304" pitchFamily="18" charset="0"/>
                <a:cs typeface="Times New Roman" panose="02020603050405020304" pitchFamily="18" charset="0"/>
              </a:rPr>
              <a:t> as a ‘serious spinal injury flowing from the act of diving off the bridge… [S]</a:t>
            </a:r>
            <a:r>
              <a:rPr lang="en-US" sz="2400" dirty="0" err="1">
                <a:latin typeface="Times New Roman" panose="02020603050405020304" pitchFamily="18" charset="0"/>
                <a:cs typeface="Times New Roman" panose="02020603050405020304" pitchFamily="18" charset="0"/>
              </a:rPr>
              <a:t>uch</a:t>
            </a:r>
            <a:r>
              <a:rPr lang="en-US" sz="2400" dirty="0">
                <a:latin typeface="Times New Roman" panose="02020603050405020304" pitchFamily="18" charset="0"/>
                <a:cs typeface="Times New Roman" panose="02020603050405020304" pitchFamily="18" charset="0"/>
              </a:rPr>
              <a:t> a </a:t>
            </a:r>
            <a:r>
              <a:rPr lang="en-US" sz="2400" dirty="0" err="1">
                <a:latin typeface="Times New Roman" panose="02020603050405020304" pitchFamily="18" charset="0"/>
                <a:cs typeface="Times New Roman" panose="02020603050405020304" pitchFamily="18" charset="0"/>
              </a:rPr>
              <a:t>characterisation</a:t>
            </a:r>
            <a:r>
              <a:rPr lang="en-US" sz="2400" dirty="0">
                <a:latin typeface="Times New Roman" panose="02020603050405020304" pitchFamily="18" charset="0"/>
                <a:cs typeface="Times New Roman" panose="02020603050405020304" pitchFamily="18" charset="0"/>
              </a:rPr>
              <a:t> of the risk obscured the true source of potential injury [which arose] from impact upon jumping into the potentially shallow water and shifting sands of the estuary’ [60]</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34572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a:solidFill>
                  <a:schemeClr val="accent3"/>
                </a:solidFill>
                <a:latin typeface="Times New Roman" panose="02020603050405020304" pitchFamily="18" charset="0"/>
                <a:cs typeface="Times New Roman" panose="02020603050405020304" pitchFamily="18" charset="0"/>
              </a:rPr>
              <a:t>General principles governing breach of duty </a:t>
            </a:r>
            <a:r>
              <a:rPr lang="en-US" sz="2000" i="1">
                <a:solidFill>
                  <a:srgbClr val="00B050"/>
                </a:solidFill>
                <a:latin typeface="Times New Roman" panose="02020603050405020304" pitchFamily="18" charset="0"/>
                <a:cs typeface="Times New Roman" panose="02020603050405020304" pitchFamily="18" charset="0"/>
              </a:rPr>
              <a:t>Contd.</a:t>
            </a:r>
            <a:endParaRPr lang="en-AU" sz="2000" i="1">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Held 3:2 (Gummow, Callinan and </a:t>
            </a:r>
            <a:r>
              <a:rPr lang="en-US" sz="2600" dirty="0" err="1">
                <a:latin typeface="Times New Roman" panose="02020603050405020304" pitchFamily="18" charset="0"/>
                <a:cs typeface="Times New Roman" panose="02020603050405020304" pitchFamily="18" charset="0"/>
              </a:rPr>
              <a:t>Heydon</a:t>
            </a:r>
            <a:r>
              <a:rPr lang="en-US" sz="2600" dirty="0">
                <a:latin typeface="Times New Roman" panose="02020603050405020304" pitchFamily="18" charset="0"/>
                <a:cs typeface="Times New Roman" panose="02020603050405020304" pitchFamily="18" charset="0"/>
              </a:rPr>
              <a:t> JJ) The obligation was to exercise reasonable care, not to prevent harm; the risk was foreseeable but the probability low; the erection of the existing signs warning of, and prohibiting, diving was a reasonable response. No </a:t>
            </a:r>
            <a:r>
              <a:rPr lang="en-US" sz="2600">
                <a:latin typeface="Times New Roman" panose="02020603050405020304" pitchFamily="18" charset="0"/>
                <a:cs typeface="Times New Roman" panose="02020603050405020304" pitchFamily="18" charset="0"/>
              </a:rPr>
              <a:t>breach of </a:t>
            </a:r>
            <a:r>
              <a:rPr lang="en-US" sz="2600" dirty="0">
                <a:latin typeface="Times New Roman" panose="02020603050405020304" pitchFamily="18" charset="0"/>
                <a:cs typeface="Times New Roman" panose="02020603050405020304" pitchFamily="18" charset="0"/>
              </a:rPr>
              <a:t>duty of care.</a:t>
            </a:r>
          </a:p>
          <a:p>
            <a:pPr>
              <a:lnSpc>
                <a:spcPct val="150000"/>
              </a:lnSpc>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When identifying the risk, you must be specific enough that the risk you identify corresponds to the type of precautions that should have been taken. You cannot formulate the risk so broadly that it encompasses fundamentally different scenarios requiring fundamentally different responses.</a:t>
            </a:r>
          </a:p>
        </p:txBody>
      </p:sp>
    </p:spTree>
    <p:extLst>
      <p:ext uri="{BB962C8B-B14F-4D97-AF65-F5344CB8AC3E}">
        <p14:creationId xmlns:p14="http://schemas.microsoft.com/office/powerpoint/2010/main" val="37476521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6FBF2-0E7F-A6BE-7701-48923A7EF8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771342-0076-829D-4486-FF4730195015}"/>
              </a:ext>
            </a:extLst>
          </p:cNvPr>
          <p:cNvSpPr>
            <a:spLocks noGrp="1"/>
          </p:cNvSpPr>
          <p:nvPr>
            <p:ph type="title"/>
          </p:nvPr>
        </p:nvSpPr>
        <p:spPr>
          <a:xfrm>
            <a:off x="720000" y="386398"/>
            <a:ext cx="8458276" cy="648000"/>
          </a:xfrm>
        </p:spPr>
        <p:txBody>
          <a:bodyPr>
            <a:normAutofit/>
          </a:bodyPr>
          <a:lstStyle/>
          <a:p>
            <a:r>
              <a:rPr lang="en-US" sz="2000">
                <a:solidFill>
                  <a:schemeClr val="accent3"/>
                </a:solidFill>
                <a:latin typeface="Times New Roman" panose="02020603050405020304" pitchFamily="18" charset="0"/>
                <a:cs typeface="Times New Roman" panose="02020603050405020304" pitchFamily="18" charset="0"/>
              </a:rPr>
              <a:t>General principles governing breach of duty </a:t>
            </a:r>
            <a:r>
              <a:rPr lang="en-US" sz="2000" i="1">
                <a:solidFill>
                  <a:srgbClr val="00B050"/>
                </a:solidFill>
                <a:latin typeface="Times New Roman" panose="02020603050405020304" pitchFamily="18" charset="0"/>
                <a:cs typeface="Times New Roman" panose="02020603050405020304" pitchFamily="18" charset="0"/>
              </a:rPr>
              <a:t>Contd.</a:t>
            </a:r>
            <a:endParaRPr lang="en-AU" sz="2000" i="1">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991B4AA-7581-934E-923D-14C76CF6E8C9}"/>
              </a:ext>
            </a:extLst>
          </p:cNvPr>
          <p:cNvSpPr>
            <a:spLocks noGrp="1"/>
          </p:cNvSpPr>
          <p:nvPr>
            <p:ph idx="1"/>
          </p:nvPr>
        </p:nvSpPr>
        <p:spPr>
          <a:xfrm>
            <a:off x="720000" y="1396666"/>
            <a:ext cx="10800001" cy="5074936"/>
          </a:xfrm>
        </p:spPr>
        <p:txBody>
          <a:bodyPr>
            <a:noAutofit/>
          </a:bodyPr>
          <a:lstStyle/>
          <a:p>
            <a:pPr marL="0" indent="0">
              <a:lnSpc>
                <a:spcPct val="150000"/>
              </a:lnSpc>
              <a:buNone/>
            </a:pPr>
            <a:r>
              <a:rPr lang="en-US" sz="2400" u="sng" dirty="0">
                <a:solidFill>
                  <a:srgbClr val="008000"/>
                </a:solidFill>
                <a:latin typeface="Times New Roman" panose="02020603050405020304" pitchFamily="18" charset="0"/>
                <a:cs typeface="Times New Roman" panose="02020603050405020304" pitchFamily="18" charset="0"/>
              </a:rPr>
              <a:t>Step 2 - Elements: </a:t>
            </a:r>
          </a:p>
          <a:p>
            <a:pPr marL="0" indent="0">
              <a:lnSpc>
                <a:spcPct val="150000"/>
              </a:lnSpc>
              <a:buNone/>
            </a:pPr>
            <a:r>
              <a:rPr lang="en-US" sz="2400" dirty="0">
                <a:latin typeface="Times New Roman" panose="02020603050405020304" pitchFamily="18" charset="0"/>
                <a:cs typeface="Times New Roman" panose="02020603050405020304" pitchFamily="18" charset="0"/>
                <a:hlinkClick r:id="rId3"/>
              </a:rPr>
              <a:t>Section 5B(1) of the CLA provides</a:t>
            </a:r>
            <a:r>
              <a:rPr lang="en-US" sz="2400" dirty="0">
                <a:latin typeface="Times New Roman" panose="02020603050405020304" pitchFamily="18" charset="0"/>
                <a:cs typeface="Times New Roman" panose="02020603050405020304" pitchFamily="18" charset="0"/>
              </a:rPr>
              <a:t>: </a:t>
            </a:r>
          </a:p>
          <a:p>
            <a:pPr marL="457200" lvl="1" indent="0">
              <a:lnSpc>
                <a:spcPct val="150000"/>
              </a:lnSpc>
              <a:buNone/>
            </a:pPr>
            <a:r>
              <a:rPr lang="en-US" sz="2400" dirty="0">
                <a:latin typeface="TimesNewRomanPSMT"/>
              </a:rPr>
              <a:t>A person is </a:t>
            </a:r>
            <a:r>
              <a:rPr lang="en-US" sz="2400" b="1" dirty="0">
                <a:latin typeface="TimesNewRomanPSMT"/>
              </a:rPr>
              <a:t>not</a:t>
            </a:r>
            <a:r>
              <a:rPr lang="en-US" sz="2400" dirty="0">
                <a:latin typeface="TimesNewRomanPSMT"/>
              </a:rPr>
              <a:t> </a:t>
            </a:r>
            <a:r>
              <a:rPr lang="en-US" sz="2400" b="1" dirty="0">
                <a:latin typeface="TimesNewRomanPSMT"/>
              </a:rPr>
              <a:t>negligent</a:t>
            </a:r>
            <a:r>
              <a:rPr lang="en-US" sz="2400" dirty="0">
                <a:latin typeface="TimesNewRomanPSMT"/>
              </a:rPr>
              <a:t> in failing to take precautions against a risk of harm </a:t>
            </a:r>
            <a:r>
              <a:rPr lang="en-US" sz="2400" u="sng" dirty="0">
                <a:latin typeface="TimesNewRomanPSMT"/>
              </a:rPr>
              <a:t>unless</a:t>
            </a:r>
            <a:r>
              <a:rPr lang="en-US" sz="2400" dirty="0">
                <a:latin typeface="TimesNewRomanPSMT"/>
              </a:rPr>
              <a:t>—</a:t>
            </a:r>
          </a:p>
          <a:p>
            <a:pPr marL="914400" lvl="1" indent="-457200">
              <a:lnSpc>
                <a:spcPct val="150000"/>
              </a:lnSpc>
              <a:buAutoNum type="alphaLcParenBoth"/>
            </a:pPr>
            <a:r>
              <a:rPr lang="en-US" sz="2400" dirty="0">
                <a:latin typeface="TimesNewRomanPSMT"/>
              </a:rPr>
              <a:t>the </a:t>
            </a:r>
            <a:r>
              <a:rPr lang="en-US" sz="2400" i="1" dirty="0">
                <a:latin typeface="TimesNewRomanPSMT"/>
              </a:rPr>
              <a:t>risk was foreseeable </a:t>
            </a:r>
            <a:r>
              <a:rPr lang="en-US" sz="2400" dirty="0">
                <a:latin typeface="TimesNewRomanPSMT"/>
              </a:rPr>
              <a:t>(that is, it is a risk of which the person knew or ought to have </a:t>
            </a:r>
            <a:r>
              <a:rPr lang="en-GB" sz="2400" dirty="0">
                <a:latin typeface="TimesNewRomanPSMT"/>
              </a:rPr>
              <a:t>known), and</a:t>
            </a:r>
          </a:p>
          <a:p>
            <a:pPr marL="914400" lvl="1" indent="-457200">
              <a:lnSpc>
                <a:spcPct val="150000"/>
              </a:lnSpc>
              <a:buAutoNum type="alphaLcParenBoth"/>
            </a:pPr>
            <a:r>
              <a:rPr lang="en-US" sz="2400" dirty="0">
                <a:latin typeface="TimesNewRomanPSMT"/>
              </a:rPr>
              <a:t>the risk was </a:t>
            </a:r>
            <a:r>
              <a:rPr lang="en-US" sz="2400" i="1" dirty="0">
                <a:latin typeface="TimesNewRomanPSMT"/>
              </a:rPr>
              <a:t>not insignificant</a:t>
            </a:r>
            <a:r>
              <a:rPr lang="en-US" sz="2400" dirty="0">
                <a:latin typeface="TimesNewRomanPSMT"/>
              </a:rPr>
              <a:t>, and</a:t>
            </a:r>
          </a:p>
          <a:p>
            <a:pPr marL="914400" lvl="1" indent="-457200">
              <a:lnSpc>
                <a:spcPct val="150000"/>
              </a:lnSpc>
              <a:buAutoNum type="alphaLcParenBoth"/>
            </a:pPr>
            <a:r>
              <a:rPr lang="en-US" sz="2400" dirty="0">
                <a:latin typeface="TimesNewRomanPSMT"/>
              </a:rPr>
              <a:t>in the circumstances, a reasonable person in the person’s position </a:t>
            </a:r>
            <a:r>
              <a:rPr lang="en-US" sz="2400" i="1" dirty="0">
                <a:latin typeface="TimesNewRomanPSMT"/>
              </a:rPr>
              <a:t>would have taken those </a:t>
            </a:r>
            <a:r>
              <a:rPr lang="en-GB" sz="2400" i="1" dirty="0">
                <a:latin typeface="TimesNewRomanPSMT"/>
              </a:rPr>
              <a:t>precautions</a:t>
            </a:r>
            <a:r>
              <a:rPr lang="en-GB" sz="2400" dirty="0">
                <a:latin typeface="TimesNewRomanPSMT"/>
              </a:rPr>
              <a: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67830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a:solidFill>
                  <a:schemeClr val="accent3"/>
                </a:solidFill>
                <a:latin typeface="Times New Roman" panose="02020603050405020304" pitchFamily="18" charset="0"/>
                <a:cs typeface="Times New Roman" panose="02020603050405020304" pitchFamily="18" charset="0"/>
              </a:rPr>
              <a:t>General principles governing breach of duty </a:t>
            </a:r>
            <a:r>
              <a:rPr lang="en-US" sz="2000" i="1">
                <a:solidFill>
                  <a:srgbClr val="00B050"/>
                </a:solidFill>
                <a:latin typeface="Times New Roman" panose="02020603050405020304" pitchFamily="18" charset="0"/>
                <a:cs typeface="Times New Roman" panose="02020603050405020304" pitchFamily="18" charset="0"/>
              </a:rPr>
              <a:t>Contd.</a:t>
            </a:r>
            <a:endParaRPr lang="en-AU" sz="2000" i="1">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marL="0" indent="0">
              <a:lnSpc>
                <a:spcPct val="150000"/>
              </a:lnSpc>
              <a:buNone/>
            </a:pPr>
            <a:r>
              <a:rPr lang="en-US" sz="2800" u="sng">
                <a:solidFill>
                  <a:srgbClr val="008000"/>
                </a:solidFill>
                <a:latin typeface="Times New Roman" panose="02020603050405020304" pitchFamily="18" charset="0"/>
                <a:cs typeface="Times New Roman" panose="02020603050405020304" pitchFamily="18" charset="0"/>
              </a:rPr>
              <a:t>Element 1: Foreseeability of the risk of harm </a:t>
            </a:r>
            <a:endParaRPr lang="en-US" sz="100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The first element of Section 5B(1) concerns the </a:t>
            </a:r>
            <a:r>
              <a:rPr lang="en-US" sz="2800" b="1">
                <a:latin typeface="Times New Roman" panose="02020603050405020304" pitchFamily="18" charset="0"/>
                <a:cs typeface="Times New Roman" panose="02020603050405020304" pitchFamily="18" charset="0"/>
              </a:rPr>
              <a:t>foreseeability of the risk of a harm</a:t>
            </a:r>
            <a:r>
              <a:rPr lang="en-US" sz="2800">
                <a:latin typeface="Times New Roman" panose="02020603050405020304" pitchFamily="18" charset="0"/>
                <a:cs typeface="Times New Roman" panose="02020603050405020304" pitchFamily="18" charset="0"/>
              </a:rPr>
              <a:t>  </a:t>
            </a:r>
          </a:p>
          <a:p>
            <a:pPr marL="0" indent="0">
              <a:lnSpc>
                <a:spcPct val="150000"/>
              </a:lnSpc>
              <a:buNone/>
            </a:pPr>
            <a:endParaRPr lang="en-US" sz="280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This corresponds to the first limb of the common law test to determine the breach of the duty of care </a:t>
            </a:r>
          </a:p>
        </p:txBody>
      </p:sp>
      <p:sp>
        <p:nvSpPr>
          <p:cNvPr id="4" name="Speech Bubble: Rectangle 3">
            <a:extLst>
              <a:ext uri="{FF2B5EF4-FFF2-40B4-BE49-F238E27FC236}">
                <a16:creationId xmlns:a16="http://schemas.microsoft.com/office/drawing/2014/main" id="{74D530E2-C69F-2DBB-4EAE-52170DE2AD99}"/>
              </a:ext>
            </a:extLst>
          </p:cNvPr>
          <p:cNvSpPr/>
          <p:nvPr/>
        </p:nvSpPr>
        <p:spPr>
          <a:xfrm>
            <a:off x="5227433" y="2900578"/>
            <a:ext cx="3700131" cy="1459849"/>
          </a:xfrm>
          <a:prstGeom prst="wedgeRectCallout">
            <a:avLst>
              <a:gd name="adj1" fmla="val 85178"/>
              <a:gd name="adj2" fmla="val -3141"/>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a:solidFill>
                  <a:srgbClr val="FF0000"/>
                </a:solidFill>
                <a:latin typeface="Times New Roman" panose="02020603050405020304" pitchFamily="18" charset="0"/>
                <a:cs typeface="Times New Roman" panose="02020603050405020304" pitchFamily="18" charset="0"/>
              </a:rPr>
              <a:t>Remember that the foreseeability inquiry is different at the breach stage!  </a:t>
            </a:r>
          </a:p>
        </p:txBody>
      </p:sp>
    </p:spTree>
    <p:extLst>
      <p:ext uri="{BB962C8B-B14F-4D97-AF65-F5344CB8AC3E}">
        <p14:creationId xmlns:p14="http://schemas.microsoft.com/office/powerpoint/2010/main" val="10474857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a:solidFill>
                  <a:schemeClr val="accent3"/>
                </a:solidFill>
                <a:latin typeface="Times New Roman" panose="02020603050405020304" pitchFamily="18" charset="0"/>
                <a:cs typeface="Times New Roman" panose="02020603050405020304" pitchFamily="18" charset="0"/>
              </a:rPr>
              <a:t>General principles governing breach of duty </a:t>
            </a:r>
            <a:r>
              <a:rPr lang="en-US" sz="2000" i="1">
                <a:solidFill>
                  <a:srgbClr val="00B050"/>
                </a:solidFill>
                <a:latin typeface="Times New Roman" panose="02020603050405020304" pitchFamily="18" charset="0"/>
                <a:cs typeface="Times New Roman" panose="02020603050405020304" pitchFamily="18" charset="0"/>
              </a:rPr>
              <a:t>Contd.</a:t>
            </a:r>
            <a:endParaRPr lang="en-AU" sz="2000" i="1">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Ø"/>
            </a:pPr>
            <a:r>
              <a:rPr lang="en-US" sz="2500" dirty="0">
                <a:latin typeface="Times New Roman" panose="02020603050405020304" pitchFamily="18" charset="0"/>
                <a:cs typeface="Times New Roman" panose="02020603050405020304" pitchFamily="18" charset="0"/>
              </a:rPr>
              <a:t>Consider the decision in </a:t>
            </a:r>
            <a:r>
              <a:rPr lang="en-US" sz="2500" i="1" dirty="0" err="1">
                <a:solidFill>
                  <a:srgbClr val="0070C0"/>
                </a:solidFill>
                <a:latin typeface="Times New Roman" panose="02020603050405020304" pitchFamily="18" charset="0"/>
                <a:cs typeface="Times New Roman" panose="02020603050405020304" pitchFamily="18" charset="0"/>
              </a:rPr>
              <a:t>Wyong</a:t>
            </a:r>
            <a:r>
              <a:rPr lang="en-US" sz="2500" i="1" dirty="0">
                <a:solidFill>
                  <a:srgbClr val="0070C0"/>
                </a:solidFill>
                <a:latin typeface="Times New Roman" panose="02020603050405020304" pitchFamily="18" charset="0"/>
                <a:cs typeface="Times New Roman" panose="02020603050405020304" pitchFamily="18" charset="0"/>
              </a:rPr>
              <a:t> Shire Council v Shirt</a:t>
            </a:r>
            <a:r>
              <a:rPr lang="en-US" sz="2500" dirty="0">
                <a:solidFill>
                  <a:srgbClr val="0070C0"/>
                </a:solidFill>
                <a:latin typeface="Times New Roman" panose="02020603050405020304" pitchFamily="18" charset="0"/>
                <a:cs typeface="Times New Roman" panose="02020603050405020304" pitchFamily="18" charset="0"/>
              </a:rPr>
              <a:t> (1980) 146 CLR 40 </a:t>
            </a:r>
            <a:r>
              <a:rPr lang="en-US" sz="2500" dirty="0">
                <a:solidFill>
                  <a:srgbClr val="7030A0"/>
                </a:solidFill>
                <a:latin typeface="Times New Roman" panose="02020603050405020304" pitchFamily="18" charset="0"/>
                <a:cs typeface="Times New Roman" panose="02020603050405020304" pitchFamily="18" charset="0"/>
              </a:rPr>
              <a:t>(while water skiing, Shirt struck his head on the bottom of a shallow lake and became quadriplegic; the water was only about 3.5-4 feet deep at that point; the plaintiff alleged that he was misled by the “deep water” sign, which was erected by the Council to warn swimmers about deeper channels alongside a jetty)</a:t>
            </a:r>
            <a:r>
              <a:rPr lang="en-US" sz="2500" dirty="0">
                <a:latin typeface="Times New Roman" panose="02020603050405020304" pitchFamily="18" charset="0"/>
                <a:cs typeface="Times New Roman" panose="02020603050405020304" pitchFamily="18" charset="0"/>
              </a:rPr>
              <a:t> </a:t>
            </a:r>
          </a:p>
          <a:p>
            <a:pPr>
              <a:lnSpc>
                <a:spcPct val="150000"/>
              </a:lnSpc>
              <a:buFont typeface="Wingdings" panose="05000000000000000000" pitchFamily="2" charset="2"/>
              <a:buChar char="Ø"/>
            </a:pPr>
            <a:r>
              <a:rPr lang="en-US" sz="2500" dirty="0">
                <a:latin typeface="Times New Roman" panose="02020603050405020304" pitchFamily="18" charset="0"/>
                <a:cs typeface="Times New Roman" panose="02020603050405020304" pitchFamily="18" charset="0"/>
              </a:rPr>
              <a:t>At first instance a jury found that the Council </a:t>
            </a:r>
            <a:r>
              <a:rPr lang="en-US" sz="2500" b="1" dirty="0">
                <a:latin typeface="Times New Roman" panose="02020603050405020304" pitchFamily="18" charset="0"/>
                <a:cs typeface="Times New Roman" panose="02020603050405020304" pitchFamily="18" charset="0"/>
              </a:rPr>
              <a:t>breached the duty of care. </a:t>
            </a:r>
            <a:r>
              <a:rPr lang="en-US" sz="2500" dirty="0">
                <a:latin typeface="Times New Roman" panose="02020603050405020304" pitchFamily="18" charset="0"/>
                <a:cs typeface="Times New Roman" panose="02020603050405020304" pitchFamily="18" charset="0"/>
              </a:rPr>
              <a:t>The HC found the jury’s finding on breach was not unreasonable (</a:t>
            </a:r>
            <a:r>
              <a:rPr lang="en-US" sz="2500" dirty="0" err="1">
                <a:latin typeface="Times New Roman" panose="02020603050405020304" pitchFamily="18" charset="0"/>
                <a:cs typeface="Times New Roman" panose="02020603050405020304" pitchFamily="18" charset="0"/>
              </a:rPr>
              <a:t>ie</a:t>
            </a:r>
            <a:r>
              <a:rPr lang="en-US" sz="2500" dirty="0">
                <a:latin typeface="Times New Roman" panose="02020603050405020304" pitchFamily="18" charset="0"/>
                <a:cs typeface="Times New Roman" panose="02020603050405020304" pitchFamily="18" charset="0"/>
              </a:rPr>
              <a:t> upheld the decision) </a:t>
            </a:r>
          </a:p>
        </p:txBody>
      </p:sp>
    </p:spTree>
    <p:extLst>
      <p:ext uri="{BB962C8B-B14F-4D97-AF65-F5344CB8AC3E}">
        <p14:creationId xmlns:p14="http://schemas.microsoft.com/office/powerpoint/2010/main" val="36277847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a:solidFill>
                  <a:schemeClr val="accent3"/>
                </a:solidFill>
                <a:latin typeface="Times New Roman" panose="02020603050405020304" pitchFamily="18" charset="0"/>
                <a:cs typeface="Times New Roman" panose="02020603050405020304" pitchFamily="18" charset="0"/>
              </a:rPr>
              <a:t>General principles governing breach of duty </a:t>
            </a:r>
            <a:r>
              <a:rPr lang="en-US" sz="2000" i="1">
                <a:solidFill>
                  <a:srgbClr val="00B050"/>
                </a:solidFill>
                <a:latin typeface="Times New Roman" panose="02020603050405020304" pitchFamily="18" charset="0"/>
                <a:cs typeface="Times New Roman" panose="02020603050405020304" pitchFamily="18" charset="0"/>
              </a:rPr>
              <a:t>Contd.</a:t>
            </a:r>
            <a:endParaRPr lang="en-AU" sz="2000" i="1">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Mason J observed that:</a:t>
            </a:r>
            <a:endParaRPr lang="en-US" sz="1000">
              <a:latin typeface="Times New Roman" panose="02020603050405020304" pitchFamily="18" charset="0"/>
              <a:cs typeface="Times New Roman" panose="02020603050405020304" pitchFamily="18" charset="0"/>
            </a:endParaRPr>
          </a:p>
          <a:p>
            <a:pPr marL="457200" lvl="1" indent="0">
              <a:lnSpc>
                <a:spcPct val="150000"/>
              </a:lnSpc>
              <a:buNone/>
            </a:pPr>
            <a:r>
              <a:rPr lang="en-US" sz="2600" u="sng">
                <a:latin typeface="Times New Roman" panose="02020603050405020304" pitchFamily="18" charset="0"/>
                <a:cs typeface="Times New Roman" panose="02020603050405020304" pitchFamily="18" charset="0"/>
              </a:rPr>
              <a:t>foreseeability of the risk</a:t>
            </a:r>
            <a:r>
              <a:rPr lang="en-US" sz="2600">
                <a:latin typeface="Times New Roman" panose="02020603050405020304" pitchFamily="18" charset="0"/>
                <a:cs typeface="Times New Roman" panose="02020603050405020304" pitchFamily="18" charset="0"/>
              </a:rPr>
              <a:t> of injury and the </a:t>
            </a:r>
            <a:r>
              <a:rPr lang="en-US" sz="2600" u="sng">
                <a:latin typeface="Times New Roman" panose="02020603050405020304" pitchFamily="18" charset="0"/>
                <a:cs typeface="Times New Roman" panose="02020603050405020304" pitchFamily="18" charset="0"/>
              </a:rPr>
              <a:t>likelihood of that risk occurring</a:t>
            </a:r>
            <a:r>
              <a:rPr lang="en-US" sz="2600" b="1">
                <a:latin typeface="Times New Roman" panose="02020603050405020304" pitchFamily="18" charset="0"/>
                <a:cs typeface="Times New Roman" panose="02020603050405020304" pitchFamily="18" charset="0"/>
              </a:rPr>
              <a:t> </a:t>
            </a:r>
            <a:r>
              <a:rPr lang="en-US" sz="2600">
                <a:latin typeface="Times New Roman" panose="02020603050405020304" pitchFamily="18" charset="0"/>
                <a:cs typeface="Times New Roman" panose="02020603050405020304" pitchFamily="18" charset="0"/>
              </a:rPr>
              <a:t>are two different things. … A risk of injury which is quite unlikely to occur … may nevertheless be plainly foreseeable.    </a:t>
            </a:r>
          </a:p>
          <a:p>
            <a:pPr>
              <a:lnSpc>
                <a:spcPct val="150000"/>
              </a:lnSpc>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It was further noted that:</a:t>
            </a:r>
          </a:p>
          <a:p>
            <a:pPr marL="457200" lvl="1" indent="0">
              <a:lnSpc>
                <a:spcPct val="150000"/>
              </a:lnSpc>
              <a:buNone/>
            </a:pPr>
            <a:r>
              <a:rPr lang="en-US" sz="2600">
                <a:latin typeface="Times New Roman" panose="02020603050405020304" pitchFamily="18" charset="0"/>
                <a:cs typeface="Times New Roman" panose="02020603050405020304" pitchFamily="18" charset="0"/>
              </a:rPr>
              <a:t>a risk which is remote in the sense that it is extremely unlikely to occur may nevertheless constitute a foreseeable risk   </a:t>
            </a:r>
          </a:p>
        </p:txBody>
      </p:sp>
    </p:spTree>
    <p:extLst>
      <p:ext uri="{BB962C8B-B14F-4D97-AF65-F5344CB8AC3E}">
        <p14:creationId xmlns:p14="http://schemas.microsoft.com/office/powerpoint/2010/main" val="26623511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a:solidFill>
                  <a:schemeClr val="accent3"/>
                </a:solidFill>
                <a:latin typeface="Times New Roman" panose="02020603050405020304" pitchFamily="18" charset="0"/>
                <a:cs typeface="Times New Roman" panose="02020603050405020304" pitchFamily="18" charset="0"/>
              </a:rPr>
              <a:t>General principles governing breach of duty </a:t>
            </a:r>
            <a:r>
              <a:rPr lang="en-US" sz="2000" i="1">
                <a:solidFill>
                  <a:srgbClr val="00B050"/>
                </a:solidFill>
                <a:latin typeface="Times New Roman" panose="02020603050405020304" pitchFamily="18" charset="0"/>
                <a:cs typeface="Times New Roman" panose="02020603050405020304" pitchFamily="18" charset="0"/>
              </a:rPr>
              <a:t>Contd.</a:t>
            </a:r>
            <a:endParaRPr lang="en-AU" sz="2000" i="1">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Regarding the “deep water” sign, Mason J reasoned as follows: </a:t>
            </a:r>
            <a:endParaRPr lang="en-US" sz="1000" dirty="0">
              <a:latin typeface="Times New Roman" panose="02020603050405020304" pitchFamily="18" charset="0"/>
              <a:cs typeface="Times New Roman" panose="02020603050405020304" pitchFamily="18" charset="0"/>
            </a:endParaRPr>
          </a:p>
          <a:p>
            <a:pPr marL="457200" lvl="1" indent="0">
              <a:lnSpc>
                <a:spcPct val="150000"/>
              </a:lnSpc>
              <a:buNone/>
            </a:pPr>
            <a:r>
              <a:rPr lang="en-US" sz="2600" dirty="0">
                <a:latin typeface="Times New Roman" panose="02020603050405020304" pitchFamily="18" charset="0"/>
                <a:cs typeface="Times New Roman" panose="02020603050405020304" pitchFamily="18" charset="0"/>
              </a:rPr>
              <a:t>A reasonable man might well have concluded that the </a:t>
            </a:r>
            <a:r>
              <a:rPr lang="en-US" sz="2600" u="sng" dirty="0">
                <a:latin typeface="Times New Roman" panose="02020603050405020304" pitchFamily="18" charset="0"/>
                <a:cs typeface="Times New Roman" panose="02020603050405020304" pitchFamily="18" charset="0"/>
              </a:rPr>
              <a:t>sign was ambiguous</a:t>
            </a:r>
            <a:r>
              <a:rPr lang="en-US" sz="2600" dirty="0">
                <a:latin typeface="Times New Roman" panose="02020603050405020304" pitchFamily="18" charset="0"/>
                <a:cs typeface="Times New Roman" panose="02020603050405020304" pitchFamily="18" charset="0"/>
              </a:rPr>
              <a:t> and it could be read as an indication that there was a zone of deep water beyond, rather than in front of, the sign. </a:t>
            </a:r>
            <a:r>
              <a:rPr lang="en-US" sz="2600" i="1" dirty="0">
                <a:latin typeface="Times New Roman" panose="02020603050405020304" pitchFamily="18" charset="0"/>
                <a:cs typeface="Times New Roman" panose="02020603050405020304" pitchFamily="18" charset="0"/>
              </a:rPr>
              <a:t>A reasonable man might also have concluded</a:t>
            </a:r>
            <a:r>
              <a:rPr lang="en-US" sz="2600" dirty="0">
                <a:latin typeface="Times New Roman" panose="02020603050405020304" pitchFamily="18" charset="0"/>
                <a:cs typeface="Times New Roman" panose="02020603050405020304" pitchFamily="18" charset="0"/>
              </a:rPr>
              <a:t> that a water skier, so reading the sign, might be induced to ski in that zone of water, mistakenly believing it to be deep.  </a:t>
            </a:r>
          </a:p>
        </p:txBody>
      </p:sp>
    </p:spTree>
    <p:extLst>
      <p:ext uri="{BB962C8B-B14F-4D97-AF65-F5344CB8AC3E}">
        <p14:creationId xmlns:p14="http://schemas.microsoft.com/office/powerpoint/2010/main" val="34738073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a:solidFill>
                  <a:schemeClr val="accent3"/>
                </a:solidFill>
                <a:latin typeface="Times New Roman" panose="02020603050405020304" pitchFamily="18" charset="0"/>
                <a:cs typeface="Times New Roman" panose="02020603050405020304" pitchFamily="18" charset="0"/>
              </a:rPr>
              <a:t>General principles governing breach of duty </a:t>
            </a:r>
            <a:r>
              <a:rPr lang="en-US" sz="2000" i="1">
                <a:solidFill>
                  <a:srgbClr val="00B050"/>
                </a:solidFill>
                <a:latin typeface="Times New Roman" panose="02020603050405020304" pitchFamily="18" charset="0"/>
                <a:cs typeface="Times New Roman" panose="02020603050405020304" pitchFamily="18" charset="0"/>
              </a:rPr>
              <a:t>Contd.</a:t>
            </a:r>
            <a:endParaRPr lang="en-AU" sz="2000" i="1">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It is worth noting that to assess the foreseeability of risk, either </a:t>
            </a:r>
            <a:r>
              <a:rPr lang="en-US" sz="2800" b="1" dirty="0">
                <a:latin typeface="Times New Roman" panose="02020603050405020304" pitchFamily="18" charset="0"/>
                <a:cs typeface="Times New Roman" panose="02020603050405020304" pitchFamily="18" charset="0"/>
              </a:rPr>
              <a:t>actual</a:t>
            </a:r>
            <a:r>
              <a:rPr lang="en-US" sz="2800" dirty="0">
                <a:latin typeface="Times New Roman" panose="02020603050405020304" pitchFamily="18" charset="0"/>
                <a:cs typeface="Times New Roman" panose="02020603050405020304" pitchFamily="18" charset="0"/>
              </a:rPr>
              <a:t> </a:t>
            </a:r>
            <a:r>
              <a:rPr lang="en-US" sz="2800" u="sng" dirty="0">
                <a:latin typeface="Times New Roman" panose="02020603050405020304" pitchFamily="18" charset="0"/>
                <a:cs typeface="Times New Roman" panose="02020603050405020304" pitchFamily="18" charset="0"/>
              </a:rPr>
              <a:t>or</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constructive </a:t>
            </a:r>
            <a:r>
              <a:rPr lang="en-US" sz="2800" i="1" dirty="0">
                <a:latin typeface="Times New Roman" panose="02020603050405020304" pitchFamily="18" charset="0"/>
                <a:cs typeface="Times New Roman" panose="02020603050405020304" pitchFamily="18" charset="0"/>
              </a:rPr>
              <a:t>knowledge of the risk </a:t>
            </a:r>
            <a:r>
              <a:rPr lang="en-US" sz="2800" dirty="0">
                <a:latin typeface="Times New Roman" panose="02020603050405020304" pitchFamily="18" charset="0"/>
                <a:cs typeface="Times New Roman" panose="02020603050405020304" pitchFamily="18" charset="0"/>
              </a:rPr>
              <a:t>will suffice </a:t>
            </a: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In other words, courts will consider:</a:t>
            </a:r>
            <a:endParaRPr lang="en-US" sz="800" dirty="0">
              <a:latin typeface="Times New Roman" panose="02020603050405020304" pitchFamily="18" charset="0"/>
              <a:cs typeface="Times New Roman" panose="02020603050405020304" pitchFamily="18" charset="0"/>
            </a:endParaRPr>
          </a:p>
          <a:p>
            <a:pPr lvl="2">
              <a:lnSpc>
                <a:spcPct val="150000"/>
              </a:lnSpc>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what the defendant actually knew </a:t>
            </a:r>
          </a:p>
          <a:p>
            <a:pPr marL="914400" lvl="2" indent="0">
              <a:lnSpc>
                <a:spcPct val="150000"/>
              </a:lnSpc>
              <a:buNone/>
            </a:pPr>
            <a:r>
              <a:rPr lang="en-US" sz="2800" u="sng" dirty="0">
                <a:latin typeface="Times New Roman" panose="02020603050405020304" pitchFamily="18" charset="0"/>
                <a:cs typeface="Times New Roman" panose="02020603050405020304" pitchFamily="18" charset="0"/>
              </a:rPr>
              <a:t>or</a:t>
            </a:r>
          </a:p>
          <a:p>
            <a:pPr lvl="2">
              <a:lnSpc>
                <a:spcPct val="150000"/>
              </a:lnSpc>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what a reasonable person in the position of the defendant ought to have known  </a:t>
            </a:r>
          </a:p>
        </p:txBody>
      </p:sp>
    </p:spTree>
    <p:extLst>
      <p:ext uri="{BB962C8B-B14F-4D97-AF65-F5344CB8AC3E}">
        <p14:creationId xmlns:p14="http://schemas.microsoft.com/office/powerpoint/2010/main" val="21000508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a:solidFill>
                  <a:schemeClr val="accent3"/>
                </a:solidFill>
                <a:latin typeface="Times New Roman" panose="02020603050405020304" pitchFamily="18" charset="0"/>
                <a:cs typeface="Times New Roman" panose="02020603050405020304" pitchFamily="18" charset="0"/>
              </a:rPr>
              <a:t>General principles governing breach of duty </a:t>
            </a:r>
            <a:r>
              <a:rPr lang="en-US" sz="2000" i="1">
                <a:solidFill>
                  <a:srgbClr val="00B050"/>
                </a:solidFill>
                <a:latin typeface="Times New Roman" panose="02020603050405020304" pitchFamily="18" charset="0"/>
                <a:cs typeface="Times New Roman" panose="02020603050405020304" pitchFamily="18" charset="0"/>
              </a:rPr>
              <a:t>Contd.</a:t>
            </a:r>
            <a:endParaRPr lang="en-AU" sz="2000" i="1">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marL="0" indent="0">
              <a:buNone/>
            </a:pPr>
            <a:r>
              <a:rPr lang="en-US" sz="2800" u="sng">
                <a:solidFill>
                  <a:srgbClr val="008000"/>
                </a:solidFill>
                <a:latin typeface="Times New Roman" panose="02020603050405020304" pitchFamily="18" charset="0"/>
                <a:cs typeface="Times New Roman" panose="02020603050405020304" pitchFamily="18" charset="0"/>
              </a:rPr>
              <a:t>Element 2: Not insignificant risk of injury  </a:t>
            </a:r>
          </a:p>
          <a:p>
            <a:pPr marL="0" indent="0">
              <a:buNone/>
            </a:pPr>
            <a:endParaRPr lang="en-US" sz="100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The second element of Section 5B(1) reflects the </a:t>
            </a:r>
            <a:r>
              <a:rPr lang="en-US" sz="2800" b="1">
                <a:latin typeface="Times New Roman" panose="02020603050405020304" pitchFamily="18" charset="0"/>
                <a:cs typeface="Times New Roman" panose="02020603050405020304" pitchFamily="18" charset="0"/>
              </a:rPr>
              <a:t>probability of the risk</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materialising</a:t>
            </a:r>
            <a:r>
              <a:rPr lang="en-US" sz="2800">
                <a:latin typeface="Times New Roman" panose="02020603050405020304" pitchFamily="18" charset="0"/>
                <a:cs typeface="Times New Roman" panose="02020603050405020304" pitchFamily="18" charset="0"/>
              </a:rPr>
              <a:t> – this element may </a:t>
            </a:r>
            <a:r>
              <a:rPr lang="en-US" sz="2800" i="1">
                <a:latin typeface="Times New Roman" panose="02020603050405020304" pitchFamily="18" charset="0"/>
                <a:cs typeface="Times New Roman" panose="02020603050405020304" pitchFamily="18" charset="0"/>
              </a:rPr>
              <a:t>not</a:t>
            </a:r>
            <a:r>
              <a:rPr lang="en-US" sz="2800">
                <a:latin typeface="Times New Roman" panose="02020603050405020304" pitchFamily="18" charset="0"/>
                <a:cs typeface="Times New Roman" panose="02020603050405020304" pitchFamily="18" charset="0"/>
              </a:rPr>
              <a:t> be satisfied if there was very low probability of the occurrence of injury </a:t>
            </a:r>
          </a:p>
          <a:p>
            <a:pPr>
              <a:lnSpc>
                <a:spcPct val="150000"/>
              </a:lnSpc>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As noted in the </a:t>
            </a:r>
            <a:r>
              <a:rPr lang="en-US" sz="2800" err="1">
                <a:latin typeface="Times New Roman" panose="02020603050405020304" pitchFamily="18" charset="0"/>
                <a:cs typeface="Times New Roman" panose="02020603050405020304" pitchFamily="18" charset="0"/>
              </a:rPr>
              <a:t>Ipp</a:t>
            </a:r>
            <a:r>
              <a:rPr lang="en-US" sz="2800">
                <a:latin typeface="Times New Roman" panose="02020603050405020304" pitchFamily="18" charset="0"/>
                <a:cs typeface="Times New Roman" panose="02020603050405020304" pitchFamily="18" charset="0"/>
              </a:rPr>
              <a:t> Report, the choice of double negative is intentional </a:t>
            </a:r>
          </a:p>
          <a:p>
            <a:pPr marL="0" indent="0">
              <a:buNone/>
            </a:pPr>
            <a:endParaRPr lang="en-US" sz="2800">
              <a:latin typeface="Times New Roman" panose="02020603050405020304" pitchFamily="18" charset="0"/>
              <a:cs typeface="Times New Roman" panose="02020603050405020304" pitchFamily="18" charset="0"/>
            </a:endParaRPr>
          </a:p>
          <a:p>
            <a:pPr marL="0" indent="0">
              <a:buNone/>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30114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a:solidFill>
                  <a:schemeClr val="accent3"/>
                </a:solidFill>
                <a:latin typeface="Times New Roman" panose="02020603050405020304" pitchFamily="18" charset="0"/>
                <a:cs typeface="Times New Roman" panose="02020603050405020304" pitchFamily="18" charset="0"/>
              </a:rPr>
              <a:t>General principles governing breach of duty </a:t>
            </a:r>
            <a:r>
              <a:rPr lang="en-US" sz="2000" i="1">
                <a:solidFill>
                  <a:srgbClr val="00B050"/>
                </a:solidFill>
                <a:latin typeface="Times New Roman" panose="02020603050405020304" pitchFamily="18" charset="0"/>
                <a:cs typeface="Times New Roman" panose="02020603050405020304" pitchFamily="18" charset="0"/>
              </a:rPr>
              <a:t>Contd.</a:t>
            </a:r>
            <a:endParaRPr lang="en-AU" sz="2000" i="1">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The </a:t>
            </a:r>
            <a:r>
              <a:rPr lang="en-US" sz="2800" err="1">
                <a:latin typeface="Times New Roman" panose="02020603050405020304" pitchFamily="18" charset="0"/>
                <a:cs typeface="Times New Roman" panose="02020603050405020304" pitchFamily="18" charset="0"/>
              </a:rPr>
              <a:t>Ipp</a:t>
            </a:r>
            <a:r>
              <a:rPr lang="en-US" sz="2800">
                <a:latin typeface="Times New Roman" panose="02020603050405020304" pitchFamily="18" charset="0"/>
                <a:cs typeface="Times New Roman" panose="02020603050405020304" pitchFamily="18" charset="0"/>
              </a:rPr>
              <a:t> Report explained:</a:t>
            </a:r>
            <a:endParaRPr lang="en-US" sz="1000">
              <a:latin typeface="Times New Roman" panose="02020603050405020304" pitchFamily="18" charset="0"/>
              <a:cs typeface="Times New Roman" panose="02020603050405020304" pitchFamily="18" charset="0"/>
            </a:endParaRPr>
          </a:p>
          <a:p>
            <a:pPr marL="457200" lvl="1" indent="0">
              <a:lnSpc>
                <a:spcPct val="150000"/>
              </a:lnSpc>
              <a:buNone/>
            </a:pPr>
            <a:r>
              <a:rPr lang="en-US" sz="2600">
                <a:latin typeface="Times New Roman" panose="02020603050405020304" pitchFamily="18" charset="0"/>
                <a:cs typeface="Times New Roman" panose="02020603050405020304" pitchFamily="18" charset="0"/>
              </a:rPr>
              <a:t>The phrase ‘not insignificant’ is intended to indicate a risk that is of a higher probability than is indicated by the phrase ‘not far fetched and fanciful’,  but not so high as might be indicated by a phrase such as ‘a substantial risk’.</a:t>
            </a:r>
          </a:p>
          <a:p>
            <a:pPr marL="0" indent="0">
              <a:buNone/>
            </a:pPr>
            <a:endParaRPr lang="en-US" sz="2800">
              <a:latin typeface="Times New Roman" panose="02020603050405020304" pitchFamily="18" charset="0"/>
              <a:cs typeface="Times New Roman" panose="02020603050405020304" pitchFamily="18" charset="0"/>
            </a:endParaRPr>
          </a:p>
        </p:txBody>
      </p:sp>
      <p:graphicFrame>
        <p:nvGraphicFramePr>
          <p:cNvPr id="4" name="Diagram 3">
            <a:extLst>
              <a:ext uri="{FF2B5EF4-FFF2-40B4-BE49-F238E27FC236}">
                <a16:creationId xmlns:a16="http://schemas.microsoft.com/office/drawing/2014/main" id="{FAA951C2-9459-0493-70EE-40FC1DFE2D53}"/>
              </a:ext>
            </a:extLst>
          </p:cNvPr>
          <p:cNvGraphicFramePr/>
          <p:nvPr>
            <p:extLst>
              <p:ext uri="{D42A27DB-BD31-4B8C-83A1-F6EECF244321}">
                <p14:modId xmlns:p14="http://schemas.microsoft.com/office/powerpoint/2010/main" val="2270022249"/>
              </p:ext>
            </p:extLst>
          </p:nvPr>
        </p:nvGraphicFramePr>
        <p:xfrm>
          <a:off x="2916707" y="4364006"/>
          <a:ext cx="8555293" cy="26933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317096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a:solidFill>
                  <a:schemeClr val="accent3"/>
                </a:solidFill>
                <a:latin typeface="Times New Roman" panose="02020603050405020304" pitchFamily="18" charset="0"/>
                <a:cs typeface="Times New Roman" panose="02020603050405020304" pitchFamily="18" charset="0"/>
              </a:rPr>
              <a:t>General principles governing breach of duty </a:t>
            </a:r>
            <a:r>
              <a:rPr lang="en-US" sz="2000" i="1">
                <a:solidFill>
                  <a:srgbClr val="00B050"/>
                </a:solidFill>
                <a:latin typeface="Times New Roman" panose="02020603050405020304" pitchFamily="18" charset="0"/>
                <a:cs typeface="Times New Roman" panose="02020603050405020304" pitchFamily="18" charset="0"/>
              </a:rPr>
              <a:t>Contd.</a:t>
            </a:r>
            <a:endParaRPr lang="en-AU" sz="2000" i="1">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NSW Court of Appeal in </a:t>
            </a:r>
            <a:r>
              <a:rPr lang="en-US" sz="2800" i="1" dirty="0">
                <a:solidFill>
                  <a:srgbClr val="0070C0"/>
                </a:solidFill>
                <a:latin typeface="Times New Roman" panose="02020603050405020304" pitchFamily="18" charset="0"/>
                <a:cs typeface="Times New Roman" panose="02020603050405020304" pitchFamily="18" charset="0"/>
              </a:rPr>
              <a:t>Rail Corporation NSW v Donald </a:t>
            </a:r>
            <a:r>
              <a:rPr lang="en-US" sz="2800" dirty="0">
                <a:solidFill>
                  <a:srgbClr val="0070C0"/>
                </a:solidFill>
                <a:latin typeface="Times New Roman" panose="02020603050405020304" pitchFamily="18" charset="0"/>
                <a:cs typeface="Times New Roman" panose="02020603050405020304" pitchFamily="18" charset="0"/>
              </a:rPr>
              <a:t>[2018] NSWCA 82*</a:t>
            </a:r>
            <a:r>
              <a:rPr lang="en-US" sz="2800" dirty="0">
                <a:latin typeface="Times New Roman" panose="02020603050405020304" pitchFamily="18" charset="0"/>
                <a:cs typeface="Times New Roman" panose="02020603050405020304" pitchFamily="18" charset="0"/>
              </a:rPr>
              <a:t> noted that the </a:t>
            </a:r>
            <a:r>
              <a:rPr lang="en-US" sz="2800" b="1" dirty="0">
                <a:latin typeface="Times New Roman" panose="02020603050405020304" pitchFamily="18" charset="0"/>
                <a:cs typeface="Times New Roman" panose="02020603050405020304" pitchFamily="18" charset="0"/>
              </a:rPr>
              <a:t>significance of a risk </a:t>
            </a:r>
            <a:r>
              <a:rPr lang="en-US" sz="2800" dirty="0">
                <a:latin typeface="Times New Roman" panose="02020603050405020304" pitchFamily="18" charset="0"/>
                <a:cs typeface="Times New Roman" panose="02020603050405020304" pitchFamily="18" charset="0"/>
              </a:rPr>
              <a:t>will depend upon several factors such as: </a:t>
            </a:r>
            <a:endParaRPr lang="en-US" sz="1000" dirty="0">
              <a:latin typeface="Times New Roman" panose="02020603050405020304" pitchFamily="18" charset="0"/>
              <a:cs typeface="Times New Roman" panose="02020603050405020304" pitchFamily="18" charset="0"/>
            </a:endParaRPr>
          </a:p>
          <a:p>
            <a:pPr lvl="2">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obviousness </a:t>
            </a:r>
          </a:p>
          <a:p>
            <a:pPr lvl="2">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likelihood of occurrence </a:t>
            </a:r>
          </a:p>
          <a:p>
            <a:pPr lvl="2">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seriousness of consequence </a:t>
            </a:r>
          </a:p>
          <a:p>
            <a:pPr marL="57150" indent="0">
              <a:lnSpc>
                <a:spcPct val="150000"/>
              </a:lnSpc>
              <a:buNone/>
            </a:pPr>
            <a:endParaRPr lang="en-US" sz="1600" dirty="0">
              <a:latin typeface="Times New Roman" panose="02020603050405020304" pitchFamily="18" charset="0"/>
              <a:cs typeface="Times New Roman" panose="02020603050405020304" pitchFamily="18" charset="0"/>
            </a:endParaRPr>
          </a:p>
          <a:p>
            <a:pPr marL="57150" indent="0">
              <a:lnSpc>
                <a:spcPct val="150000"/>
              </a:lnSpc>
              <a:buNone/>
            </a:pPr>
            <a:r>
              <a:rPr lang="en-US" sz="1600" dirty="0">
                <a:latin typeface="Times New Roman" panose="02020603050405020304" pitchFamily="18" charset="0"/>
                <a:cs typeface="Times New Roman" panose="02020603050405020304" pitchFamily="18" charset="0"/>
              </a:rPr>
              <a:t>* Not in text</a:t>
            </a:r>
          </a:p>
        </p:txBody>
      </p:sp>
    </p:spTree>
    <p:extLst>
      <p:ext uri="{BB962C8B-B14F-4D97-AF65-F5344CB8AC3E}">
        <p14:creationId xmlns:p14="http://schemas.microsoft.com/office/powerpoint/2010/main" val="37998262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a:solidFill>
                  <a:schemeClr val="accent3"/>
                </a:solidFill>
                <a:latin typeface="Times New Roman" panose="02020603050405020304" pitchFamily="18" charset="0"/>
                <a:cs typeface="Times New Roman" panose="02020603050405020304" pitchFamily="18" charset="0"/>
              </a:rPr>
              <a:t>General principles governing breach of duty </a:t>
            </a:r>
            <a:r>
              <a:rPr lang="en-US" sz="2000" i="1">
                <a:solidFill>
                  <a:srgbClr val="00B050"/>
                </a:solidFill>
                <a:latin typeface="Times New Roman" panose="02020603050405020304" pitchFamily="18" charset="0"/>
                <a:cs typeface="Times New Roman" panose="02020603050405020304" pitchFamily="18" charset="0"/>
              </a:rPr>
              <a:t>Contd.</a:t>
            </a:r>
            <a:endParaRPr lang="en-AU" sz="2000" i="1">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marL="0" indent="0">
              <a:buNone/>
            </a:pPr>
            <a:r>
              <a:rPr lang="en-US" sz="2800" u="sng">
                <a:solidFill>
                  <a:srgbClr val="008000"/>
                </a:solidFill>
                <a:latin typeface="Times New Roman" panose="02020603050405020304" pitchFamily="18" charset="0"/>
                <a:cs typeface="Times New Roman" panose="02020603050405020304" pitchFamily="18" charset="0"/>
              </a:rPr>
              <a:t>Element 3: Reasonable precautions   </a:t>
            </a:r>
          </a:p>
          <a:p>
            <a:pPr marL="0" indent="0">
              <a:buNone/>
            </a:pPr>
            <a:endParaRPr lang="en-US" sz="100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The third element of Section 5B(1) is discussed in Part 3 of these slides </a:t>
            </a:r>
          </a:p>
        </p:txBody>
      </p:sp>
    </p:spTree>
    <p:extLst>
      <p:ext uri="{BB962C8B-B14F-4D97-AF65-F5344CB8AC3E}">
        <p14:creationId xmlns:p14="http://schemas.microsoft.com/office/powerpoint/2010/main" val="10883933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a:solidFill>
                  <a:schemeClr val="accent3"/>
                </a:solidFill>
                <a:latin typeface="Times New Roman" panose="02020603050405020304" pitchFamily="18" charset="0"/>
                <a:cs typeface="Times New Roman" panose="02020603050405020304" pitchFamily="18" charset="0"/>
              </a:rPr>
              <a:t>3. Responding to the foreseeable risk </a:t>
            </a:r>
            <a:endParaRPr lang="en-AU">
              <a:solidFill>
                <a:schemeClr val="accent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
            </a:pPr>
            <a:r>
              <a:rPr lang="en-US" sz="2800">
                <a:latin typeface="Times New Roman" panose="02020603050405020304" pitchFamily="18" charset="0"/>
                <a:cs typeface="Times New Roman" panose="02020603050405020304" pitchFamily="18" charset="0"/>
              </a:rPr>
              <a:t>If the harm to the plaintiff was foreseeable and the risks was “not insignificant”, the focus shifts to what </a:t>
            </a:r>
            <a:r>
              <a:rPr lang="en-US" sz="2800" b="1">
                <a:latin typeface="Times New Roman" panose="02020603050405020304" pitchFamily="18" charset="0"/>
                <a:cs typeface="Times New Roman" panose="02020603050405020304" pitchFamily="18" charset="0"/>
              </a:rPr>
              <a:t>precautions a reasonable person </a:t>
            </a:r>
            <a:r>
              <a:rPr lang="en-US" sz="2800">
                <a:latin typeface="Times New Roman" panose="02020603050405020304" pitchFamily="18" charset="0"/>
                <a:cs typeface="Times New Roman" panose="02020603050405020304" pitchFamily="18" charset="0"/>
              </a:rPr>
              <a:t>in the position of the defendant would have taken </a:t>
            </a:r>
          </a:p>
          <a:p>
            <a:pPr>
              <a:lnSpc>
                <a:spcPct val="150000"/>
              </a:lnSpc>
              <a:buFont typeface="Wingdings" panose="05000000000000000000" pitchFamily="2" charset="2"/>
              <a:buChar char="§"/>
            </a:pPr>
            <a:r>
              <a:rPr lang="en-US" sz="2800">
                <a:latin typeface="Times New Roman" panose="02020603050405020304" pitchFamily="18" charset="0"/>
                <a:cs typeface="Times New Roman" panose="02020603050405020304" pitchFamily="18" charset="0"/>
              </a:rPr>
              <a:t>Courts consider several factors as part of the “</a:t>
            </a:r>
            <a:r>
              <a:rPr lang="en-US" sz="2800" u="sng">
                <a:latin typeface="Times New Roman" panose="02020603050405020304" pitchFamily="18" charset="0"/>
                <a:cs typeface="Times New Roman" panose="02020603050405020304" pitchFamily="18" charset="0"/>
              </a:rPr>
              <a:t>calculus of negligence</a:t>
            </a:r>
            <a:r>
              <a:rPr lang="en-US" sz="280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8477239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a:solidFill>
                  <a:schemeClr val="accent3"/>
                </a:solidFill>
                <a:latin typeface="Times New Roman" panose="02020603050405020304" pitchFamily="18" charset="0"/>
                <a:cs typeface="Times New Roman" panose="02020603050405020304" pitchFamily="18" charset="0"/>
              </a:rPr>
              <a:t>Responding to the foreseeable risk </a:t>
            </a:r>
            <a:r>
              <a:rPr lang="en-US" sz="2000" i="1">
                <a:solidFill>
                  <a:srgbClr val="00B050"/>
                </a:solidFill>
                <a:latin typeface="Times New Roman" panose="02020603050405020304" pitchFamily="18" charset="0"/>
                <a:cs typeface="Times New Roman" panose="02020603050405020304" pitchFamily="18" charset="0"/>
              </a:rPr>
              <a:t>Contd.</a:t>
            </a:r>
            <a:endParaRPr lang="en-AU" sz="2000" i="1">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marL="0" indent="0">
              <a:lnSpc>
                <a:spcPct val="150000"/>
              </a:lnSpc>
              <a:buNone/>
            </a:pPr>
            <a:r>
              <a:rPr lang="en-US" sz="2400" dirty="0">
                <a:latin typeface="Times New Roman" panose="02020603050405020304" pitchFamily="18" charset="0"/>
                <a:cs typeface="Times New Roman" panose="02020603050405020304" pitchFamily="18" charset="0"/>
                <a:hlinkClick r:id="rId3"/>
              </a:rPr>
              <a:t>Section 5B(2) </a:t>
            </a:r>
            <a:r>
              <a:rPr lang="en-US" sz="2400" dirty="0">
                <a:latin typeface="Times New Roman" panose="02020603050405020304" pitchFamily="18" charset="0"/>
                <a:cs typeface="Times New Roman" panose="02020603050405020304" pitchFamily="18" charset="0"/>
              </a:rPr>
              <a:t>codifies four such factors: </a:t>
            </a:r>
          </a:p>
          <a:p>
            <a:pPr marL="457200" lvl="1" indent="0">
              <a:lnSpc>
                <a:spcPct val="150000"/>
              </a:lnSpc>
              <a:buNone/>
            </a:pPr>
            <a:r>
              <a:rPr lang="en-US" sz="2400" b="0" i="0" u="none" strike="noStrike" baseline="0" dirty="0">
                <a:latin typeface="TimesNewRomanPSMT"/>
              </a:rPr>
              <a:t>In determining whether a reasonable person would have taken </a:t>
            </a:r>
            <a:r>
              <a:rPr lang="en-US" sz="2400" b="1" i="0" u="none" strike="noStrike" baseline="0" dirty="0">
                <a:latin typeface="TimesNewRomanPSMT"/>
              </a:rPr>
              <a:t>precautions</a:t>
            </a:r>
            <a:r>
              <a:rPr lang="en-US" sz="2400" b="0" i="0" u="none" strike="noStrike" baseline="0" dirty="0">
                <a:latin typeface="TimesNewRomanPSMT"/>
              </a:rPr>
              <a:t> against a risk of harm, the court is to consider the following (</a:t>
            </a:r>
            <a:r>
              <a:rPr lang="en-US" sz="2400" b="0" i="1" u="none" strike="noStrike" baseline="0" dirty="0">
                <a:latin typeface="TimesNewRomanPSMT"/>
              </a:rPr>
              <a:t>amongst other relevant things</a:t>
            </a:r>
            <a:r>
              <a:rPr lang="en-US" sz="2400" b="0" i="0" u="none" strike="noStrike" baseline="0" dirty="0">
                <a:latin typeface="TimesNewRomanPSMT"/>
              </a:rPr>
              <a:t>)—</a:t>
            </a:r>
          </a:p>
          <a:p>
            <a:pPr marL="0" indent="0" algn="l">
              <a:lnSpc>
                <a:spcPct val="150000"/>
              </a:lnSpc>
              <a:buNone/>
            </a:pPr>
            <a:r>
              <a:rPr lang="en-US" sz="2400" b="0" i="0" u="none" strike="noStrike" baseline="0" dirty="0">
                <a:latin typeface="TimesNewRomanPSMT"/>
              </a:rPr>
              <a:t>	(a) the </a:t>
            </a:r>
            <a:r>
              <a:rPr lang="en-US" sz="2400" b="0" i="0" u="sng" strike="noStrike" baseline="0" dirty="0">
                <a:latin typeface="TimesNewRomanPSMT"/>
              </a:rPr>
              <a:t>probability</a:t>
            </a:r>
            <a:r>
              <a:rPr lang="en-US" sz="2400" b="0" i="0" u="none" strike="noStrike" baseline="0" dirty="0">
                <a:latin typeface="TimesNewRomanPSMT"/>
              </a:rPr>
              <a:t> that the harm would occur if care were not taken,</a:t>
            </a:r>
          </a:p>
          <a:p>
            <a:pPr marL="0" indent="0" algn="l">
              <a:lnSpc>
                <a:spcPct val="150000"/>
              </a:lnSpc>
              <a:buNone/>
            </a:pPr>
            <a:r>
              <a:rPr lang="en-US" sz="2400" b="0" i="0" u="none" strike="noStrike" baseline="0" dirty="0">
                <a:latin typeface="TimesNewRomanPSMT"/>
              </a:rPr>
              <a:t>	(b) the likely </a:t>
            </a:r>
            <a:r>
              <a:rPr lang="en-US" sz="2400" b="0" i="0" u="sng" strike="noStrike" baseline="0" dirty="0">
                <a:latin typeface="TimesNewRomanPSMT"/>
              </a:rPr>
              <a:t>seriousness</a:t>
            </a:r>
            <a:r>
              <a:rPr lang="en-US" sz="2400" b="0" i="0" u="none" strike="noStrike" baseline="0" dirty="0">
                <a:latin typeface="TimesNewRomanPSMT"/>
              </a:rPr>
              <a:t> of the harm,</a:t>
            </a:r>
          </a:p>
          <a:p>
            <a:pPr marL="0" indent="0" algn="l">
              <a:lnSpc>
                <a:spcPct val="150000"/>
              </a:lnSpc>
              <a:buNone/>
            </a:pPr>
            <a:r>
              <a:rPr lang="en-US" sz="2400" b="0" i="0" u="none" strike="noStrike" baseline="0" dirty="0">
                <a:latin typeface="TimesNewRomanPSMT"/>
              </a:rPr>
              <a:t>	(c) the </a:t>
            </a:r>
            <a:r>
              <a:rPr lang="en-US" sz="2400" b="0" i="0" u="sng" strike="noStrike" baseline="0" dirty="0">
                <a:latin typeface="TimesNewRomanPSMT"/>
              </a:rPr>
              <a:t>burden</a:t>
            </a:r>
            <a:r>
              <a:rPr lang="en-US" sz="2400" b="0" i="0" u="none" strike="noStrike" baseline="0" dirty="0">
                <a:latin typeface="TimesNewRomanPSMT"/>
              </a:rPr>
              <a:t> of taking precautions to avoid the risk of harm,</a:t>
            </a:r>
          </a:p>
          <a:p>
            <a:pPr marL="0" indent="0" algn="l">
              <a:lnSpc>
                <a:spcPct val="150000"/>
              </a:lnSpc>
              <a:buNone/>
            </a:pPr>
            <a:r>
              <a:rPr lang="en-US" sz="2400" b="0" i="0" u="none" strike="noStrike" baseline="0" dirty="0">
                <a:latin typeface="TimesNewRomanPSMT"/>
              </a:rPr>
              <a:t>	(d) the </a:t>
            </a:r>
            <a:r>
              <a:rPr lang="en-US" sz="2400" b="0" i="0" u="sng" strike="noStrike" baseline="0" dirty="0">
                <a:latin typeface="TimesNewRomanPSMT"/>
              </a:rPr>
              <a:t>social utility</a:t>
            </a:r>
            <a:r>
              <a:rPr lang="en-US" sz="2400" b="0" i="0" u="none" strike="noStrike" baseline="0" dirty="0">
                <a:latin typeface="TimesNewRomanPSMT"/>
              </a:rPr>
              <a:t> of the activity that creates the risk of harm.</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96108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91948-33F7-6249-18CE-4148170F7F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E4CF09-6985-9AF6-89B9-14DA4946FB04}"/>
              </a:ext>
            </a:extLst>
          </p:cNvPr>
          <p:cNvSpPr>
            <a:spLocks noGrp="1"/>
          </p:cNvSpPr>
          <p:nvPr>
            <p:ph type="title"/>
          </p:nvPr>
        </p:nvSpPr>
        <p:spPr>
          <a:xfrm>
            <a:off x="720000" y="386398"/>
            <a:ext cx="8458276" cy="648000"/>
          </a:xfrm>
        </p:spPr>
        <p:txBody>
          <a:bodyPr>
            <a:normAutofit/>
          </a:bodyPr>
          <a:lstStyle/>
          <a:p>
            <a:r>
              <a:rPr lang="en-US" sz="2000">
                <a:solidFill>
                  <a:schemeClr val="accent3"/>
                </a:solidFill>
                <a:latin typeface="Times New Roman" panose="02020603050405020304" pitchFamily="18" charset="0"/>
                <a:cs typeface="Times New Roman" panose="02020603050405020304" pitchFamily="18" charset="0"/>
              </a:rPr>
              <a:t>Responding to the foreseeable risk </a:t>
            </a:r>
            <a:r>
              <a:rPr lang="en-US" sz="2000" i="1">
                <a:solidFill>
                  <a:srgbClr val="00B050"/>
                </a:solidFill>
                <a:latin typeface="Times New Roman" panose="02020603050405020304" pitchFamily="18" charset="0"/>
                <a:cs typeface="Times New Roman" panose="02020603050405020304" pitchFamily="18" charset="0"/>
              </a:rPr>
              <a:t>Contd.</a:t>
            </a:r>
            <a:endParaRPr lang="en-AU" sz="2000" i="1">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3901AC8-C3CE-32AB-3F9F-8066DD3463A6}"/>
              </a:ext>
            </a:extLst>
          </p:cNvPr>
          <p:cNvSpPr>
            <a:spLocks noGrp="1"/>
          </p:cNvSpPr>
          <p:nvPr>
            <p:ph idx="1"/>
          </p:nvPr>
        </p:nvSpPr>
        <p:spPr>
          <a:xfrm>
            <a:off x="720000" y="1396666"/>
            <a:ext cx="10800001" cy="5074936"/>
          </a:xfrm>
        </p:spPr>
        <p:txBody>
          <a:bodyPr>
            <a:noAutofit/>
          </a:bodyPr>
          <a:lstStyle/>
          <a:p>
            <a:pPr marL="0" indent="0">
              <a:lnSpc>
                <a:spcPct val="150000"/>
              </a:lnSpc>
              <a:buNone/>
            </a:pPr>
            <a:r>
              <a:rPr lang="en-US" sz="2400" dirty="0">
                <a:latin typeface="Times New Roman" panose="02020603050405020304" pitchFamily="18" charset="0"/>
                <a:cs typeface="Times New Roman" panose="02020603050405020304" pitchFamily="18" charset="0"/>
                <a:hlinkClick r:id="rId3"/>
              </a:rPr>
              <a:t>Section 5C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Other principles</a:t>
            </a:r>
          </a:p>
          <a:p>
            <a:pPr marL="0" indent="0">
              <a:lnSpc>
                <a:spcPct val="150000"/>
              </a:lnSpc>
              <a:buNone/>
            </a:pPr>
            <a:r>
              <a:rPr lang="en-US" sz="2400" dirty="0">
                <a:latin typeface="Times New Roman" panose="02020603050405020304" pitchFamily="18" charset="0"/>
                <a:cs typeface="Times New Roman" panose="02020603050405020304" pitchFamily="18" charset="0"/>
              </a:rPr>
              <a:t>In proceedings relating to liability for negligence—</a:t>
            </a:r>
          </a:p>
          <a:p>
            <a:pPr marL="457200" lvl="1" indent="0">
              <a:lnSpc>
                <a:spcPct val="150000"/>
              </a:lnSpc>
              <a:buNone/>
            </a:pPr>
            <a:r>
              <a:rPr lang="en-US" sz="2200" dirty="0">
                <a:latin typeface="Times New Roman" panose="02020603050405020304" pitchFamily="18" charset="0"/>
                <a:cs typeface="Times New Roman" panose="02020603050405020304" pitchFamily="18" charset="0"/>
              </a:rPr>
              <a:t>(a)  the burden of taking precautions to avoid a risk of harm includes the burden of taking precautions to avoid similar risks of harm for which the person may be responsible, and</a:t>
            </a:r>
          </a:p>
          <a:p>
            <a:pPr marL="457200" lvl="1" indent="0">
              <a:lnSpc>
                <a:spcPct val="150000"/>
              </a:lnSpc>
              <a:buNone/>
            </a:pPr>
            <a:r>
              <a:rPr lang="en-US" sz="2200" dirty="0">
                <a:latin typeface="Times New Roman" panose="02020603050405020304" pitchFamily="18" charset="0"/>
                <a:cs typeface="Times New Roman" panose="02020603050405020304" pitchFamily="18" charset="0"/>
              </a:rPr>
              <a:t>(b)  the fact that a risk of harm could have been avoided by doing something in a different way does not of itself give rise to or affect liability for the way in which the thing was done, and</a:t>
            </a:r>
          </a:p>
          <a:p>
            <a:pPr marL="457200" lvl="1" indent="0">
              <a:lnSpc>
                <a:spcPct val="150000"/>
              </a:lnSpc>
              <a:buNone/>
            </a:pPr>
            <a:r>
              <a:rPr lang="en-US" sz="2200" dirty="0">
                <a:latin typeface="Times New Roman" panose="02020603050405020304" pitchFamily="18" charset="0"/>
                <a:cs typeface="Times New Roman" panose="02020603050405020304" pitchFamily="18" charset="0"/>
              </a:rPr>
              <a:t>(c)  the subsequent taking of action that would (had the action been taken earlier) have avoided a risk of harm does not of itself give rise to or affect liability in respect of the risk and does not of itself constitute an admission of liability in connection with the risk.</a:t>
            </a:r>
          </a:p>
          <a:p>
            <a:pPr marL="0" indent="0">
              <a:lnSpc>
                <a:spcPct val="150000"/>
              </a:lnSpc>
              <a:buNone/>
            </a:pPr>
            <a:r>
              <a:rPr lang="en-US"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7165167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a:solidFill>
                  <a:schemeClr val="accent3"/>
                </a:solidFill>
                <a:latin typeface="Times New Roman" panose="02020603050405020304" pitchFamily="18" charset="0"/>
                <a:cs typeface="Times New Roman" panose="02020603050405020304" pitchFamily="18" charset="0"/>
              </a:rPr>
              <a:t>Responding to the foreseeable risk </a:t>
            </a:r>
            <a:r>
              <a:rPr lang="en-US" sz="2000" i="1">
                <a:solidFill>
                  <a:srgbClr val="00B050"/>
                </a:solidFill>
                <a:latin typeface="Times New Roman" panose="02020603050405020304" pitchFamily="18" charset="0"/>
                <a:cs typeface="Times New Roman" panose="02020603050405020304" pitchFamily="18" charset="0"/>
              </a:rPr>
              <a:t>Contd.</a:t>
            </a:r>
            <a:endParaRPr lang="en-AU" sz="2000" i="1">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
            </a:pPr>
            <a:r>
              <a:rPr lang="en-US" sz="2800">
                <a:latin typeface="Times New Roman" panose="02020603050405020304" pitchFamily="18" charset="0"/>
                <a:cs typeface="Times New Roman" panose="02020603050405020304" pitchFamily="18" charset="0"/>
              </a:rPr>
              <a:t>Consider the decision in </a:t>
            </a:r>
            <a:r>
              <a:rPr lang="en-US" sz="2800" i="1">
                <a:solidFill>
                  <a:srgbClr val="0070C0"/>
                </a:solidFill>
                <a:latin typeface="Times New Roman" panose="02020603050405020304" pitchFamily="18" charset="0"/>
                <a:cs typeface="Times New Roman" panose="02020603050405020304" pitchFamily="18" charset="0"/>
              </a:rPr>
              <a:t>Romeo v Conservation Commission </a:t>
            </a:r>
            <a:r>
              <a:rPr lang="en-US" sz="2800">
                <a:solidFill>
                  <a:srgbClr val="0070C0"/>
                </a:solidFill>
                <a:latin typeface="Times New Roman" panose="02020603050405020304" pitchFamily="18" charset="0"/>
                <a:cs typeface="Times New Roman" panose="02020603050405020304" pitchFamily="18" charset="0"/>
              </a:rPr>
              <a:t>(1998) 192 CLR 431</a:t>
            </a:r>
            <a:r>
              <a:rPr lang="en-US" sz="2800">
                <a:latin typeface="Times New Roman" panose="02020603050405020304" pitchFamily="18" charset="0"/>
                <a:cs typeface="Times New Roman" panose="02020603050405020304" pitchFamily="18" charset="0"/>
              </a:rPr>
              <a:t> </a:t>
            </a:r>
            <a:r>
              <a:rPr lang="en-US" sz="2800">
                <a:solidFill>
                  <a:srgbClr val="7030A0"/>
                </a:solidFill>
                <a:latin typeface="Times New Roman" panose="02020603050405020304" pitchFamily="18" charset="0"/>
                <a:cs typeface="Times New Roman" panose="02020603050405020304" pitchFamily="18" charset="0"/>
              </a:rPr>
              <a:t>(facts discussed earlier) </a:t>
            </a:r>
            <a:endParaRPr lang="en-US" sz="280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r>
              <a:rPr lang="en-US" sz="2800">
                <a:latin typeface="Times New Roman" panose="02020603050405020304" pitchFamily="18" charset="0"/>
                <a:cs typeface="Times New Roman" panose="02020603050405020304" pitchFamily="18" charset="0"/>
              </a:rPr>
              <a:t>Kirby J, who was part of the majority, noted: </a:t>
            </a:r>
            <a:endParaRPr lang="en-US" sz="1000">
              <a:latin typeface="Times New Roman" panose="02020603050405020304" pitchFamily="18" charset="0"/>
              <a:cs typeface="Times New Roman" panose="02020603050405020304" pitchFamily="18" charset="0"/>
            </a:endParaRPr>
          </a:p>
          <a:p>
            <a:pPr marL="457200" lvl="1" indent="0">
              <a:lnSpc>
                <a:spcPct val="150000"/>
              </a:lnSpc>
              <a:buNone/>
            </a:pPr>
            <a:r>
              <a:rPr lang="en-US" sz="2600">
                <a:latin typeface="Times New Roman" panose="02020603050405020304" pitchFamily="18" charset="0"/>
                <a:cs typeface="Times New Roman" panose="02020603050405020304" pitchFamily="18" charset="0"/>
              </a:rPr>
              <a:t>The question whether the defendant has met the requisite standard of the reasonable person must be assessed on the </a:t>
            </a:r>
            <a:r>
              <a:rPr lang="en-US" sz="2600" u="sng">
                <a:latin typeface="Times New Roman" panose="02020603050405020304" pitchFamily="18" charset="0"/>
                <a:cs typeface="Times New Roman" panose="02020603050405020304" pitchFamily="18" charset="0"/>
              </a:rPr>
              <a:t>facts of each case</a:t>
            </a:r>
            <a:r>
              <a:rPr lang="en-US" sz="2600">
                <a:latin typeface="Times New Roman" panose="02020603050405020304" pitchFamily="18" charset="0"/>
                <a:cs typeface="Times New Roman" panose="02020603050405020304" pitchFamily="18" charset="0"/>
              </a:rPr>
              <a:t> with reference to consideration such as those collected by Mason J in </a:t>
            </a:r>
            <a:r>
              <a:rPr lang="en-US" sz="2600" i="1">
                <a:latin typeface="Times New Roman" panose="02020603050405020304" pitchFamily="18" charset="0"/>
                <a:cs typeface="Times New Roman" panose="02020603050405020304" pitchFamily="18" charset="0"/>
              </a:rPr>
              <a:t>Shirt</a:t>
            </a:r>
            <a:r>
              <a:rPr lang="en-US" sz="2600">
                <a:latin typeface="Times New Roman" panose="02020603050405020304" pitchFamily="18" charset="0"/>
                <a:cs typeface="Times New Roman" panose="02020603050405020304" pitchFamily="18" charset="0"/>
              </a:rPr>
              <a:t>. These </a:t>
            </a:r>
            <a:r>
              <a:rPr lang="en-US" sz="2600" u="sng">
                <a:latin typeface="Times New Roman" panose="02020603050405020304" pitchFamily="18" charset="0"/>
                <a:cs typeface="Times New Roman" panose="02020603050405020304" pitchFamily="18" charset="0"/>
              </a:rPr>
              <a:t>considerations</a:t>
            </a:r>
            <a:r>
              <a:rPr lang="en-US" sz="2600">
                <a:latin typeface="Times New Roman" panose="02020603050405020304" pitchFamily="18" charset="0"/>
                <a:cs typeface="Times New Roman" panose="02020603050405020304" pitchFamily="18" charset="0"/>
              </a:rPr>
              <a:t> provide a framework for determining which risks the defendant should guard against and which it can safely ignore. </a:t>
            </a:r>
          </a:p>
          <a:p>
            <a:pPr marL="0" indent="0">
              <a:buNone/>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47476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a:solidFill>
                  <a:schemeClr val="accent3"/>
                </a:solidFill>
                <a:latin typeface="Times New Roman" panose="02020603050405020304" pitchFamily="18" charset="0"/>
                <a:cs typeface="Times New Roman" panose="02020603050405020304" pitchFamily="18" charset="0"/>
              </a:rPr>
              <a:t>Responding to the foreseeable risk </a:t>
            </a:r>
            <a:r>
              <a:rPr lang="en-US" sz="2000" i="1">
                <a:solidFill>
                  <a:srgbClr val="00B050"/>
                </a:solidFill>
                <a:latin typeface="Times New Roman" panose="02020603050405020304" pitchFamily="18" charset="0"/>
                <a:cs typeface="Times New Roman" panose="02020603050405020304" pitchFamily="18" charset="0"/>
              </a:rPr>
              <a:t>Contd.</a:t>
            </a:r>
            <a:endParaRPr lang="en-AU" sz="2000" i="1">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
            </a:pPr>
            <a:r>
              <a:rPr lang="en-US" sz="2800">
                <a:latin typeface="Times New Roman" panose="02020603050405020304" pitchFamily="18" charset="0"/>
                <a:cs typeface="Times New Roman" panose="02020603050405020304" pitchFamily="18" charset="0"/>
              </a:rPr>
              <a:t>The majority did </a:t>
            </a:r>
            <a:r>
              <a:rPr lang="en-US" sz="2800" u="sng">
                <a:latin typeface="Times New Roman" panose="02020603050405020304" pitchFamily="18" charset="0"/>
                <a:cs typeface="Times New Roman" panose="02020603050405020304" pitchFamily="18" charset="0"/>
              </a:rPr>
              <a:t>not</a:t>
            </a:r>
            <a:r>
              <a:rPr lang="en-US" sz="2800">
                <a:latin typeface="Times New Roman" panose="02020603050405020304" pitchFamily="18" charset="0"/>
                <a:cs typeface="Times New Roman" panose="02020603050405020304" pitchFamily="18" charset="0"/>
              </a:rPr>
              <a:t> find a breach of the duty in </a:t>
            </a:r>
            <a:r>
              <a:rPr lang="en-US" sz="2800" i="1">
                <a:solidFill>
                  <a:srgbClr val="0070C0"/>
                </a:solidFill>
                <a:latin typeface="Times New Roman" panose="02020603050405020304" pitchFamily="18" charset="0"/>
                <a:cs typeface="Times New Roman" panose="02020603050405020304" pitchFamily="18" charset="0"/>
              </a:rPr>
              <a:t>Romeo </a:t>
            </a:r>
            <a:endParaRPr lang="en-US" sz="280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r>
              <a:rPr lang="en-US" sz="2800">
                <a:latin typeface="Times New Roman" panose="02020603050405020304" pitchFamily="18" charset="0"/>
                <a:cs typeface="Times New Roman" panose="02020603050405020304" pitchFamily="18" charset="0"/>
              </a:rPr>
              <a:t>Kirby J reasoned: </a:t>
            </a:r>
            <a:endParaRPr lang="en-US" sz="1000">
              <a:latin typeface="Times New Roman" panose="02020603050405020304" pitchFamily="18" charset="0"/>
              <a:cs typeface="Times New Roman" panose="02020603050405020304" pitchFamily="18" charset="0"/>
            </a:endParaRPr>
          </a:p>
          <a:p>
            <a:pPr marL="457200" lvl="1" indent="0">
              <a:lnSpc>
                <a:spcPct val="150000"/>
              </a:lnSpc>
              <a:buNone/>
            </a:pPr>
            <a:r>
              <a:rPr lang="en-US" sz="2600">
                <a:latin typeface="Times New Roman" panose="02020603050405020304" pitchFamily="18" charset="0"/>
                <a:cs typeface="Times New Roman" panose="02020603050405020304" pitchFamily="18" charset="0"/>
              </a:rPr>
              <a:t>The perceived </a:t>
            </a:r>
            <a:r>
              <a:rPr lang="en-US" sz="2600" b="1">
                <a:latin typeface="Times New Roman" panose="02020603050405020304" pitchFamily="18" charset="0"/>
                <a:cs typeface="Times New Roman" panose="02020603050405020304" pitchFamily="18" charset="0"/>
              </a:rPr>
              <a:t>magnitude of risk</a:t>
            </a:r>
            <a:r>
              <a:rPr lang="en-US" sz="2600">
                <a:latin typeface="Times New Roman" panose="02020603050405020304" pitchFamily="18" charset="0"/>
                <a:cs typeface="Times New Roman" panose="02020603050405020304" pitchFamily="18" charset="0"/>
              </a:rPr>
              <a:t>, the </a:t>
            </a:r>
            <a:r>
              <a:rPr lang="en-US" sz="2600" b="1">
                <a:latin typeface="Times New Roman" panose="02020603050405020304" pitchFamily="18" charset="0"/>
                <a:cs typeface="Times New Roman" panose="02020603050405020304" pitchFamily="18" charset="0"/>
              </a:rPr>
              <a:t>remote possibility </a:t>
            </a:r>
            <a:r>
              <a:rPr lang="en-US" sz="2600">
                <a:latin typeface="Times New Roman" panose="02020603050405020304" pitchFamily="18" charset="0"/>
                <a:cs typeface="Times New Roman" panose="02020603050405020304" pitchFamily="18" charset="0"/>
              </a:rPr>
              <a:t>that an accident would occur, the </a:t>
            </a:r>
            <a:r>
              <a:rPr lang="en-US" sz="2600" b="1">
                <a:latin typeface="Times New Roman" panose="02020603050405020304" pitchFamily="18" charset="0"/>
                <a:cs typeface="Times New Roman" panose="02020603050405020304" pitchFamily="18" charset="0"/>
              </a:rPr>
              <a:t>expense</a:t>
            </a:r>
            <a:r>
              <a:rPr lang="en-US" sz="2600">
                <a:latin typeface="Times New Roman" panose="02020603050405020304" pitchFamily="18" charset="0"/>
                <a:cs typeface="Times New Roman" panose="02020603050405020304" pitchFamily="18" charset="0"/>
              </a:rPr>
              <a:t>, </a:t>
            </a:r>
            <a:r>
              <a:rPr lang="en-US" sz="2600" b="1">
                <a:latin typeface="Times New Roman" panose="02020603050405020304" pitchFamily="18" charset="0"/>
                <a:cs typeface="Times New Roman" panose="02020603050405020304" pitchFamily="18" charset="0"/>
              </a:rPr>
              <a:t>difficulty and inconvenience </a:t>
            </a:r>
            <a:r>
              <a:rPr lang="en-US" sz="2600">
                <a:latin typeface="Times New Roman" panose="02020603050405020304" pitchFamily="18" charset="0"/>
                <a:cs typeface="Times New Roman" panose="02020603050405020304" pitchFamily="18" charset="0"/>
              </a:rPr>
              <a:t>of alleviating conduct and the </a:t>
            </a:r>
            <a:r>
              <a:rPr lang="en-US" sz="2600" b="1">
                <a:latin typeface="Times New Roman" panose="02020603050405020304" pitchFamily="18" charset="0"/>
                <a:cs typeface="Times New Roman" panose="02020603050405020304" pitchFamily="18" charset="0"/>
              </a:rPr>
              <a:t>other priorities </a:t>
            </a:r>
            <a:r>
              <a:rPr lang="en-US" sz="2600">
                <a:latin typeface="Times New Roman" panose="02020603050405020304" pitchFamily="18" charset="0"/>
                <a:cs typeface="Times New Roman" panose="02020603050405020304" pitchFamily="18" charset="0"/>
              </a:rPr>
              <a:t>of the Commission confirm the conclusion that breach of the Commission’s duty of care to the appellant was not established. </a:t>
            </a:r>
          </a:p>
        </p:txBody>
      </p:sp>
    </p:spTree>
    <p:extLst>
      <p:ext uri="{BB962C8B-B14F-4D97-AF65-F5344CB8AC3E}">
        <p14:creationId xmlns:p14="http://schemas.microsoft.com/office/powerpoint/2010/main" val="29054387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a:solidFill>
                  <a:schemeClr val="accent3"/>
                </a:solidFill>
                <a:latin typeface="Times New Roman" panose="02020603050405020304" pitchFamily="18" charset="0"/>
                <a:cs typeface="Times New Roman" panose="02020603050405020304" pitchFamily="18" charset="0"/>
              </a:rPr>
              <a:t>Responding to the foreseeable risk </a:t>
            </a:r>
            <a:r>
              <a:rPr lang="en-US" sz="2000" i="1">
                <a:solidFill>
                  <a:srgbClr val="00B050"/>
                </a:solidFill>
                <a:latin typeface="Times New Roman" panose="02020603050405020304" pitchFamily="18" charset="0"/>
                <a:cs typeface="Times New Roman" panose="02020603050405020304" pitchFamily="18" charset="0"/>
              </a:rPr>
              <a:t>Contd.</a:t>
            </a:r>
            <a:endParaRPr lang="en-AU" sz="2000" i="1">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It is worth noting that </a:t>
            </a:r>
            <a:r>
              <a:rPr lang="en-US" sz="2800" i="1" dirty="0">
                <a:solidFill>
                  <a:srgbClr val="0070C0"/>
                </a:solidFill>
                <a:latin typeface="Times New Roman" panose="02020603050405020304" pitchFamily="18" charset="0"/>
                <a:cs typeface="Times New Roman" panose="02020603050405020304" pitchFamily="18" charset="0"/>
              </a:rPr>
              <a:t>Romeo</a:t>
            </a:r>
            <a:r>
              <a:rPr lang="en-US" sz="2800" dirty="0">
                <a:latin typeface="Times New Roman" panose="02020603050405020304" pitchFamily="18" charset="0"/>
                <a:cs typeface="Times New Roman" panose="02020603050405020304" pitchFamily="18" charset="0"/>
              </a:rPr>
              <a:t> was decided prior to the enactment of the CLA (but still stands as </a:t>
            </a:r>
            <a:r>
              <a:rPr lang="en-US" sz="2800">
                <a:latin typeface="Times New Roman" panose="02020603050405020304" pitchFamily="18" charset="0"/>
                <a:cs typeface="Times New Roman" panose="02020603050405020304" pitchFamily="18" charset="0"/>
              </a:rPr>
              <a:t>sound principle)</a:t>
            </a:r>
            <a:endParaRPr lang="en-US" sz="28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However, a specific analysis of Section 5B was done in </a:t>
            </a:r>
            <a:r>
              <a:rPr lang="en-US" sz="2800" i="1" dirty="0">
                <a:solidFill>
                  <a:srgbClr val="0070C0"/>
                </a:solidFill>
                <a:latin typeface="Times New Roman" panose="02020603050405020304" pitchFamily="18" charset="0"/>
                <a:cs typeface="Times New Roman" panose="02020603050405020304" pitchFamily="18" charset="0"/>
              </a:rPr>
              <a:t>RTA of NSW v Refrigerated Roadways </a:t>
            </a:r>
            <a:r>
              <a:rPr lang="en-US" sz="2800" dirty="0">
                <a:solidFill>
                  <a:srgbClr val="0070C0"/>
                </a:solidFill>
                <a:latin typeface="Times New Roman" panose="02020603050405020304" pitchFamily="18" charset="0"/>
                <a:cs typeface="Times New Roman" panose="02020603050405020304" pitchFamily="18" charset="0"/>
              </a:rPr>
              <a:t>[2009] NSWCA 263 </a:t>
            </a:r>
            <a:r>
              <a:rPr lang="en-US" sz="2800" dirty="0">
                <a:solidFill>
                  <a:srgbClr val="7030A0"/>
                </a:solidFill>
                <a:latin typeface="Times New Roman" panose="02020603050405020304" pitchFamily="18" charset="0"/>
                <a:cs typeface="Times New Roman" panose="02020603050405020304" pitchFamily="18" charset="0"/>
              </a:rPr>
              <a:t>(facts discussed earlier) </a:t>
            </a:r>
            <a:endParaRPr lang="en-US" sz="28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Campbell JA clarified that ‘Section 5B presupposes the existence of the law of negligence, and operates against its background.’ </a:t>
            </a:r>
          </a:p>
        </p:txBody>
      </p:sp>
    </p:spTree>
    <p:extLst>
      <p:ext uri="{BB962C8B-B14F-4D97-AF65-F5344CB8AC3E}">
        <p14:creationId xmlns:p14="http://schemas.microsoft.com/office/powerpoint/2010/main" val="19648854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a:solidFill>
                  <a:schemeClr val="accent3"/>
                </a:solidFill>
                <a:latin typeface="Times New Roman" panose="02020603050405020304" pitchFamily="18" charset="0"/>
                <a:cs typeface="Times New Roman" panose="02020603050405020304" pitchFamily="18" charset="0"/>
              </a:rPr>
              <a:t>Responding to the foreseeable risk </a:t>
            </a:r>
            <a:r>
              <a:rPr lang="en-US" sz="2000" i="1">
                <a:solidFill>
                  <a:srgbClr val="00B050"/>
                </a:solidFill>
                <a:latin typeface="Times New Roman" panose="02020603050405020304" pitchFamily="18" charset="0"/>
                <a:cs typeface="Times New Roman" panose="02020603050405020304" pitchFamily="18" charset="0"/>
              </a:rPr>
              <a:t>Contd.</a:t>
            </a:r>
            <a:endParaRPr lang="en-AU" sz="2000" i="1">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Confirming that </a:t>
            </a:r>
            <a:r>
              <a:rPr lang="en-US" sz="2800" b="1" dirty="0">
                <a:latin typeface="Times New Roman" panose="02020603050405020304" pitchFamily="18" charset="0"/>
                <a:cs typeface="Times New Roman" panose="02020603050405020304" pitchFamily="18" charset="0"/>
              </a:rPr>
              <a:t>no breach of the duty</a:t>
            </a:r>
            <a:r>
              <a:rPr lang="en-US" sz="2800" dirty="0">
                <a:latin typeface="Times New Roman" panose="02020603050405020304" pitchFamily="18" charset="0"/>
                <a:cs typeface="Times New Roman" panose="02020603050405020304" pitchFamily="18" charset="0"/>
              </a:rPr>
              <a:t> was made out, Campbell JA reasoned: </a:t>
            </a:r>
            <a:endParaRPr lang="en-US" sz="1000" dirty="0">
              <a:latin typeface="Times New Roman" panose="02020603050405020304" pitchFamily="18" charset="0"/>
              <a:cs typeface="Times New Roman" panose="02020603050405020304" pitchFamily="18" charset="0"/>
            </a:endParaRPr>
          </a:p>
          <a:p>
            <a:pPr marL="457200" lvl="1" indent="0">
              <a:lnSpc>
                <a:spcPct val="150000"/>
              </a:lnSpc>
              <a:buNone/>
            </a:pPr>
            <a:r>
              <a:rPr lang="en-US" sz="2600" dirty="0">
                <a:latin typeface="Times New Roman" panose="02020603050405020304" pitchFamily="18" charset="0"/>
                <a:cs typeface="Times New Roman" panose="02020603050405020304" pitchFamily="18" charset="0"/>
              </a:rPr>
              <a:t>One can say … that </a:t>
            </a:r>
            <a:r>
              <a:rPr lang="en-US" sz="2600" i="1" dirty="0">
                <a:latin typeface="Times New Roman" panose="02020603050405020304" pitchFamily="18" charset="0"/>
                <a:cs typeface="Times New Roman" panose="02020603050405020304" pitchFamily="18" charset="0"/>
              </a:rPr>
              <a:t>it is always predictable that someone might drop an object from a bridge, and that possibility of that happening is not far-fetched or fanciful</a:t>
            </a:r>
            <a:r>
              <a:rPr lang="en-US" sz="2600" dirty="0">
                <a:latin typeface="Times New Roman" panose="02020603050405020304" pitchFamily="18" charset="0"/>
                <a:cs typeface="Times New Roman" panose="02020603050405020304" pitchFamily="18" charset="0"/>
              </a:rPr>
              <a:t> … </a:t>
            </a:r>
            <a:r>
              <a:rPr lang="en-US" sz="2600" b="1" dirty="0">
                <a:latin typeface="Times New Roman" panose="02020603050405020304" pitchFamily="18" charset="0"/>
                <a:cs typeface="Times New Roman" panose="02020603050405020304" pitchFamily="18" charset="0"/>
              </a:rPr>
              <a:t>However, before a roads authority is negligent </a:t>
            </a:r>
            <a:r>
              <a:rPr lang="en-US" sz="2600" dirty="0">
                <a:latin typeface="Times New Roman" panose="02020603050405020304" pitchFamily="18" charset="0"/>
                <a:cs typeface="Times New Roman" panose="02020603050405020304" pitchFamily="18" charset="0"/>
              </a:rPr>
              <a:t>for having failed to screen the bridge </a:t>
            </a:r>
            <a:r>
              <a:rPr lang="en-US" sz="2600" u="sng" dirty="0">
                <a:latin typeface="Times New Roman" panose="02020603050405020304" pitchFamily="18" charset="0"/>
                <a:cs typeface="Times New Roman" panose="02020603050405020304" pitchFamily="18" charset="0"/>
              </a:rPr>
              <a:t>it must have failed to take a reasonable step that a reasonable roads authority would have taken</a:t>
            </a:r>
            <a:r>
              <a:rPr lang="en-US" sz="26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818151600"/>
      </p:ext>
    </p:extLst>
  </p:cSld>
  <p:clrMapOvr>
    <a:masterClrMapping/>
  </p:clrMapOvr>
</p:sld>
</file>

<file path=ppt/theme/theme1.xml><?xml version="1.0" encoding="utf-8"?>
<a:theme xmlns:a="http://schemas.openxmlformats.org/drawingml/2006/main" name="MAC UNI BASIC_Round 1 Draft for feedback">
  <a:themeElements>
    <a:clrScheme name="MQU Colours">
      <a:dk1>
        <a:sysClr val="windowText" lastClr="000000"/>
      </a:dk1>
      <a:lt1>
        <a:sysClr val="window" lastClr="FFFFFF"/>
      </a:lt1>
      <a:dk2>
        <a:srgbClr val="D6D2C4"/>
      </a:dk2>
      <a:lt2>
        <a:srgbClr val="E6E4DC"/>
      </a:lt2>
      <a:accent1>
        <a:srgbClr val="A6192E"/>
      </a:accent1>
      <a:accent2>
        <a:srgbClr val="76232F"/>
      </a:accent2>
      <a:accent3>
        <a:srgbClr val="D6001C"/>
      </a:accent3>
      <a:accent4>
        <a:srgbClr val="C6007E"/>
      </a:accent4>
      <a:accent5>
        <a:srgbClr val="80225F"/>
      </a:accent5>
      <a:accent6>
        <a:srgbClr val="373A36"/>
      </a:accent6>
      <a:hlink>
        <a:srgbClr val="A6192E"/>
      </a:hlink>
      <a:folHlink>
        <a:srgbClr val="954F72"/>
      </a:folHlink>
    </a:clrScheme>
    <a:fontScheme name="MQU">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MU-INT 16x9 Template _2016" id="{260B2EA1-E29E-8F43-8CD0-19C5943E9B3E}" vid="{17EFAF55-AA0F-074F-B88C-D92FD2EB114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82c514c1-a717-4087-be06-d40d2070ad52}" enabled="0" method="" siteId="{82c514c1-a717-4087-be06-d40d2070ad52}" removed="1"/>
</clbl:labelList>
</file>

<file path=docProps/app.xml><?xml version="1.0" encoding="utf-8"?>
<Properties xmlns="http://schemas.openxmlformats.org/officeDocument/2006/extended-properties" xmlns:vt="http://schemas.openxmlformats.org/officeDocument/2006/docPropsVTypes">
  <Template/>
  <TotalTime>284</TotalTime>
  <Words>2407</Words>
  <Application>Microsoft Macintosh PowerPoint</Application>
  <PresentationFormat>Widescreen</PresentationFormat>
  <Paragraphs>260</Paragraphs>
  <Slides>30</Slides>
  <Notes>30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Arial</vt:lpstr>
      <vt:lpstr>Calibri</vt:lpstr>
      <vt:lpstr>Courier New</vt:lpstr>
      <vt:lpstr>Georgia</vt:lpstr>
      <vt:lpstr>Times New Roman</vt:lpstr>
      <vt:lpstr>TimesNewRomanPSMT</vt:lpstr>
      <vt:lpstr>Wingdings</vt:lpstr>
      <vt:lpstr>MAC UNI BASIC_Round 1 Draft for feedback</vt:lpstr>
      <vt:lpstr>LAWS2400 / LAWS8040 – Torts  Topic 9 – Lecture 1 Standard of Care and Breach of Duty  </vt:lpstr>
      <vt:lpstr>Outline</vt:lpstr>
      <vt:lpstr>1. Overview </vt:lpstr>
      <vt:lpstr>2. General principles governing breach of duty </vt:lpstr>
      <vt:lpstr>General principles governing breach of duty Contd.</vt:lpstr>
      <vt:lpstr>General principles governing breach of duty Contd.</vt:lpstr>
      <vt:lpstr>General principles governing breach of duty Contd.</vt:lpstr>
      <vt:lpstr>General principles governing breach of duty Contd.</vt:lpstr>
      <vt:lpstr>General principles governing breach of duty Contd.</vt:lpstr>
      <vt:lpstr>General principles governing breach of duty Contd.</vt:lpstr>
      <vt:lpstr>General principles governing breach of duty Contd.</vt:lpstr>
      <vt:lpstr>General principles governing breach of duty Contd.</vt:lpstr>
      <vt:lpstr>General principles governing breach of duty Contd.</vt:lpstr>
      <vt:lpstr>General principles governing breach of duty Contd.</vt:lpstr>
      <vt:lpstr>General principles governing breach of duty Contd.</vt:lpstr>
      <vt:lpstr>General principles governing breach of duty Contd.</vt:lpstr>
      <vt:lpstr>General principles governing breach of duty Contd.</vt:lpstr>
      <vt:lpstr>General principles governing breach of duty Contd.</vt:lpstr>
      <vt:lpstr>General principles governing breach of duty Contd.</vt:lpstr>
      <vt:lpstr>General principles governing breach of duty Contd.</vt:lpstr>
      <vt:lpstr>General principles governing breach of duty Contd.</vt:lpstr>
      <vt:lpstr>General principles governing breach of duty Contd.</vt:lpstr>
      <vt:lpstr>General principles governing breach of duty Contd.</vt:lpstr>
      <vt:lpstr>3. Responding to the foreseeable risk </vt:lpstr>
      <vt:lpstr>Responding to the foreseeable risk Contd.</vt:lpstr>
      <vt:lpstr>Responding to the foreseeable risk Contd.</vt:lpstr>
      <vt:lpstr>Responding to the foreseeable risk Contd.</vt:lpstr>
      <vt:lpstr>Responding to the foreseeable risk Contd.</vt:lpstr>
      <vt:lpstr>Responding to the foreseeable risk Contd.</vt:lpstr>
      <vt:lpstr>Responding to the foreseeable risk Contd.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Amanda Head</cp:lastModifiedBy>
  <cp:revision>4</cp:revision>
  <dcterms:created xsi:type="dcterms:W3CDTF">2019-01-24T02:12:19Z</dcterms:created>
  <dcterms:modified xsi:type="dcterms:W3CDTF">2026-10-08T03:37:18Z</dcterms:modified>
</cp:coreProperties>
</file>