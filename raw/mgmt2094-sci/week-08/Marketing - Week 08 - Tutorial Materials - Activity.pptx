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 Ganzin" userId="34a3d3af-fdff-40dd-9adf-f30946fd3de7" providerId="ADAL" clId="{334D719B-A5FA-42E0-8E72-8B002D313920}"/>
    <pc:docChg chg="custSel modSld">
      <pc:chgData name="Max Ganzin" userId="34a3d3af-fdff-40dd-9adf-f30946fd3de7" providerId="ADAL" clId="{334D719B-A5FA-42E0-8E72-8B002D313920}" dt="2023-08-06T23:01:22.093" v="7" actId="313"/>
      <pc:docMkLst>
        <pc:docMk/>
      </pc:docMkLst>
      <pc:sldChg chg="modSp mod">
        <pc:chgData name="Max Ganzin" userId="34a3d3af-fdff-40dd-9adf-f30946fd3de7" providerId="ADAL" clId="{334D719B-A5FA-42E0-8E72-8B002D313920}" dt="2023-08-06T23:01:13.242" v="6" actId="27636"/>
        <pc:sldMkLst>
          <pc:docMk/>
          <pc:sldMk cId="1977783539" sldId="256"/>
        </pc:sldMkLst>
        <pc:spChg chg="mod">
          <ac:chgData name="Max Ganzin" userId="34a3d3af-fdff-40dd-9adf-f30946fd3de7" providerId="ADAL" clId="{334D719B-A5FA-42E0-8E72-8B002D313920}" dt="2023-08-06T23:01:13.242" v="6" actId="27636"/>
          <ac:spMkLst>
            <pc:docMk/>
            <pc:sldMk cId="1977783539" sldId="256"/>
            <ac:spMk id="2" creationId="{93AB3F0C-0627-4E51-A325-4F4E55096D93}"/>
          </ac:spMkLst>
        </pc:spChg>
      </pc:sldChg>
      <pc:sldChg chg="modSp mod">
        <pc:chgData name="Max Ganzin" userId="34a3d3af-fdff-40dd-9adf-f30946fd3de7" providerId="ADAL" clId="{334D719B-A5FA-42E0-8E72-8B002D313920}" dt="2023-08-06T23:01:22.093" v="7" actId="313"/>
        <pc:sldMkLst>
          <pc:docMk/>
          <pc:sldMk cId="3355683792" sldId="257"/>
        </pc:sldMkLst>
        <pc:spChg chg="mod">
          <ac:chgData name="Max Ganzin" userId="34a3d3af-fdff-40dd-9adf-f30946fd3de7" providerId="ADAL" clId="{334D719B-A5FA-42E0-8E72-8B002D313920}" dt="2023-08-06T23:01:22.093" v="7" actId="313"/>
          <ac:spMkLst>
            <pc:docMk/>
            <pc:sldMk cId="3355683792" sldId="257"/>
            <ac:spMk id="3" creationId="{20204DE6-B98E-4ECB-A66C-D0620C7226A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07-Aug-23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185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07-Aug-23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983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07-Aug-23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25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07-Aug-23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8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07-Aug-23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63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07-Aug-23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21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07-Aug-23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21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07-Aug-23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86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07-Aug-23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533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07-Aug-23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98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07-Aug-23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29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07-Aug-23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86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11" r:id="rId5"/>
    <p:sldLayoutId id="2147483705" r:id="rId6"/>
    <p:sldLayoutId id="2147483706" r:id="rId7"/>
    <p:sldLayoutId id="2147483707" r:id="rId8"/>
    <p:sldLayoutId id="2147483710" r:id="rId9"/>
    <p:sldLayoutId id="2147483708" r:id="rId10"/>
    <p:sldLayoutId id="21474837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C06E6C8D-8DEA-4823-AF66-247643321F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3" b="15477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6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B3F0C-0627-4E51-A325-4F4E55096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 fontScale="90000"/>
          </a:bodyPr>
          <a:lstStyle/>
          <a:p>
            <a:r>
              <a:rPr lang="en-US" sz="6600" dirty="0"/>
              <a:t>Week 8 </a:t>
            </a:r>
            <a:br>
              <a:rPr lang="en-US" sz="6600" dirty="0"/>
            </a:br>
            <a:r>
              <a:rPr lang="en-US" sz="6600" dirty="0"/>
              <a:t>MGMT2094 Tut Activity</a:t>
            </a:r>
            <a:endParaRPr lang="en-AU" sz="66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6D756-A991-44E0-90AF-6B8AD7E0DD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/>
          </a:bodyPr>
          <a:lstStyle/>
          <a:p>
            <a:r>
              <a:rPr lang="en-US"/>
              <a:t>Innovation and Group Innovation project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7783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9F3A9-61F1-454A-B2F7-B4FF0BB0A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ideas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04DE6-B98E-4ECB-A66C-D0620C722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your project groups</a:t>
            </a:r>
          </a:p>
          <a:p>
            <a:r>
              <a:rPr lang="en-US" dirty="0"/>
              <a:t>Come up with at least 10 worst ideas</a:t>
            </a:r>
          </a:p>
          <a:p>
            <a:r>
              <a:rPr lang="en-US" dirty="0"/>
              <a:t>From those worst ideas as a group come up and work on some not so bad ideas that could work.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/>
              <a:t>	E.g. </a:t>
            </a:r>
            <a:r>
              <a:rPr lang="en-US" dirty="0"/>
              <a:t>Hair in a Can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5683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14599-7DDC-478E-B4E6-9535742FC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Questioning Assumptions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B16AC-9B9A-4644-883D-50BCA4EDD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initial issue is: </a:t>
            </a:r>
          </a:p>
          <a:p>
            <a:r>
              <a:rPr lang="en-US" dirty="0"/>
              <a:t>We need to increase the sales of new 4WD </a:t>
            </a:r>
            <a:r>
              <a:rPr lang="en-US" dirty="0" err="1"/>
              <a:t>utes</a:t>
            </a:r>
            <a:r>
              <a:rPr lang="en-US" dirty="0"/>
              <a:t> to women</a:t>
            </a:r>
          </a:p>
          <a:p>
            <a:r>
              <a:rPr lang="en-US" dirty="0"/>
              <a:t>What assumptions do we need o make to be successful?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5EC54-13C8-4328-9EE4-3E8D0E507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151" y="4117876"/>
            <a:ext cx="4773336" cy="245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69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3B3A-3DBB-4A7F-97E9-E94C2003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Innovation Project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191D1-113F-418E-9C59-4B49142DA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your group discuss with your tutor what your idea is ?</a:t>
            </a:r>
          </a:p>
          <a:p>
            <a:r>
              <a:rPr lang="en-US" dirty="0"/>
              <a:t>Remember this is due via a Video presentation by Week 11.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863C0-44EF-49AF-8CBE-43C2F9E5F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880" y="3728720"/>
            <a:ext cx="6715760" cy="238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50272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DarkSeedLeftStep">
      <a:dk1>
        <a:srgbClr val="000000"/>
      </a:dk1>
      <a:lt1>
        <a:srgbClr val="FFFFFF"/>
      </a:lt1>
      <a:dk2>
        <a:srgbClr val="243041"/>
      </a:dk2>
      <a:lt2>
        <a:srgbClr val="E2E7E8"/>
      </a:lt2>
      <a:accent1>
        <a:srgbClr val="D55D3B"/>
      </a:accent1>
      <a:accent2>
        <a:srgbClr val="C32948"/>
      </a:accent2>
      <a:accent3>
        <a:srgbClr val="D53B9A"/>
      </a:accent3>
      <a:accent4>
        <a:srgbClr val="BE29C3"/>
      </a:accent4>
      <a:accent5>
        <a:srgbClr val="903BD5"/>
      </a:accent5>
      <a:accent6>
        <a:srgbClr val="5846CB"/>
      </a:accent6>
      <a:hlink>
        <a:srgbClr val="A757C7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F91421851E31478EE7C53FB6FD1544" ma:contentTypeVersion="13" ma:contentTypeDescription="Create a new document." ma:contentTypeScope="" ma:versionID="e9fbb65b50e0f3d0e0e3d3ad78c5dcd7">
  <xsd:schema xmlns:xsd="http://www.w3.org/2001/XMLSchema" xmlns:xs="http://www.w3.org/2001/XMLSchema" xmlns:p="http://schemas.microsoft.com/office/2006/metadata/properties" xmlns:ns2="5c6a83b5-6bc7-45fb-849e-d462072e39ad" xmlns:ns3="91a877b2-50d1-4f9d-96d3-99ce904f5266" targetNamespace="http://schemas.microsoft.com/office/2006/metadata/properties" ma:root="true" ma:fieldsID="b2286b973f1a264fb2a8fc53dcba742c" ns2:_="" ns3:_="">
    <xsd:import namespace="5c6a83b5-6bc7-45fb-849e-d462072e39ad"/>
    <xsd:import namespace="91a877b2-50d1-4f9d-96d3-99ce904f52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6a83b5-6bc7-45fb-849e-d462072e39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0f0fa888-949a-464e-a270-b091e030d5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877b2-50d1-4f9d-96d3-99ce904f526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3239754f-2fa8-4d5c-a191-686992fc9772}" ma:internalName="TaxCatchAll" ma:showField="CatchAllData" ma:web="91a877b2-50d1-4f9d-96d3-99ce904f52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c6a83b5-6bc7-45fb-849e-d462072e39ad">
      <Terms xmlns="http://schemas.microsoft.com/office/infopath/2007/PartnerControls"/>
    </lcf76f155ced4ddcb4097134ff3c332f>
    <TaxCatchAll xmlns="91a877b2-50d1-4f9d-96d3-99ce904f5266" xsi:nil="true"/>
  </documentManagement>
</p:properties>
</file>

<file path=customXml/itemProps1.xml><?xml version="1.0" encoding="utf-8"?>
<ds:datastoreItem xmlns:ds="http://schemas.openxmlformats.org/officeDocument/2006/customXml" ds:itemID="{0A7BC85D-BA89-4796-B967-261E93A1CDB7}"/>
</file>

<file path=customXml/itemProps2.xml><?xml version="1.0" encoding="utf-8"?>
<ds:datastoreItem xmlns:ds="http://schemas.openxmlformats.org/officeDocument/2006/customXml" ds:itemID="{365A4216-BBC7-4D33-AE49-D2E1F8D48B89}"/>
</file>

<file path=customXml/itemProps3.xml><?xml version="1.0" encoding="utf-8"?>
<ds:datastoreItem xmlns:ds="http://schemas.openxmlformats.org/officeDocument/2006/customXml" ds:itemID="{251D763C-6475-4CA0-9DCB-18B933565DA0}"/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114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Avenir Next LT Pro</vt:lpstr>
      <vt:lpstr>Calibri</vt:lpstr>
      <vt:lpstr>AccentBoxVTI</vt:lpstr>
      <vt:lpstr>Week 8  MGMT2094 Tut Activity</vt:lpstr>
      <vt:lpstr>Worst ideas</vt:lpstr>
      <vt:lpstr>Questioning Assumptions</vt:lpstr>
      <vt:lpstr>Group Innovation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  MGMT3904 Tut Activity</dc:title>
  <dc:creator>Deborah Howlett</dc:creator>
  <cp:lastModifiedBy>Max Ganzin</cp:lastModifiedBy>
  <cp:revision>3</cp:revision>
  <dcterms:created xsi:type="dcterms:W3CDTF">2020-09-27T04:03:28Z</dcterms:created>
  <dcterms:modified xsi:type="dcterms:W3CDTF">2023-08-06T23:01:22Z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0x0101003FF91421851E31478EE7C53FB6FD1544</vt:lpwstr>
  </property>
</Properties>
</file>