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8A80-D19F-8DED-6CC9-A61FFBC3A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Creative Gadgets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B93F0-C8B8-636F-F587-D282D939F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2094 Week 5 Tutorial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2417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D688-EA34-ED58-92AE-B862F054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Gadgets Exercise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BC2F-A4C4-5D89-8EC0-7EF90211E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12529"/>
                </a:solidFill>
                <a:effectLst/>
                <a:latin typeface="-apple-system"/>
              </a:rPr>
              <a:t>This week you brought gadgets from your second drawer in the kitchen. These gadgets are the most innovative and creative: the best are the ones that are the most unusual. </a:t>
            </a:r>
            <a:r>
              <a:rPr lang="en-US" b="1" dirty="0">
                <a:solidFill>
                  <a:srgbClr val="212529"/>
                </a:solidFill>
                <a:latin typeface="-apple-system"/>
              </a:rPr>
              <a:t>Let's</a:t>
            </a:r>
            <a:r>
              <a:rPr lang="en-US" b="1" i="0" dirty="0">
                <a:solidFill>
                  <a:srgbClr val="212529"/>
                </a:solidFill>
                <a:effectLst/>
                <a:latin typeface="-apple-system"/>
              </a:rPr>
              <a:t> disclose and guess in class.</a:t>
            </a:r>
          </a:p>
          <a:p>
            <a:r>
              <a:rPr lang="en-US" b="1" dirty="0">
                <a:solidFill>
                  <a:srgbClr val="212529"/>
                </a:solidFill>
                <a:latin typeface="-apple-system"/>
              </a:rPr>
              <a:t>Why are they innovative and/or creative?</a:t>
            </a:r>
          </a:p>
          <a:p>
            <a:r>
              <a:rPr lang="en-US" b="1" dirty="0">
                <a:solidFill>
                  <a:srgbClr val="212529"/>
                </a:solidFill>
                <a:latin typeface="-apple-system"/>
              </a:rPr>
              <a:t>Are they commercially viable/successful?</a:t>
            </a:r>
          </a:p>
          <a:p>
            <a:r>
              <a:rPr lang="en-US" b="1" dirty="0">
                <a:solidFill>
                  <a:srgbClr val="212529"/>
                </a:solidFill>
                <a:latin typeface="-apple-system"/>
              </a:rPr>
              <a:t>Can you create something similar?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0251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B10C-26C5-4FCC-483A-E9E30AB8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Innovative Project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D71C-ED8E-0A9B-E699-34D57FF1F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Work with your team on the Video Project</a:t>
            </a:r>
          </a:p>
          <a:p>
            <a:r>
              <a:rPr lang="en-US" sz="3200" dirty="0"/>
              <a:t>Create a schedule</a:t>
            </a:r>
          </a:p>
          <a:p>
            <a:r>
              <a:rPr lang="en-US" sz="3200" dirty="0"/>
              <a:t>Ask questions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29927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F91421851E31478EE7C53FB6FD1544" ma:contentTypeVersion="13" ma:contentTypeDescription="Create a new document." ma:contentTypeScope="" ma:versionID="e9fbb65b50e0f3d0e0e3d3ad78c5dcd7">
  <xsd:schema xmlns:xsd="http://www.w3.org/2001/XMLSchema" xmlns:xs="http://www.w3.org/2001/XMLSchema" xmlns:p="http://schemas.microsoft.com/office/2006/metadata/properties" xmlns:ns2="5c6a83b5-6bc7-45fb-849e-d462072e39ad" xmlns:ns3="91a877b2-50d1-4f9d-96d3-99ce904f5266" targetNamespace="http://schemas.microsoft.com/office/2006/metadata/properties" ma:root="true" ma:fieldsID="b2286b973f1a264fb2a8fc53dcba742c" ns2:_="" ns3:_="">
    <xsd:import namespace="5c6a83b5-6bc7-45fb-849e-d462072e39ad"/>
    <xsd:import namespace="91a877b2-50d1-4f9d-96d3-99ce904f5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6a83b5-6bc7-45fb-849e-d462072e3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77b2-50d1-4f9d-96d3-99ce904f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239754f-2fa8-4d5c-a191-686992fc9772}" ma:internalName="TaxCatchAll" ma:showField="CatchAllData" ma:web="91a877b2-50d1-4f9d-96d3-99ce904f5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6a83b5-6bc7-45fb-849e-d462072e39ad">
      <Terms xmlns="http://schemas.microsoft.com/office/infopath/2007/PartnerControls"/>
    </lcf76f155ced4ddcb4097134ff3c332f>
    <TaxCatchAll xmlns="91a877b2-50d1-4f9d-96d3-99ce904f5266" xsi:nil="true"/>
  </documentManagement>
</p:properties>
</file>

<file path=customXml/itemProps1.xml><?xml version="1.0" encoding="utf-8"?>
<ds:datastoreItem xmlns:ds="http://schemas.openxmlformats.org/officeDocument/2006/customXml" ds:itemID="{9A093CA4-52DB-4EC5-89F7-A7EEF7C335C3}"/>
</file>

<file path=customXml/itemProps2.xml><?xml version="1.0" encoding="utf-8"?>
<ds:datastoreItem xmlns:ds="http://schemas.openxmlformats.org/officeDocument/2006/customXml" ds:itemID="{61AE4503-9DC8-4B24-B2F2-5225E259F053}"/>
</file>

<file path=customXml/itemProps3.xml><?xml version="1.0" encoding="utf-8"?>
<ds:datastoreItem xmlns:ds="http://schemas.openxmlformats.org/officeDocument/2006/customXml" ds:itemID="{944B940E-1B8B-4CB6-9BFB-3DE82FEE78CC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87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-apple-system</vt:lpstr>
      <vt:lpstr>Arial</vt:lpstr>
      <vt:lpstr>Garamond</vt:lpstr>
      <vt:lpstr>Organic</vt:lpstr>
      <vt:lpstr>Creative Gadgets</vt:lpstr>
      <vt:lpstr>Creative Gadgets Exercise</vt:lpstr>
      <vt:lpstr>Group Innovative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Gadgets</dc:title>
  <dc:creator>Max Ganzin</dc:creator>
  <cp:lastModifiedBy>Max Ganzin</cp:lastModifiedBy>
  <cp:revision>1</cp:revision>
  <dcterms:created xsi:type="dcterms:W3CDTF">2023-08-10T06:14:49Z</dcterms:created>
  <dcterms:modified xsi:type="dcterms:W3CDTF">2023-08-10T06:20:15Z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0x0101003FF91421851E31478EE7C53FB6FD1544</vt:lpwstr>
  </property>
</Properties>
</file>