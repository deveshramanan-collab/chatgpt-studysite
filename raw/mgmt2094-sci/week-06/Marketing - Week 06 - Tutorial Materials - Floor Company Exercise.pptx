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95" r:id="rId2"/>
    <p:sldId id="293" r:id="rId3"/>
    <p:sldId id="264" r:id="rId4"/>
    <p:sldId id="294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 Ganzin" userId="34a3d3af-fdff-40dd-9adf-f30946fd3de7" providerId="ADAL" clId="{AF5A62B1-2D47-4D81-92D9-B0F8087BBF5D}"/>
    <pc:docChg chg="undo custSel addSld modSld sldOrd">
      <pc:chgData name="Max Ganzin" userId="34a3d3af-fdff-40dd-9adf-f30946fd3de7" providerId="ADAL" clId="{AF5A62B1-2D47-4D81-92D9-B0F8087BBF5D}" dt="2023-08-09T07:44:00.275" v="162" actId="20577"/>
      <pc:docMkLst>
        <pc:docMk/>
      </pc:docMkLst>
      <pc:sldChg chg="modSp new mod ord">
        <pc:chgData name="Max Ganzin" userId="34a3d3af-fdff-40dd-9adf-f30946fd3de7" providerId="ADAL" clId="{AF5A62B1-2D47-4D81-92D9-B0F8087BBF5D}" dt="2023-08-09T07:44:00.275" v="162" actId="20577"/>
        <pc:sldMkLst>
          <pc:docMk/>
          <pc:sldMk cId="4075245092" sldId="295"/>
        </pc:sldMkLst>
        <pc:spChg chg="mod">
          <ac:chgData name="Max Ganzin" userId="34a3d3af-fdff-40dd-9adf-f30946fd3de7" providerId="ADAL" clId="{AF5A62B1-2D47-4D81-92D9-B0F8087BBF5D}" dt="2023-08-09T07:42:21.881" v="28" actId="20577"/>
          <ac:spMkLst>
            <pc:docMk/>
            <pc:sldMk cId="4075245092" sldId="295"/>
            <ac:spMk id="2" creationId="{D8E124CD-E162-506E-C261-95356694AF73}"/>
          </ac:spMkLst>
        </pc:spChg>
        <pc:spChg chg="mod">
          <ac:chgData name="Max Ganzin" userId="34a3d3af-fdff-40dd-9adf-f30946fd3de7" providerId="ADAL" clId="{AF5A62B1-2D47-4D81-92D9-B0F8087BBF5D}" dt="2023-08-09T07:44:00.275" v="162" actId="20577"/>
          <ac:spMkLst>
            <pc:docMk/>
            <pc:sldMk cId="4075245092" sldId="295"/>
            <ac:spMk id="3" creationId="{B31666C6-08AF-29F6-7AEF-E743D00A45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4DBB2-EDC3-4770-B040-6381612BCCB4}" type="datetimeFigureOut">
              <a:rPr lang="en-CA" smtClean="0"/>
              <a:t>2023-08-09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03B4F1-1100-46DC-8BE0-30C92FF14CC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7515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Shape 1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Shape 12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1727401" y="2655750"/>
            <a:ext cx="8737199" cy="15465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170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red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1727401" y="2655750"/>
            <a:ext cx="8737199" cy="15465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502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yellow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ctrTitle"/>
          </p:nvPr>
        </p:nvSpPr>
        <p:spPr>
          <a:xfrm>
            <a:off x="1727401" y="2655750"/>
            <a:ext cx="8737199" cy="15465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742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 red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ctrTitle"/>
          </p:nvPr>
        </p:nvSpPr>
        <p:spPr>
          <a:xfrm>
            <a:off x="2076401" y="2187325"/>
            <a:ext cx="8039199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SzPct val="100000"/>
              <a:defRPr sz="3600"/>
            </a:lvl1pPr>
            <a:lvl2pPr lvl="1" algn="ctr" rtl="0">
              <a:spcBef>
                <a:spcPts val="0"/>
              </a:spcBef>
              <a:buSzPct val="100000"/>
              <a:defRPr sz="3600"/>
            </a:lvl2pPr>
            <a:lvl3pPr lvl="2" algn="ctr" rtl="0">
              <a:spcBef>
                <a:spcPts val="0"/>
              </a:spcBef>
              <a:buSzPct val="100000"/>
              <a:defRPr sz="3600"/>
            </a:lvl3pPr>
            <a:lvl4pPr lvl="3" algn="ctr" rtl="0">
              <a:spcBef>
                <a:spcPts val="0"/>
              </a:spcBef>
              <a:buSzPct val="100000"/>
              <a:defRPr sz="3600"/>
            </a:lvl4pPr>
            <a:lvl5pPr lvl="4" algn="ctr" rtl="0">
              <a:spcBef>
                <a:spcPts val="0"/>
              </a:spcBef>
              <a:buSzPct val="100000"/>
              <a:defRPr sz="3600"/>
            </a:lvl5pPr>
            <a:lvl6pPr lvl="5" algn="ctr" rtl="0">
              <a:spcBef>
                <a:spcPts val="0"/>
              </a:spcBef>
              <a:buSzPct val="100000"/>
              <a:defRPr sz="3600"/>
            </a:lvl6pPr>
            <a:lvl7pPr lvl="6" algn="ctr" rtl="0">
              <a:spcBef>
                <a:spcPts val="0"/>
              </a:spcBef>
              <a:buSzPct val="100000"/>
              <a:defRPr sz="3600"/>
            </a:lvl7pPr>
            <a:lvl8pPr lvl="7" algn="ctr" rtl="0">
              <a:spcBef>
                <a:spcPts val="0"/>
              </a:spcBef>
              <a:buSzPct val="100000"/>
              <a:defRPr sz="3600"/>
            </a:lvl8pPr>
            <a:lvl9pPr lvl="8" algn="ctr" rtl="0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ubTitle" idx="1"/>
          </p:nvPr>
        </p:nvSpPr>
        <p:spPr>
          <a:xfrm>
            <a:off x="2076401" y="3558146"/>
            <a:ext cx="8039199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1pPr>
            <a:lvl2pPr lvl="1" algn="ctr" rtl="0">
              <a:spcBef>
                <a:spcPts val="0"/>
              </a:spcBef>
              <a:buClr>
                <a:srgbClr val="2C343B"/>
              </a:buClr>
              <a:buNone/>
              <a:defRPr/>
            </a:lvl2pPr>
            <a:lvl3pPr lvl="2" algn="ctr" rtl="0">
              <a:spcBef>
                <a:spcPts val="0"/>
              </a:spcBef>
              <a:buClr>
                <a:srgbClr val="2C343B"/>
              </a:buClr>
              <a:buNone/>
              <a:defRPr/>
            </a:lvl3pPr>
            <a:lvl4pPr lvl="3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4pPr>
            <a:lvl5pPr lvl="4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5pPr>
            <a:lvl6pPr lvl="5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6pPr>
            <a:lvl7pPr lvl="6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7pPr>
            <a:lvl8pPr lvl="7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8pPr>
            <a:lvl9pPr lvl="8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9578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 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ctrTitle"/>
          </p:nvPr>
        </p:nvSpPr>
        <p:spPr>
          <a:xfrm>
            <a:off x="2076401" y="2187325"/>
            <a:ext cx="8039199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SzPct val="100000"/>
              <a:defRPr sz="3600"/>
            </a:lvl1pPr>
            <a:lvl2pPr lvl="1" algn="ctr" rtl="0">
              <a:spcBef>
                <a:spcPts val="0"/>
              </a:spcBef>
              <a:buSzPct val="100000"/>
              <a:defRPr sz="3600"/>
            </a:lvl2pPr>
            <a:lvl3pPr lvl="2" algn="ctr" rtl="0">
              <a:spcBef>
                <a:spcPts val="0"/>
              </a:spcBef>
              <a:buSzPct val="100000"/>
              <a:defRPr sz="3600"/>
            </a:lvl3pPr>
            <a:lvl4pPr lvl="3" algn="ctr" rtl="0">
              <a:spcBef>
                <a:spcPts val="0"/>
              </a:spcBef>
              <a:buSzPct val="100000"/>
              <a:defRPr sz="3600"/>
            </a:lvl4pPr>
            <a:lvl5pPr lvl="4" algn="ctr" rtl="0">
              <a:spcBef>
                <a:spcPts val="0"/>
              </a:spcBef>
              <a:buSzPct val="100000"/>
              <a:defRPr sz="3600"/>
            </a:lvl5pPr>
            <a:lvl6pPr lvl="5" algn="ctr" rtl="0">
              <a:spcBef>
                <a:spcPts val="0"/>
              </a:spcBef>
              <a:buSzPct val="100000"/>
              <a:defRPr sz="3600"/>
            </a:lvl6pPr>
            <a:lvl7pPr lvl="6" algn="ctr" rtl="0">
              <a:spcBef>
                <a:spcPts val="0"/>
              </a:spcBef>
              <a:buSzPct val="100000"/>
              <a:defRPr sz="3600"/>
            </a:lvl7pPr>
            <a:lvl8pPr lvl="7" algn="ctr" rtl="0">
              <a:spcBef>
                <a:spcPts val="0"/>
              </a:spcBef>
              <a:buSzPct val="100000"/>
              <a:defRPr sz="3600"/>
            </a:lvl8pPr>
            <a:lvl9pPr lvl="8" algn="ctr" rtl="0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ubTitle" idx="1"/>
          </p:nvPr>
        </p:nvSpPr>
        <p:spPr>
          <a:xfrm>
            <a:off x="2076401" y="3558146"/>
            <a:ext cx="8039199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1pPr>
            <a:lvl2pPr lvl="1" algn="ctr" rtl="0">
              <a:spcBef>
                <a:spcPts val="0"/>
              </a:spcBef>
              <a:buClr>
                <a:srgbClr val="2C343B"/>
              </a:buClr>
              <a:buNone/>
              <a:defRPr/>
            </a:lvl2pPr>
            <a:lvl3pPr lvl="2" algn="ctr" rtl="0">
              <a:spcBef>
                <a:spcPts val="0"/>
              </a:spcBef>
              <a:buClr>
                <a:srgbClr val="2C343B"/>
              </a:buClr>
              <a:buNone/>
              <a:defRPr/>
            </a:lvl3pPr>
            <a:lvl4pPr lvl="3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4pPr>
            <a:lvl5pPr lvl="4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5pPr>
            <a:lvl6pPr lvl="5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6pPr>
            <a:lvl7pPr lvl="6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7pPr>
            <a:lvl8pPr lvl="7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8pPr>
            <a:lvl9pPr lvl="8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6960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 yellow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ctrTitle"/>
          </p:nvPr>
        </p:nvSpPr>
        <p:spPr>
          <a:xfrm>
            <a:off x="2076401" y="2187325"/>
            <a:ext cx="8039199" cy="15465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SzPct val="100000"/>
              <a:defRPr sz="3600"/>
            </a:lvl1pPr>
            <a:lvl2pPr lvl="1" algn="ctr" rtl="0">
              <a:spcBef>
                <a:spcPts val="0"/>
              </a:spcBef>
              <a:buSzPct val="100000"/>
              <a:defRPr sz="3600"/>
            </a:lvl2pPr>
            <a:lvl3pPr lvl="2" algn="ctr" rtl="0">
              <a:spcBef>
                <a:spcPts val="0"/>
              </a:spcBef>
              <a:buSzPct val="100000"/>
              <a:defRPr sz="3600"/>
            </a:lvl3pPr>
            <a:lvl4pPr lvl="3" algn="ctr" rtl="0">
              <a:spcBef>
                <a:spcPts val="0"/>
              </a:spcBef>
              <a:buSzPct val="100000"/>
              <a:defRPr sz="3600"/>
            </a:lvl4pPr>
            <a:lvl5pPr lvl="4" algn="ctr" rtl="0">
              <a:spcBef>
                <a:spcPts val="0"/>
              </a:spcBef>
              <a:buSzPct val="100000"/>
              <a:defRPr sz="3600"/>
            </a:lvl5pPr>
            <a:lvl6pPr lvl="5" algn="ctr" rtl="0">
              <a:spcBef>
                <a:spcPts val="0"/>
              </a:spcBef>
              <a:buSzPct val="100000"/>
              <a:defRPr sz="3600"/>
            </a:lvl6pPr>
            <a:lvl7pPr lvl="6" algn="ctr" rtl="0">
              <a:spcBef>
                <a:spcPts val="0"/>
              </a:spcBef>
              <a:buSzPct val="100000"/>
              <a:defRPr sz="3600"/>
            </a:lvl7pPr>
            <a:lvl8pPr lvl="7" algn="ctr" rtl="0">
              <a:spcBef>
                <a:spcPts val="0"/>
              </a:spcBef>
              <a:buSzPct val="100000"/>
              <a:defRPr sz="3600"/>
            </a:lvl8pPr>
            <a:lvl9pPr lvl="8" algn="ctr" rtl="0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ubTitle" idx="1"/>
          </p:nvPr>
        </p:nvSpPr>
        <p:spPr>
          <a:xfrm>
            <a:off x="2076401" y="3558146"/>
            <a:ext cx="8039199" cy="104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1pPr>
            <a:lvl2pPr lvl="1" algn="ctr" rtl="0">
              <a:spcBef>
                <a:spcPts val="0"/>
              </a:spcBef>
              <a:buClr>
                <a:srgbClr val="2C343B"/>
              </a:buClr>
              <a:buNone/>
              <a:defRPr/>
            </a:lvl2pPr>
            <a:lvl3pPr lvl="2" algn="ctr" rtl="0">
              <a:spcBef>
                <a:spcPts val="0"/>
              </a:spcBef>
              <a:buClr>
                <a:srgbClr val="2C343B"/>
              </a:buClr>
              <a:buNone/>
              <a:defRPr/>
            </a:lvl3pPr>
            <a:lvl4pPr lvl="3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4pPr>
            <a:lvl5pPr lvl="4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5pPr>
            <a:lvl6pPr lvl="5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6pPr>
            <a:lvl7pPr lvl="6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7pPr>
            <a:lvl8pPr lvl="7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8pPr>
            <a:lvl9pPr lvl="8" algn="ctr" rtl="0">
              <a:spcBef>
                <a:spcPts val="0"/>
              </a:spcBef>
              <a:buClr>
                <a:srgbClr val="2C343B"/>
              </a:buClr>
              <a:buSzPct val="1000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621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red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1472400" y="3034801"/>
            <a:ext cx="9247200" cy="1093199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SzPct val="100000"/>
              <a:defRPr sz="2400" i="1"/>
            </a:lvl1pPr>
            <a:lvl2pPr lvl="1" algn="ctr" rtl="0">
              <a:spcBef>
                <a:spcPts val="0"/>
              </a:spcBef>
              <a:defRPr i="1"/>
            </a:lvl2pPr>
            <a:lvl3pPr lvl="2" algn="ctr" rtl="0">
              <a:spcBef>
                <a:spcPts val="0"/>
              </a:spcBef>
              <a:defRPr i="1"/>
            </a:lvl3pPr>
            <a:lvl4pPr lvl="3" algn="ctr" rtl="0">
              <a:spcBef>
                <a:spcPts val="0"/>
              </a:spcBef>
              <a:buSzPct val="100000"/>
              <a:defRPr sz="2400" i="1"/>
            </a:lvl4pPr>
            <a:lvl5pPr lvl="4" algn="ctr" rtl="0">
              <a:spcBef>
                <a:spcPts val="0"/>
              </a:spcBef>
              <a:buSzPct val="100000"/>
              <a:defRPr sz="2400" i="1"/>
            </a:lvl5pPr>
            <a:lvl6pPr lvl="5" algn="ctr" rtl="0">
              <a:spcBef>
                <a:spcPts val="0"/>
              </a:spcBef>
              <a:buSzPct val="100000"/>
              <a:defRPr sz="2400" i="1"/>
            </a:lvl6pPr>
            <a:lvl7pPr lvl="6" algn="ctr" rtl="0">
              <a:spcBef>
                <a:spcPts val="0"/>
              </a:spcBef>
              <a:buSzPct val="100000"/>
              <a:defRPr sz="2400" i="1"/>
            </a:lvl7pPr>
            <a:lvl8pPr lvl="7" algn="ctr" rtl="0">
              <a:spcBef>
                <a:spcPts val="0"/>
              </a:spcBef>
              <a:buSzPct val="100000"/>
              <a:defRPr sz="2400" i="1"/>
            </a:lvl8pPr>
            <a:lvl9pPr lvl="8" algn="ctr" rtl="0">
              <a:spcBef>
                <a:spcPts val="0"/>
              </a:spcBef>
              <a:buSzPct val="100000"/>
              <a:defRPr sz="2400" i="1"/>
            </a:lvl9pPr>
          </a:lstStyle>
          <a:p>
            <a:endParaRPr/>
          </a:p>
        </p:txBody>
      </p:sp>
      <p:sp>
        <p:nvSpPr>
          <p:cNvPr id="28" name="Shape 28"/>
          <p:cNvSpPr txBox="1"/>
          <p:nvPr/>
        </p:nvSpPr>
        <p:spPr>
          <a:xfrm>
            <a:off x="4791200" y="1322831"/>
            <a:ext cx="2609600" cy="87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9600">
                <a:solidFill>
                  <a:srgbClr val="0198AD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47713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blu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1472400" y="3034801"/>
            <a:ext cx="9247200" cy="1093199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SzPct val="100000"/>
              <a:defRPr sz="2400" i="1"/>
            </a:lvl1pPr>
            <a:lvl2pPr lvl="1" algn="ctr" rtl="0">
              <a:spcBef>
                <a:spcPts val="0"/>
              </a:spcBef>
              <a:defRPr i="1"/>
            </a:lvl2pPr>
            <a:lvl3pPr lvl="2" algn="ctr" rtl="0">
              <a:spcBef>
                <a:spcPts val="0"/>
              </a:spcBef>
              <a:defRPr i="1"/>
            </a:lvl3pPr>
            <a:lvl4pPr lvl="3" algn="ctr" rtl="0">
              <a:spcBef>
                <a:spcPts val="0"/>
              </a:spcBef>
              <a:buSzPct val="100000"/>
              <a:defRPr sz="2400" i="1"/>
            </a:lvl4pPr>
            <a:lvl5pPr lvl="4" algn="ctr" rtl="0">
              <a:spcBef>
                <a:spcPts val="0"/>
              </a:spcBef>
              <a:buSzPct val="100000"/>
              <a:defRPr sz="2400" i="1"/>
            </a:lvl5pPr>
            <a:lvl6pPr lvl="5" algn="ctr" rtl="0">
              <a:spcBef>
                <a:spcPts val="0"/>
              </a:spcBef>
              <a:buSzPct val="100000"/>
              <a:defRPr sz="2400" i="1"/>
            </a:lvl6pPr>
            <a:lvl7pPr lvl="6" algn="ctr" rtl="0">
              <a:spcBef>
                <a:spcPts val="0"/>
              </a:spcBef>
              <a:buSzPct val="100000"/>
              <a:defRPr sz="2400" i="1"/>
            </a:lvl7pPr>
            <a:lvl8pPr lvl="7" algn="ctr" rtl="0">
              <a:spcBef>
                <a:spcPts val="0"/>
              </a:spcBef>
              <a:buSzPct val="100000"/>
              <a:defRPr sz="2400" i="1"/>
            </a:lvl8pPr>
            <a:lvl9pPr lvl="8" algn="ctr" rtl="0">
              <a:spcBef>
                <a:spcPts val="0"/>
              </a:spcBef>
              <a:buSzPct val="100000"/>
              <a:defRPr sz="2400" i="1"/>
            </a:lvl9pPr>
          </a:lstStyle>
          <a:p>
            <a:endParaRPr/>
          </a:p>
        </p:txBody>
      </p:sp>
      <p:sp>
        <p:nvSpPr>
          <p:cNvPr id="31" name="Shape 31"/>
          <p:cNvSpPr txBox="1"/>
          <p:nvPr/>
        </p:nvSpPr>
        <p:spPr>
          <a:xfrm>
            <a:off x="4791200" y="1711769"/>
            <a:ext cx="2609600" cy="8714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9600">
                <a:solidFill>
                  <a:srgbClr val="F5A5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696738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09600" y="-30162"/>
            <a:ext cx="10972800" cy="11430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1215600" y="1600200"/>
            <a:ext cx="97608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0823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609600" y="-30162"/>
            <a:ext cx="10972800" cy="11430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1073065" y="1600200"/>
            <a:ext cx="4875999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6242935" y="1600200"/>
            <a:ext cx="4875999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5990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609600" y="-30162"/>
            <a:ext cx="10972800" cy="11430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Clr>
                <a:srgbClr val="FFFFFF"/>
              </a:buClr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652377" y="1600200"/>
            <a:ext cx="35092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2000"/>
            </a:lvl1pPr>
            <a:lvl2pPr lvl="1" rtl="0">
              <a:spcBef>
                <a:spcPts val="0"/>
              </a:spcBef>
              <a:buSzPct val="100000"/>
              <a:defRPr sz="2000"/>
            </a:lvl2pPr>
            <a:lvl3pPr lvl="2" rtl="0">
              <a:spcBef>
                <a:spcPts val="0"/>
              </a:spcBef>
              <a:buSzPct val="100000"/>
              <a:defRPr sz="2000"/>
            </a:lvl3pPr>
            <a:lvl4pPr lvl="3" rtl="0">
              <a:spcBef>
                <a:spcPts val="0"/>
              </a:spcBef>
              <a:buSzPct val="100000"/>
              <a:defRPr sz="2000"/>
            </a:lvl4pPr>
            <a:lvl5pPr lvl="4" rtl="0">
              <a:spcBef>
                <a:spcPts val="0"/>
              </a:spcBef>
              <a:buSzPct val="100000"/>
              <a:defRPr sz="2000"/>
            </a:lvl5pPr>
            <a:lvl6pPr lvl="5" rtl="0">
              <a:spcBef>
                <a:spcPts val="0"/>
              </a:spcBef>
              <a:buSzPct val="100000"/>
              <a:defRPr sz="2000"/>
            </a:lvl6pPr>
            <a:lvl7pPr lvl="6" rtl="0">
              <a:spcBef>
                <a:spcPts val="0"/>
              </a:spcBef>
              <a:buSzPct val="100000"/>
              <a:defRPr sz="2000"/>
            </a:lvl7pPr>
            <a:lvl8pPr lvl="7" rtl="0">
              <a:spcBef>
                <a:spcPts val="0"/>
              </a:spcBef>
              <a:buSzPct val="100000"/>
              <a:defRPr sz="2000"/>
            </a:lvl8pPr>
            <a:lvl9pPr lvl="8" rtl="0">
              <a:spcBef>
                <a:spcPts val="0"/>
              </a:spcBef>
              <a:buSzPct val="100000"/>
              <a:defRPr sz="20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2"/>
          </p:nvPr>
        </p:nvSpPr>
        <p:spPr>
          <a:xfrm>
            <a:off x="4341400" y="1600200"/>
            <a:ext cx="35092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2000"/>
            </a:lvl1pPr>
            <a:lvl2pPr lvl="1" rtl="0">
              <a:spcBef>
                <a:spcPts val="0"/>
              </a:spcBef>
              <a:buSzPct val="100000"/>
              <a:defRPr sz="2000"/>
            </a:lvl2pPr>
            <a:lvl3pPr lvl="2" rtl="0">
              <a:spcBef>
                <a:spcPts val="0"/>
              </a:spcBef>
              <a:buSzPct val="100000"/>
              <a:defRPr sz="2000"/>
            </a:lvl3pPr>
            <a:lvl4pPr lvl="3" rtl="0">
              <a:spcBef>
                <a:spcPts val="0"/>
              </a:spcBef>
              <a:buSzPct val="100000"/>
              <a:defRPr sz="2000"/>
            </a:lvl4pPr>
            <a:lvl5pPr lvl="4" rtl="0">
              <a:spcBef>
                <a:spcPts val="0"/>
              </a:spcBef>
              <a:buSzPct val="100000"/>
              <a:defRPr sz="2000"/>
            </a:lvl5pPr>
            <a:lvl6pPr lvl="5" rtl="0">
              <a:spcBef>
                <a:spcPts val="0"/>
              </a:spcBef>
              <a:buSzPct val="100000"/>
              <a:defRPr sz="2000"/>
            </a:lvl6pPr>
            <a:lvl7pPr lvl="6" rtl="0">
              <a:spcBef>
                <a:spcPts val="0"/>
              </a:spcBef>
              <a:buSzPct val="100000"/>
              <a:defRPr sz="2000"/>
            </a:lvl7pPr>
            <a:lvl8pPr lvl="7" rtl="0">
              <a:spcBef>
                <a:spcPts val="0"/>
              </a:spcBef>
              <a:buSzPct val="100000"/>
              <a:defRPr sz="2000"/>
            </a:lvl8pPr>
            <a:lvl9pPr lvl="8" rtl="0">
              <a:spcBef>
                <a:spcPts val="0"/>
              </a:spcBef>
              <a:buSzPct val="100000"/>
              <a:defRPr sz="2000"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3"/>
          </p:nvPr>
        </p:nvSpPr>
        <p:spPr>
          <a:xfrm>
            <a:off x="8030421" y="1600200"/>
            <a:ext cx="35092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buSzPct val="100000"/>
              <a:defRPr sz="2000"/>
            </a:lvl1pPr>
            <a:lvl2pPr lvl="1" rtl="0">
              <a:spcBef>
                <a:spcPts val="0"/>
              </a:spcBef>
              <a:buSzPct val="100000"/>
              <a:defRPr sz="2000"/>
            </a:lvl2pPr>
            <a:lvl3pPr lvl="2" rtl="0">
              <a:spcBef>
                <a:spcPts val="0"/>
              </a:spcBef>
              <a:buSzPct val="100000"/>
              <a:defRPr sz="2000"/>
            </a:lvl3pPr>
            <a:lvl4pPr lvl="3" rtl="0">
              <a:spcBef>
                <a:spcPts val="0"/>
              </a:spcBef>
              <a:buSzPct val="100000"/>
              <a:defRPr sz="2000"/>
            </a:lvl4pPr>
            <a:lvl5pPr lvl="4" rtl="0">
              <a:spcBef>
                <a:spcPts val="0"/>
              </a:spcBef>
              <a:buSzPct val="100000"/>
              <a:defRPr sz="2000"/>
            </a:lvl5pPr>
            <a:lvl6pPr lvl="5" rtl="0">
              <a:spcBef>
                <a:spcPts val="0"/>
              </a:spcBef>
              <a:buSzPct val="100000"/>
              <a:defRPr sz="2000"/>
            </a:lvl6pPr>
            <a:lvl7pPr lvl="6" rtl="0">
              <a:spcBef>
                <a:spcPts val="0"/>
              </a:spcBef>
              <a:buSzPct val="100000"/>
              <a:defRPr sz="2000"/>
            </a:lvl7pPr>
            <a:lvl8pPr lvl="7" rtl="0">
              <a:spcBef>
                <a:spcPts val="0"/>
              </a:spcBef>
              <a:buSzPct val="100000"/>
              <a:defRPr sz="2000"/>
            </a:lvl8pPr>
            <a:lvl9pPr lvl="8" rtl="0">
              <a:spcBef>
                <a:spcPts val="0"/>
              </a:spcBef>
              <a:buSzPct val="100000"/>
              <a:defRPr sz="2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905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34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609600" y="-3016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Clr>
                <a:srgbClr val="2C343B"/>
              </a:buClr>
              <a:buSzPct val="100000"/>
              <a:buFont typeface="Permanent Marker"/>
              <a:buNone/>
              <a:defRPr sz="2400">
                <a:solidFill>
                  <a:srgbClr val="2C343B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algn="ctr">
              <a:spcBef>
                <a:spcPts val="0"/>
              </a:spcBef>
              <a:buClr>
                <a:srgbClr val="2C343B"/>
              </a:buClr>
              <a:buSzPct val="100000"/>
              <a:buFont typeface="Permanent Marker"/>
              <a:buNone/>
              <a:defRPr sz="2400">
                <a:solidFill>
                  <a:srgbClr val="2C343B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2pPr>
            <a:lvl3pPr lvl="2" algn="ctr">
              <a:spcBef>
                <a:spcPts val="0"/>
              </a:spcBef>
              <a:buClr>
                <a:srgbClr val="2C343B"/>
              </a:buClr>
              <a:buSzPct val="100000"/>
              <a:buFont typeface="Permanent Marker"/>
              <a:buNone/>
              <a:defRPr sz="2400">
                <a:solidFill>
                  <a:srgbClr val="2C343B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3pPr>
            <a:lvl4pPr lvl="3" algn="ctr">
              <a:spcBef>
                <a:spcPts val="0"/>
              </a:spcBef>
              <a:buClr>
                <a:srgbClr val="2C343B"/>
              </a:buClr>
              <a:buSzPct val="100000"/>
              <a:buFont typeface="Permanent Marker"/>
              <a:buNone/>
              <a:defRPr sz="2400">
                <a:solidFill>
                  <a:srgbClr val="2C343B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4pPr>
            <a:lvl5pPr lvl="4" algn="ctr">
              <a:spcBef>
                <a:spcPts val="0"/>
              </a:spcBef>
              <a:buClr>
                <a:srgbClr val="2C343B"/>
              </a:buClr>
              <a:buSzPct val="100000"/>
              <a:buFont typeface="Permanent Marker"/>
              <a:buNone/>
              <a:defRPr sz="2400">
                <a:solidFill>
                  <a:srgbClr val="2C343B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5pPr>
            <a:lvl6pPr lvl="5" algn="ctr">
              <a:spcBef>
                <a:spcPts val="0"/>
              </a:spcBef>
              <a:buClr>
                <a:srgbClr val="2C343B"/>
              </a:buClr>
              <a:buSzPct val="100000"/>
              <a:buFont typeface="Permanent Marker"/>
              <a:buNone/>
              <a:defRPr sz="2400">
                <a:solidFill>
                  <a:srgbClr val="2C343B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6pPr>
            <a:lvl7pPr lvl="6" algn="ctr">
              <a:spcBef>
                <a:spcPts val="0"/>
              </a:spcBef>
              <a:buClr>
                <a:srgbClr val="2C343B"/>
              </a:buClr>
              <a:buSzPct val="100000"/>
              <a:buFont typeface="Permanent Marker"/>
              <a:buNone/>
              <a:defRPr sz="2400">
                <a:solidFill>
                  <a:srgbClr val="2C343B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7pPr>
            <a:lvl8pPr lvl="7" algn="ctr">
              <a:spcBef>
                <a:spcPts val="0"/>
              </a:spcBef>
              <a:buClr>
                <a:srgbClr val="2C343B"/>
              </a:buClr>
              <a:buSzPct val="100000"/>
              <a:buFont typeface="Permanent Marker"/>
              <a:buNone/>
              <a:defRPr sz="2400">
                <a:solidFill>
                  <a:srgbClr val="2C343B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8pPr>
            <a:lvl9pPr lvl="8" algn="ctr">
              <a:spcBef>
                <a:spcPts val="0"/>
              </a:spcBef>
              <a:buClr>
                <a:srgbClr val="2C343B"/>
              </a:buClr>
              <a:buSzPct val="100000"/>
              <a:buFont typeface="Permanent Marker"/>
              <a:buNone/>
              <a:defRPr sz="2400">
                <a:solidFill>
                  <a:srgbClr val="2C343B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215600" y="1600200"/>
            <a:ext cx="9760800" cy="4967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859CB1"/>
              </a:buClr>
              <a:buSzPct val="100000"/>
              <a:buFont typeface="Source Sans Pro"/>
              <a:buChar char="▸"/>
              <a:defRPr sz="300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480"/>
              </a:spcBef>
              <a:buClr>
                <a:srgbClr val="859CB1"/>
              </a:buClr>
              <a:buSzPct val="100000"/>
              <a:buFont typeface="Source Sans Pro"/>
              <a:buChar char="○"/>
              <a:defRPr sz="240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480"/>
              </a:spcBef>
              <a:buClr>
                <a:srgbClr val="859CB1"/>
              </a:buClr>
              <a:buSzPct val="100000"/>
              <a:buFont typeface="Source Sans Pro"/>
              <a:buChar char="■"/>
              <a:defRPr sz="240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360"/>
              </a:spcBef>
              <a:buClr>
                <a:srgbClr val="859CB1"/>
              </a:buClr>
              <a:buSzPct val="100000"/>
              <a:buFont typeface="Source Sans Pro"/>
              <a:buChar char="●"/>
              <a:defRPr sz="180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360"/>
              </a:spcBef>
              <a:buClr>
                <a:srgbClr val="859CB1"/>
              </a:buClr>
              <a:buSzPct val="100000"/>
              <a:buFont typeface="Source Sans Pro"/>
              <a:buChar char="○"/>
              <a:defRPr sz="180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360"/>
              </a:spcBef>
              <a:buClr>
                <a:srgbClr val="859CB1"/>
              </a:buClr>
              <a:buSzPct val="100000"/>
              <a:buFont typeface="Source Sans Pro"/>
              <a:buChar char="■"/>
              <a:defRPr sz="180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360"/>
              </a:spcBef>
              <a:buClr>
                <a:srgbClr val="859CB1"/>
              </a:buClr>
              <a:buSzPct val="100000"/>
              <a:buFont typeface="Source Sans Pro"/>
              <a:buChar char="●"/>
              <a:defRPr sz="180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360"/>
              </a:spcBef>
              <a:buClr>
                <a:srgbClr val="859CB1"/>
              </a:buClr>
              <a:buSzPct val="100000"/>
              <a:buFont typeface="Source Sans Pro"/>
              <a:buChar char="○"/>
              <a:defRPr sz="180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360"/>
              </a:spcBef>
              <a:buClr>
                <a:srgbClr val="859CB1"/>
              </a:buClr>
              <a:buSzPct val="100000"/>
              <a:buFont typeface="Source Sans Pro"/>
              <a:buChar char="■"/>
              <a:defRPr sz="180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26575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24CD-E162-506E-C261-95356694A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2094 Week 6 Tutorial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666C6-08AF-29F6-7AEF-E743D00A4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Floor Company Exercise </a:t>
            </a:r>
          </a:p>
          <a:p>
            <a:endParaRPr lang="en-US" dirty="0"/>
          </a:p>
          <a:p>
            <a:r>
              <a:rPr lang="en-US" dirty="0"/>
              <a:t>We will think about and practice convergent and divergent thinking for creativity </a:t>
            </a:r>
            <a:r>
              <a:rPr lang="en-US"/>
              <a:t>and innovation</a:t>
            </a:r>
            <a:endParaRPr lang="en-US" dirty="0"/>
          </a:p>
          <a:p>
            <a:pPr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75245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title"/>
          </p:nvPr>
        </p:nvSpPr>
        <p:spPr>
          <a:xfrm>
            <a:off x="1981200" y="-30162"/>
            <a:ext cx="8229600" cy="1143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/>
            <a:r>
              <a:rPr lang="en-US" sz="3200" dirty="0">
                <a:ln>
                  <a:solidFill>
                    <a:schemeClr val="tx1"/>
                  </a:solidFill>
                </a:ln>
              </a:rPr>
              <a:t>Floor Company Exercise</a:t>
            </a:r>
            <a:endParaRPr lang="en" sz="32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2435700" y="1600200"/>
            <a:ext cx="7320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en-US" dirty="0"/>
              <a:t>You are the new product development team for: </a:t>
            </a:r>
            <a:r>
              <a:rPr lang="en-US" dirty="0">
                <a:solidFill>
                  <a:srgbClr val="C00000"/>
                </a:solidFill>
              </a:rPr>
              <a:t>Boring, Drab and Awful Floor Company</a:t>
            </a:r>
          </a:p>
          <a:p>
            <a:r>
              <a:rPr lang="en-US" dirty="0"/>
              <a:t>Your job is to develop 100 new floor covering, product ideas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dirty="0"/>
              <a:t> </a:t>
            </a:r>
            <a:r>
              <a:rPr lang="en-US" sz="2600" dirty="0"/>
              <a:t>Avoid just adding an adjective like “soft” or “blue”</a:t>
            </a:r>
          </a:p>
          <a:p>
            <a:r>
              <a:rPr lang="en-US" sz="3200" dirty="0"/>
              <a:t>Use the creativity tool</a:t>
            </a:r>
          </a:p>
          <a:p>
            <a:r>
              <a:rPr lang="en-US" sz="3200" dirty="0"/>
              <a:t>Have fun and create energy!</a:t>
            </a:r>
          </a:p>
          <a:p>
            <a:r>
              <a:rPr lang="en-US" sz="3200" dirty="0"/>
              <a:t>10 minutes</a:t>
            </a:r>
          </a:p>
        </p:txBody>
      </p:sp>
      <p:pic>
        <p:nvPicPr>
          <p:cNvPr id="101378" name="Picture 2" descr="http://2.bp.blogspot.com/-G2KA_j7fexA/Vhf8qRCrr7I/AAAAAAAAd6k/OkMhROuDX3Y/s640/3d-flooring-ideas-unique-flooring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372600" y="4774287"/>
            <a:ext cx="2819400" cy="2083713"/>
          </a:xfrm>
          <a:prstGeom prst="rect">
            <a:avLst/>
          </a:prstGeom>
          <a:noFill/>
        </p:spPr>
      </p:pic>
      <p:pic>
        <p:nvPicPr>
          <p:cNvPr id="101380" name="Picture 4" descr="http://weburbanist.com/wp-content/uploads/2009/01/digital-printed-floor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751" y="169178"/>
            <a:ext cx="2024949" cy="137160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 txBox="1">
            <a:spLocks noGrp="1"/>
          </p:cNvSpPr>
          <p:nvPr>
            <p:ph type="title"/>
          </p:nvPr>
        </p:nvSpPr>
        <p:spPr>
          <a:xfrm>
            <a:off x="1981200" y="-30162"/>
            <a:ext cx="8229600" cy="1143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r>
              <a:rPr lang="en" sz="3200" dirty="0">
                <a:ln>
                  <a:solidFill>
                    <a:schemeClr val="tx1"/>
                  </a:solidFill>
                </a:ln>
              </a:rPr>
              <a:t>A Creativity Tool</a:t>
            </a:r>
          </a:p>
        </p:txBody>
      </p:sp>
      <p:sp>
        <p:nvSpPr>
          <p:cNvPr id="150" name="Shape 150"/>
          <p:cNvSpPr txBox="1">
            <a:spLocks noGrp="1"/>
          </p:cNvSpPr>
          <p:nvPr>
            <p:ph type="body" idx="1"/>
          </p:nvPr>
        </p:nvSpPr>
        <p:spPr>
          <a:xfrm>
            <a:off x="1676401" y="990601"/>
            <a:ext cx="2025325" cy="5577275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buNone/>
            </a:pPr>
            <a:r>
              <a:rPr lang="en-US" u="sng" dirty="0"/>
              <a:t>Try To</a:t>
            </a:r>
          </a:p>
          <a:p>
            <a:pPr lvl="0">
              <a:buNone/>
            </a:pPr>
            <a:r>
              <a:rPr lang="en-US" sz="1800" dirty="0"/>
              <a:t>Slide It</a:t>
            </a:r>
          </a:p>
          <a:p>
            <a:pPr lvl="0">
              <a:buNone/>
            </a:pPr>
            <a:r>
              <a:rPr lang="en-US" sz="1800" dirty="0"/>
              <a:t>Dissolve it</a:t>
            </a:r>
          </a:p>
          <a:p>
            <a:pPr lvl="0">
              <a:buNone/>
            </a:pPr>
            <a:r>
              <a:rPr lang="en-US" sz="1800" dirty="0"/>
              <a:t>Compress it</a:t>
            </a:r>
          </a:p>
          <a:p>
            <a:pPr lvl="0">
              <a:buNone/>
            </a:pPr>
            <a:r>
              <a:rPr lang="en-US" sz="1800" dirty="0"/>
              <a:t>Roll it</a:t>
            </a:r>
          </a:p>
          <a:p>
            <a:pPr lvl="0">
              <a:buNone/>
            </a:pPr>
            <a:r>
              <a:rPr lang="en-US" sz="1800" dirty="0"/>
              <a:t>Stir it</a:t>
            </a:r>
          </a:p>
          <a:p>
            <a:pPr lvl="0">
              <a:buNone/>
            </a:pPr>
            <a:r>
              <a:rPr lang="en-US" sz="1800" dirty="0"/>
              <a:t>Shake it</a:t>
            </a:r>
          </a:p>
          <a:p>
            <a:pPr lvl="0">
              <a:buNone/>
            </a:pPr>
            <a:r>
              <a:rPr lang="en-US" sz="1800" dirty="0"/>
              <a:t>Spread it</a:t>
            </a:r>
          </a:p>
          <a:p>
            <a:pPr lvl="0">
              <a:buNone/>
            </a:pPr>
            <a:r>
              <a:rPr lang="en-US" sz="1800" dirty="0"/>
              <a:t>Squeeze it</a:t>
            </a:r>
          </a:p>
          <a:p>
            <a:pPr lvl="0">
              <a:buNone/>
            </a:pPr>
            <a:r>
              <a:rPr lang="en-US" sz="1800" dirty="0"/>
              <a:t>Separate it</a:t>
            </a:r>
          </a:p>
          <a:p>
            <a:pPr lvl="0">
              <a:buNone/>
            </a:pPr>
            <a:r>
              <a:rPr lang="en-US" sz="1800" dirty="0"/>
              <a:t>Blend it</a:t>
            </a:r>
          </a:p>
          <a:p>
            <a:pPr lvl="0">
              <a:buNone/>
            </a:pPr>
            <a:r>
              <a:rPr lang="en-US" sz="1800" dirty="0"/>
              <a:t>Slice it</a:t>
            </a:r>
          </a:p>
          <a:p>
            <a:pPr lvl="0">
              <a:buNone/>
            </a:pPr>
            <a:r>
              <a:rPr lang="en-US" sz="1800" dirty="0"/>
              <a:t>Melt it</a:t>
            </a:r>
          </a:p>
          <a:p>
            <a:pPr lvl="0">
              <a:buNone/>
            </a:pPr>
            <a:r>
              <a:rPr lang="en-US" sz="1800" dirty="0"/>
              <a:t>Decrease it</a:t>
            </a:r>
          </a:p>
          <a:p>
            <a:pPr lvl="0">
              <a:buNone/>
            </a:pPr>
            <a:r>
              <a:rPr lang="en-US" sz="1800" dirty="0"/>
              <a:t>Increase it</a:t>
            </a:r>
          </a:p>
          <a:p>
            <a:pPr lvl="0">
              <a:buNone/>
            </a:pPr>
            <a:r>
              <a:rPr lang="en-US" sz="1800" dirty="0"/>
              <a:t>Stack it</a:t>
            </a:r>
          </a:p>
          <a:p>
            <a:pPr lvl="0">
              <a:buNone/>
            </a:pPr>
            <a:r>
              <a:rPr lang="en-US" sz="1800" dirty="0"/>
              <a:t>Inflate it</a:t>
            </a:r>
          </a:p>
          <a:p>
            <a:pPr lvl="0">
              <a:buNone/>
            </a:pPr>
            <a:r>
              <a:rPr lang="en-US" sz="1800" dirty="0"/>
              <a:t>Divide it</a:t>
            </a:r>
          </a:p>
          <a:p>
            <a:pPr lvl="0">
              <a:buNone/>
            </a:pPr>
            <a:r>
              <a:rPr lang="en-US" sz="1800" dirty="0"/>
              <a:t>Pry it</a:t>
            </a:r>
          </a:p>
          <a:p>
            <a:pPr lvl="0">
              <a:buNone/>
            </a:pPr>
            <a:r>
              <a:rPr lang="en-US" sz="1800" dirty="0"/>
              <a:t>Clamp it</a:t>
            </a:r>
          </a:p>
          <a:p>
            <a:pPr lvl="0">
              <a:buNone/>
            </a:pPr>
            <a:endParaRPr lang="en-US" dirty="0"/>
          </a:p>
        </p:txBody>
      </p:sp>
      <p:sp>
        <p:nvSpPr>
          <p:cNvPr id="6" name="Shape 150"/>
          <p:cNvSpPr txBox="1">
            <a:spLocks/>
          </p:cNvSpPr>
          <p:nvPr/>
        </p:nvSpPr>
        <p:spPr>
          <a:xfrm>
            <a:off x="3581401" y="990601"/>
            <a:ext cx="2025325" cy="55772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buClr>
                <a:srgbClr val="859CB1"/>
              </a:buClr>
              <a:buSzPct val="100000"/>
              <a:defRPr/>
            </a:pPr>
            <a:r>
              <a:rPr lang="en-US" sz="2000" u="sng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Make it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Transparent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Movable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Immovable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Sticky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Flexible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Inflexible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Spin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Bounce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Rotate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Remove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Hot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Cold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Slippery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Stretch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Pop up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Fly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Flicker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Foamy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Explode	</a:t>
            </a:r>
          </a:p>
          <a:p>
            <a:pPr>
              <a:buClr>
                <a:srgbClr val="859CB1"/>
              </a:buClr>
              <a:buSzPct val="100000"/>
              <a:defRPr/>
            </a:pPr>
            <a:endParaRPr lang="en-US" sz="2000" kern="0" dirty="0">
              <a:solidFill>
                <a:srgbClr val="2C343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" name="Shape 150"/>
          <p:cNvSpPr txBox="1">
            <a:spLocks/>
          </p:cNvSpPr>
          <p:nvPr/>
        </p:nvSpPr>
        <p:spPr>
          <a:xfrm>
            <a:off x="5486401" y="990601"/>
            <a:ext cx="2025325" cy="55772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buClr>
                <a:srgbClr val="859CB1"/>
              </a:buClr>
              <a:buSzPct val="100000"/>
              <a:defRPr/>
            </a:pPr>
            <a:r>
              <a:rPr lang="en-US" sz="2000" u="sng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Add or Subtract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Springs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Elastic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Cohesion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Traction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Nets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Filters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Waves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Vacuum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Fiberglass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Rubber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Tension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Wedges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Dials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Gears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Spirals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Turbulence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Energy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Power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Time	</a:t>
            </a:r>
          </a:p>
          <a:p>
            <a:pPr>
              <a:buClr>
                <a:srgbClr val="859CB1"/>
              </a:buClr>
              <a:buSzPct val="100000"/>
              <a:defRPr/>
            </a:pPr>
            <a:endParaRPr lang="en-US" sz="2000" kern="0" dirty="0">
              <a:solidFill>
                <a:srgbClr val="2C343B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" name="Shape 150"/>
          <p:cNvSpPr txBox="1">
            <a:spLocks/>
          </p:cNvSpPr>
          <p:nvPr/>
        </p:nvSpPr>
        <p:spPr>
          <a:xfrm>
            <a:off x="7620000" y="990601"/>
            <a:ext cx="3048000" cy="55772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buClr>
                <a:srgbClr val="859CB1"/>
              </a:buClr>
              <a:buSzPct val="100000"/>
              <a:defRPr/>
            </a:pPr>
            <a:r>
              <a:rPr lang="en-US" sz="2000" u="sng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Imagine that you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Can read minds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Are the problem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Can fly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Have a magic wand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sz="2000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Rule the world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sz="2000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Have unlimited money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sz="2000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Have a magic genie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sz="2000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Can travel in time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sz="2000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Have a computer brain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sz="2000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Move at the speed of light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sz="2000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Can change any object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sz="2000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Can see into the future</a:t>
            </a:r>
          </a:p>
          <a:p>
            <a:pPr>
              <a:buClr>
                <a:srgbClr val="859CB1"/>
              </a:buClr>
              <a:buSzPct val="100000"/>
              <a:defRPr/>
            </a:pPr>
            <a:r>
              <a:rPr lang="en-US" sz="2000" kern="0" dirty="0">
                <a:solidFill>
                  <a:srgbClr val="2C343B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Can make yourself smaller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title"/>
          </p:nvPr>
        </p:nvSpPr>
        <p:spPr>
          <a:xfrm>
            <a:off x="1981200" y="-30162"/>
            <a:ext cx="8229600" cy="1143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/>
            <a:r>
              <a:rPr lang="en-US" sz="3200" dirty="0">
                <a:ln>
                  <a:solidFill>
                    <a:schemeClr val="tx1"/>
                  </a:solidFill>
                </a:ln>
              </a:rPr>
              <a:t>Floor Company Exercise</a:t>
            </a:r>
            <a:endParaRPr lang="en" sz="32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2435700" y="1600200"/>
            <a:ext cx="73206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en-US" sz="3200" dirty="0"/>
              <a:t>How many ideas do you have?</a:t>
            </a:r>
          </a:p>
          <a:p>
            <a:endParaRPr lang="en-US" sz="3200" dirty="0"/>
          </a:p>
          <a:p>
            <a:r>
              <a:rPr lang="en-US" sz="3200" dirty="0"/>
              <a:t>What helped you be more creative?</a:t>
            </a:r>
          </a:p>
          <a:p>
            <a:endParaRPr lang="en-US" sz="3200" dirty="0"/>
          </a:p>
          <a:p>
            <a:r>
              <a:rPr lang="en-US" sz="3200" dirty="0"/>
              <a:t>Pick your top 3 innovative ideas</a:t>
            </a:r>
          </a:p>
          <a:p>
            <a:endParaRPr lang="en-US" sz="3200" dirty="0"/>
          </a:p>
          <a:p>
            <a:r>
              <a:rPr lang="en-US" sz="3200" dirty="0"/>
              <a:t>Report one idea to the rest of the class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1981201" y="1143000"/>
            <a:ext cx="3885599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" b="1" dirty="0">
                <a:solidFill>
                  <a:srgbClr val="0198AD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Diverging</a:t>
            </a:r>
          </a:p>
          <a:p>
            <a:r>
              <a:rPr lang="en-US" dirty="0"/>
              <a:t>defer judgment</a:t>
            </a:r>
          </a:p>
          <a:p>
            <a:endParaRPr lang="en-US" dirty="0"/>
          </a:p>
          <a:p>
            <a:pPr lvl="0"/>
            <a:r>
              <a:rPr lang="en-US" dirty="0"/>
              <a:t>look for lots of ideas</a:t>
            </a:r>
          </a:p>
          <a:p>
            <a:pPr lvl="0"/>
            <a:endParaRPr lang="en-US" dirty="0"/>
          </a:p>
          <a:p>
            <a:r>
              <a:rPr lang="en-US" dirty="0"/>
              <a:t>accept all ideas</a:t>
            </a:r>
          </a:p>
          <a:p>
            <a:endParaRPr lang="en-US" dirty="0"/>
          </a:p>
          <a:p>
            <a:r>
              <a:rPr lang="en-US" dirty="0"/>
              <a:t>make yourself “stretch”</a:t>
            </a:r>
          </a:p>
          <a:p>
            <a:endParaRPr lang="en-US" dirty="0"/>
          </a:p>
          <a:p>
            <a:r>
              <a:rPr lang="en-US" dirty="0"/>
              <a:t>take time to “simmer”</a:t>
            </a:r>
          </a:p>
          <a:p>
            <a:endParaRPr lang="en-US" dirty="0"/>
          </a:p>
          <a:p>
            <a:r>
              <a:rPr lang="en-US" dirty="0"/>
              <a:t>Seek combination:</a:t>
            </a:r>
          </a:p>
          <a:p>
            <a:pPr>
              <a:buNone/>
            </a:pPr>
            <a:r>
              <a:rPr lang="en-US" dirty="0"/>
              <a:t>bring together odd combinations</a:t>
            </a:r>
            <a:endParaRPr lang="en" dirty="0"/>
          </a:p>
        </p:txBody>
      </p:sp>
      <p:sp>
        <p:nvSpPr>
          <p:cNvPr id="143" name="Shape 143"/>
          <p:cNvSpPr txBox="1">
            <a:spLocks noGrp="1"/>
          </p:cNvSpPr>
          <p:nvPr>
            <p:ph type="title"/>
          </p:nvPr>
        </p:nvSpPr>
        <p:spPr>
          <a:xfrm>
            <a:off x="1981200" y="-30162"/>
            <a:ext cx="8229600" cy="11430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/>
            <a:r>
              <a:rPr lang="en-US" sz="3200" dirty="0">
                <a:ln>
                  <a:solidFill>
                    <a:schemeClr val="tx1"/>
                  </a:solidFill>
                </a:ln>
              </a:rPr>
              <a:t>Patterns of Creative Thinking</a:t>
            </a:r>
            <a:endParaRPr lang="en" sz="32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44" name="Shape 144"/>
          <p:cNvSpPr txBox="1">
            <a:spLocks noGrp="1"/>
          </p:cNvSpPr>
          <p:nvPr>
            <p:ph type="body" idx="2"/>
          </p:nvPr>
        </p:nvSpPr>
        <p:spPr>
          <a:xfrm>
            <a:off x="6248400" y="1066800"/>
            <a:ext cx="4191000" cy="4967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" b="1" dirty="0">
                <a:solidFill>
                  <a:srgbClr val="0198AD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Converging</a:t>
            </a:r>
          </a:p>
          <a:p>
            <a:r>
              <a:rPr lang="en-US" dirty="0"/>
              <a:t>look for what is really new</a:t>
            </a:r>
          </a:p>
          <a:p>
            <a:endParaRPr lang="en-US" sz="1200" dirty="0"/>
          </a:p>
          <a:p>
            <a:r>
              <a:rPr lang="en-US" dirty="0"/>
              <a:t>what gets people excited even if not very realistic</a:t>
            </a:r>
          </a:p>
          <a:p>
            <a:endParaRPr lang="en-US" sz="1200" dirty="0"/>
          </a:p>
          <a:p>
            <a:r>
              <a:rPr lang="en-US" dirty="0"/>
              <a:t>avoid premature closure</a:t>
            </a:r>
          </a:p>
          <a:p>
            <a:endParaRPr lang="en-US" sz="1200" dirty="0"/>
          </a:p>
          <a:p>
            <a:r>
              <a:rPr lang="en-US" dirty="0"/>
              <a:t>take the risk to took at difficult issues or “sneaky spots”</a:t>
            </a:r>
          </a:p>
          <a:p>
            <a:endParaRPr lang="en-US" sz="1200" dirty="0"/>
          </a:p>
          <a:p>
            <a:r>
              <a:rPr lang="en-US" dirty="0"/>
              <a:t>develop a sense of "affirmative judgment“</a:t>
            </a:r>
          </a:p>
          <a:p>
            <a:endParaRPr lang="en-US" sz="1200" dirty="0"/>
          </a:p>
          <a:p>
            <a:r>
              <a:rPr lang="en-US" dirty="0"/>
              <a:t>keep your eyes on your objective</a:t>
            </a:r>
            <a:endParaRPr lang="en" dirty="0"/>
          </a:p>
          <a:p>
            <a:pPr>
              <a:buNone/>
            </a:pPr>
            <a:endParaRPr lang="en" dirty="0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Timon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F91421851E31478EE7C53FB6FD1544" ma:contentTypeVersion="13" ma:contentTypeDescription="Create a new document." ma:contentTypeScope="" ma:versionID="e9fbb65b50e0f3d0e0e3d3ad78c5dcd7">
  <xsd:schema xmlns:xsd="http://www.w3.org/2001/XMLSchema" xmlns:xs="http://www.w3.org/2001/XMLSchema" xmlns:p="http://schemas.microsoft.com/office/2006/metadata/properties" xmlns:ns2="5c6a83b5-6bc7-45fb-849e-d462072e39ad" xmlns:ns3="91a877b2-50d1-4f9d-96d3-99ce904f5266" targetNamespace="http://schemas.microsoft.com/office/2006/metadata/properties" ma:root="true" ma:fieldsID="b2286b973f1a264fb2a8fc53dcba742c" ns2:_="" ns3:_="">
    <xsd:import namespace="5c6a83b5-6bc7-45fb-849e-d462072e39ad"/>
    <xsd:import namespace="91a877b2-50d1-4f9d-96d3-99ce904f5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6a83b5-6bc7-45fb-849e-d462072e39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0f0fa888-949a-464e-a270-b091e030d5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877b2-50d1-4f9d-96d3-99ce904f526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3239754f-2fa8-4d5c-a191-686992fc9772}" ma:internalName="TaxCatchAll" ma:showField="CatchAllData" ma:web="91a877b2-50d1-4f9d-96d3-99ce904f5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6a83b5-6bc7-45fb-849e-d462072e39ad">
      <Terms xmlns="http://schemas.microsoft.com/office/infopath/2007/PartnerControls"/>
    </lcf76f155ced4ddcb4097134ff3c332f>
    <TaxCatchAll xmlns="91a877b2-50d1-4f9d-96d3-99ce904f5266" xsi:nil="true"/>
  </documentManagement>
</p:properties>
</file>

<file path=customXml/itemProps1.xml><?xml version="1.0" encoding="utf-8"?>
<ds:datastoreItem xmlns:ds="http://schemas.openxmlformats.org/officeDocument/2006/customXml" ds:itemID="{071CA757-458A-49F4-A600-7FDD94EA5811}"/>
</file>

<file path=customXml/itemProps2.xml><?xml version="1.0" encoding="utf-8"?>
<ds:datastoreItem xmlns:ds="http://schemas.openxmlformats.org/officeDocument/2006/customXml" ds:itemID="{DC00D072-F573-492B-BCE2-FD43730E09AF}"/>
</file>

<file path=customXml/itemProps3.xml><?xml version="1.0" encoding="utf-8"?>
<ds:datastoreItem xmlns:ds="http://schemas.openxmlformats.org/officeDocument/2006/customXml" ds:itemID="{7D46CAC5-EE9C-4C37-AA43-11FE4B3E235B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330</Words>
  <Application>Microsoft Office PowerPoint</Application>
  <PresentationFormat>Widescreen</PresentationFormat>
  <Paragraphs>120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Permanent Marker</vt:lpstr>
      <vt:lpstr>Source Sans Pro</vt:lpstr>
      <vt:lpstr>Timon template</vt:lpstr>
      <vt:lpstr>2094 Week 6 Tutorial</vt:lpstr>
      <vt:lpstr>Floor Company Exercise</vt:lpstr>
      <vt:lpstr>A Creativity Tool</vt:lpstr>
      <vt:lpstr>Floor Company Exercise</vt:lpstr>
      <vt:lpstr>Patterns of Creative Thinking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Floor Company Exercise</dc:title>
  <dc:creator>Max Ganzin</dc:creator>
  <cp:lastModifiedBy>Max Ganzin</cp:lastModifiedBy>
  <cp:revision>1</cp:revision>
  <dcterms:created xsi:type="dcterms:W3CDTF">2021-10-24T22:47:50Z</dcterms:created>
  <dcterms:modified xsi:type="dcterms:W3CDTF">2023-08-09T07:44:04Z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0x0101003FF91421851E31478EE7C53FB6FD1544</vt:lpwstr>
  </property>
</Properties>
</file>