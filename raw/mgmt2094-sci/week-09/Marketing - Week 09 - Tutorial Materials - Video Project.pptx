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Group innovation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r>
              <a:rPr lang="en-US" dirty="0"/>
              <a:t>2094 Week 9 tutorial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E3938-14A5-BB15-0B72-085561A59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Video project</a:t>
            </a:r>
            <a:endParaRPr lang="en-C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99F65-F77F-D651-333F-5BABDE77B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Spend time with your group working on the innovation project</a:t>
            </a:r>
          </a:p>
          <a:p>
            <a:r>
              <a:rPr lang="en-US" sz="3200" dirty="0"/>
              <a:t>Give the progress report</a:t>
            </a:r>
          </a:p>
          <a:p>
            <a:r>
              <a:rPr lang="en-US" sz="3200" dirty="0"/>
              <a:t>Make sure you are on the right track and on schedule</a:t>
            </a:r>
          </a:p>
          <a:p>
            <a:r>
              <a:rPr lang="en-US" sz="3200" dirty="0"/>
              <a:t>Ask questions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384258805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6a83b5-6bc7-45fb-849e-d462072e39ad">
      <Terms xmlns="http://schemas.microsoft.com/office/infopath/2007/PartnerControls"/>
    </lcf76f155ced4ddcb4097134ff3c332f>
    <TaxCatchAll xmlns="91a877b2-50d1-4f9d-96d3-99ce904f526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F91421851E31478EE7C53FB6FD1544" ma:contentTypeVersion="13" ma:contentTypeDescription="Create a new document." ma:contentTypeScope="" ma:versionID="e9fbb65b50e0f3d0e0e3d3ad78c5dcd7">
  <xsd:schema xmlns:xsd="http://www.w3.org/2001/XMLSchema" xmlns:xs="http://www.w3.org/2001/XMLSchema" xmlns:p="http://schemas.microsoft.com/office/2006/metadata/properties" xmlns:ns2="5c6a83b5-6bc7-45fb-849e-d462072e39ad" xmlns:ns3="91a877b2-50d1-4f9d-96d3-99ce904f5266" targetNamespace="http://schemas.microsoft.com/office/2006/metadata/properties" ma:root="true" ma:fieldsID="b2286b973f1a264fb2a8fc53dcba742c" ns2:_="" ns3:_="">
    <xsd:import namespace="5c6a83b5-6bc7-45fb-849e-d462072e39ad"/>
    <xsd:import namespace="91a877b2-50d1-4f9d-96d3-99ce904f5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6a83b5-6bc7-45fb-849e-d462072e39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0f0fa888-949a-464e-a270-b091e030d5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877b2-50d1-4f9d-96d3-99ce904f526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3239754f-2fa8-4d5c-a191-686992fc9772}" ma:internalName="TaxCatchAll" ma:showField="CatchAllData" ma:web="91a877b2-50d1-4f9d-96d3-99ce904f5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7F8B41-7BE8-4AFB-A391-4F854E1E98E5}"/>
</file>

<file path=docProps/app.xml><?xml version="1.0" encoding="utf-8"?>
<Properties xmlns="http://schemas.openxmlformats.org/officeDocument/2006/extended-properties" xmlns:vt="http://schemas.openxmlformats.org/officeDocument/2006/docPropsVTypes">
  <Template>{51FFEAB3-F9C8-42E5-9E1A-7F9932722EE1}tf33552983_win32</Template>
  <TotalTime>7</TotalTime>
  <Words>36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Franklin Gothic Book</vt:lpstr>
      <vt:lpstr>Franklin Gothic Demi</vt:lpstr>
      <vt:lpstr>Wingdings 2</vt:lpstr>
      <vt:lpstr>DividendVTI</vt:lpstr>
      <vt:lpstr>Group innovation Project</vt:lpstr>
      <vt:lpstr>Video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innovation Project</dc:title>
  <dc:creator>Max Ganzin</dc:creator>
  <cp:lastModifiedBy>Max Ganzin</cp:lastModifiedBy>
  <cp:revision>1</cp:revision>
  <dcterms:created xsi:type="dcterms:W3CDTF">2023-08-10T06:03:36Z</dcterms:created>
  <dcterms:modified xsi:type="dcterms:W3CDTF">2023-08-10T06:11:29Z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0x0101003FF91421851E31478EE7C53FB6FD1544</vt:lpwstr>
  </property>
</Properties>
</file>