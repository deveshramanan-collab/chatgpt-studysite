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7"/>
  </p:notesMasterIdLst>
  <p:sldIdLst>
    <p:sldId id="264" r:id="rId5"/>
    <p:sldId id="313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4" autoAdjust="0"/>
    <p:restoredTop sz="94619" autoAdjust="0"/>
  </p:normalViewPr>
  <p:slideViewPr>
    <p:cSldViewPr snapToGrid="0">
      <p:cViewPr varScale="1">
        <p:scale>
          <a:sx n="108" d="100"/>
          <a:sy n="108" d="100"/>
        </p:scale>
        <p:origin x="68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6DBDFE-DD3D-4291-A404-1B97A83A6EA8}" type="datetimeFigureOut">
              <a:rPr lang="en-US" smtClean="0"/>
              <a:t>5/29/26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456DE3-4E01-4AFD-AD42-42312842ED8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9615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98700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AU"/>
          </a:p>
        </p:txBody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AU"/>
          </a:p>
        </p:txBody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U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EA0C0817-A112-4847-8014-A94B7D2A4EA3}" type="datetime1">
              <a:rPr lang="en-US" smtClean="0"/>
              <a:t>5/29/26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4701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2B432-ACDA-4023-A761-2BAB76577B62}" type="datetime1">
              <a:rPr lang="en-US" smtClean="0"/>
              <a:t>5/29/26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5881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anchor="ctr">
            <a:normAutofit/>
          </a:bodyPr>
          <a:lstStyle>
            <a:lvl1pPr algn="ctr">
              <a:lnSpc>
                <a:spcPct val="83000"/>
              </a:lnSpc>
              <a:defRPr lang="en-US" sz="68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D9C646AA-F36E-4540-911D-FFFC0A0EF24A}" type="datetime1">
              <a:rPr lang="en-US" smtClean="0"/>
              <a:t>5/29/26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97321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6D26-FA5F-4637-B602-B7C2DC34CFD4}" type="datetime1">
              <a:rPr lang="en-US" smtClean="0"/>
              <a:t>5/29/26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0582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F15D8-96D1-4781-BC50-CA8A088B2FE4}" type="datetime1">
              <a:rPr lang="en-US" smtClean="0"/>
              <a:t>5/29/26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0732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6C99-B8F8-4528-BD05-0E16E943DC09}" type="datetime1">
              <a:rPr lang="en-US" smtClean="0"/>
              <a:t>5/29/26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3587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6942-C211-4B28-8DBD-C953E00AF71B}" type="datetime1">
              <a:rPr lang="en-US" smtClean="0"/>
              <a:t>5/29/26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53279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E8D12A6-918A-48BD-8CB9-CA713993B0EA}" type="datetime1">
              <a:rPr lang="en-US" smtClean="0"/>
              <a:t>5/29/26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2160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E778CE86-875F-4587-BCF6-FA054AFC0D53}" type="datetime1">
              <a:rPr lang="en-US" smtClean="0"/>
              <a:pPr/>
              <a:t>5/29/26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99103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AU"/>
          </a:p>
        </p:txBody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AU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6FA2B21-3FCD-4721-B95C-427943F61125}" type="datetime1">
              <a:rPr lang="en-US" smtClean="0"/>
              <a:t>5/29/26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090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i="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flower illustrations">
            <a:extLst>
              <a:ext uri="{FF2B5EF4-FFF2-40B4-BE49-F238E27FC236}">
                <a16:creationId xmlns:a16="http://schemas.microsoft.com/office/drawing/2014/main" id="{46768272-0F6A-4E58-A45C-F10D015D895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-839"/>
            <a:ext cx="12191980" cy="6858000"/>
          </a:xfrm>
          <a:prstGeom prst="rect">
            <a:avLst/>
          </a:prstGeom>
        </p:spPr>
      </p:pic>
      <p:sp useBgFill="1">
        <p:nvSpPr>
          <p:cNvPr id="73" name="Rectangle 72">
            <a:extLst>
              <a:ext uri="{FF2B5EF4-FFF2-40B4-BE49-F238E27FC236}">
                <a16:creationId xmlns:a16="http://schemas.microsoft.com/office/drawing/2014/main" id="{BF9FFE17-DE95-4821-ACC1-B90C954492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AU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03CF76AF-FF72-4430-A772-0584032902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A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C3B467-088C-4F3D-A9A7-105C4E1E20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71132" y="2091263"/>
            <a:ext cx="8649738" cy="2590800"/>
          </a:xfrm>
        </p:spPr>
        <p:txBody>
          <a:bodyPr>
            <a:normAutofit/>
          </a:bodyPr>
          <a:lstStyle/>
          <a:p>
            <a:r>
              <a:rPr lang="en-US" sz="6800" dirty="0"/>
              <a:t>Final exam preparation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722DDC-8EEE-4A06-8DFE-B44871EAA2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71130" y="4682062"/>
            <a:ext cx="8652788" cy="457201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sz="1800" dirty="0"/>
              <a:t>2094 Week 12 Tutorial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0B1C8180-2FDD-4202-8C45-4057CB1AB2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U"/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D6E86CC6-13EA-4A88-86AD-CF27BF52C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50180" y="1267730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3F80B441-4F7D-4B40-8A13-FED03A1F3A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941820" y="1267730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70C7FD1A-44B1-4E4C-B0C9-A8103DCCDC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50180" y="1913025"/>
            <a:ext cx="1691640" cy="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280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19E46-144D-EFA7-C218-3D2259D9D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Guest Lecturer Discussion</a:t>
            </a:r>
            <a:endParaRPr lang="en-CA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F3F2F-CBBF-F380-9101-E1BEB61204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What were the key lessons you learned from the Guest Lecturer?</a:t>
            </a:r>
          </a:p>
          <a:p>
            <a:r>
              <a:rPr lang="en-US" sz="2800" dirty="0"/>
              <a:t>How can you use the key take-aways in your career?</a:t>
            </a:r>
          </a:p>
          <a:p>
            <a:r>
              <a:rPr lang="en-US" sz="2800" dirty="0"/>
              <a:t>What were the key components of the company’s success?</a:t>
            </a:r>
          </a:p>
          <a:p>
            <a:r>
              <a:rPr lang="en-US" sz="2800" dirty="0"/>
              <a:t>What role did innovation or creativity play?</a:t>
            </a:r>
          </a:p>
          <a:p>
            <a:r>
              <a:rPr lang="en-US" sz="2800" dirty="0"/>
              <a:t>Can this success be replicated?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2950712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Savon">
      <a:majorFont>
        <a:latin typeface="Avenir Next LT Pro Light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venir Next LT Pro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VTI" id="{A72E8C35-66DD-49F8-AF66-813F19B983AE}" vid="{93CCBC76-B7A1-4C3D-93EA-5CE34C4670F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ustom 46">
    <a:dk1>
      <a:sysClr val="windowText" lastClr="000000"/>
    </a:dk1>
    <a:lt1>
      <a:sysClr val="window" lastClr="FFFFFF"/>
    </a:lt1>
    <a:dk2>
      <a:srgbClr val="121316"/>
    </a:dk2>
    <a:lt2>
      <a:srgbClr val="FEFCF7"/>
    </a:lt2>
    <a:accent1>
      <a:srgbClr val="8394A4"/>
    </a:accent1>
    <a:accent2>
      <a:srgbClr val="65739F"/>
    </a:accent2>
    <a:accent3>
      <a:srgbClr val="B2AC8A"/>
    </a:accent3>
    <a:accent4>
      <a:srgbClr val="879BB3"/>
    </a:accent4>
    <a:accent5>
      <a:srgbClr val="D7B579"/>
    </a:accent5>
    <a:accent6>
      <a:srgbClr val="8A9B89"/>
    </a:accent6>
    <a:hlink>
      <a:srgbClr val="85C4D2"/>
    </a:hlink>
    <a:folHlink>
      <a:srgbClr val="8E8CA7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FF91421851E31478EE7C53FB6FD1544" ma:contentTypeVersion="13" ma:contentTypeDescription="Create a new document." ma:contentTypeScope="" ma:versionID="e9fbb65b50e0f3d0e0e3d3ad78c5dcd7">
  <xsd:schema xmlns:xsd="http://www.w3.org/2001/XMLSchema" xmlns:xs="http://www.w3.org/2001/XMLSchema" xmlns:p="http://schemas.microsoft.com/office/2006/metadata/properties" xmlns:ns2="5c6a83b5-6bc7-45fb-849e-d462072e39ad" xmlns:ns3="91a877b2-50d1-4f9d-96d3-99ce904f5266" targetNamespace="http://schemas.microsoft.com/office/2006/metadata/properties" ma:root="true" ma:fieldsID="b2286b973f1a264fb2a8fc53dcba742c" ns2:_="" ns3:_="">
    <xsd:import namespace="5c6a83b5-6bc7-45fb-849e-d462072e39ad"/>
    <xsd:import namespace="91a877b2-50d1-4f9d-96d3-99ce904f526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c6a83b5-6bc7-45fb-849e-d462072e39a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0f0fa888-949a-464e-a270-b091e030d5a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a877b2-50d1-4f9d-96d3-99ce904f5266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3239754f-2fa8-4d5c-a191-686992fc9772}" ma:internalName="TaxCatchAll" ma:showField="CatchAllData" ma:web="91a877b2-50d1-4f9d-96d3-99ce904f526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c6a83b5-6bc7-45fb-849e-d462072e39ad">
      <Terms xmlns="http://schemas.microsoft.com/office/infopath/2007/PartnerControls"/>
    </lcf76f155ced4ddcb4097134ff3c332f>
    <TaxCatchAll xmlns="91a877b2-50d1-4f9d-96d3-99ce904f5266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6040737-E043-45DC-9A05-0D60764D165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c6a83b5-6bc7-45fb-849e-d462072e39ad"/>
    <ds:schemaRef ds:uri="91a877b2-50d1-4f9d-96d3-99ce904f526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46BCBFB-BBC7-42F1-95CD-058E172363A0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5c6a83b5-6bc7-45fb-849e-d462072e39ad"/>
    <ds:schemaRef ds:uri="91a877b2-50d1-4f9d-96d3-99ce904f5266"/>
  </ds:schemaRefs>
</ds:datastoreItem>
</file>

<file path=customXml/itemProps3.xml><?xml version="1.0" encoding="utf-8"?>
<ds:datastoreItem xmlns:ds="http://schemas.openxmlformats.org/officeDocument/2006/customXml" ds:itemID="{1259D436-C82E-43E0-8A01-53DF9CED603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{A91E6944-5581-43C0-A693-E81D91A5F4B0}tf11531919_win32</Template>
  <TotalTime>6</TotalTime>
  <Words>58</Words>
  <Application>Microsoft Macintosh PowerPoint</Application>
  <PresentationFormat>Widescreen</PresentationFormat>
  <Paragraphs>9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Avenir Next LT Pro</vt:lpstr>
      <vt:lpstr>Avenir Next LT Pro Light</vt:lpstr>
      <vt:lpstr>Calibri</vt:lpstr>
      <vt:lpstr>Garamond</vt:lpstr>
      <vt:lpstr>SavonVTI</vt:lpstr>
      <vt:lpstr>Final exam preparation</vt:lpstr>
      <vt:lpstr>Guest Lecturer Discussion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 exam preparation</dc:title>
  <dc:creator>Max Ganzin</dc:creator>
  <cp:lastModifiedBy>John Edwards</cp:lastModifiedBy>
  <cp:revision>2</cp:revision>
  <dcterms:created xsi:type="dcterms:W3CDTF">2023-08-10T06:22:57Z</dcterms:created>
  <dcterms:modified xsi:type="dcterms:W3CDTF">2026-05-28T22:28:15Z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0x0101003FF91421851E31478EE7C53FB6FD1544</vt:lpwstr>
  </property>
</Properties>
</file>