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73" r:id="rId2"/>
    <p:sldId id="374" r:id="rId3"/>
    <p:sldId id="390" r:id="rId4"/>
    <p:sldId id="391" r:id="rId5"/>
    <p:sldId id="392" r:id="rId6"/>
    <p:sldId id="394" r:id="rId7"/>
    <p:sldId id="395" r:id="rId8"/>
    <p:sldId id="396" r:id="rId9"/>
    <p:sldId id="397" r:id="rId10"/>
    <p:sldId id="398" r:id="rId11"/>
    <p:sldId id="399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Arial" charset="0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Arial" charset="0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Arial" charset="0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Arial" charset="0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Arial" charset="0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charset="0"/>
        <a:ea typeface="Arial" charset="0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charset="0"/>
        <a:ea typeface="Arial" charset="0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charset="0"/>
        <a:ea typeface="Arial" charset="0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charset="0"/>
        <a:ea typeface="Arial" charset="0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896"/>
  </p:normalViewPr>
  <p:slideViewPr>
    <p:cSldViewPr>
      <p:cViewPr varScale="1">
        <p:scale>
          <a:sx n="102" d="100"/>
          <a:sy n="102" d="100"/>
        </p:scale>
        <p:origin x="1712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AF0683-E0AD-4A36-93A2-7CD8E5DCCADB}" type="doc">
      <dgm:prSet loTypeId="urn:microsoft.com/office/officeart/2005/8/layout/vList2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AU"/>
        </a:p>
      </dgm:t>
    </dgm:pt>
    <dgm:pt modelId="{100503B5-9EB3-47C2-8490-02ED3032E844}">
      <dgm:prSet phldrT="[Text]" custT="1"/>
      <dgm:spPr/>
      <dgm:t>
        <a:bodyPr/>
        <a:lstStyle/>
        <a:p>
          <a:r>
            <a:rPr lang="en-AU" sz="3200" dirty="0"/>
            <a:t>   </a:t>
          </a:r>
        </a:p>
        <a:p>
          <a:r>
            <a:rPr lang="en-AU" sz="4000" dirty="0"/>
            <a:t>Dr John Edwards</a:t>
          </a:r>
        </a:p>
      </dgm:t>
    </dgm:pt>
    <dgm:pt modelId="{E782E6D9-E061-44F5-BEAD-7D0D956B6551}" type="parTrans" cxnId="{3EAE26A7-7ECA-4C1D-973D-E8F531CCFA83}">
      <dgm:prSet/>
      <dgm:spPr/>
      <dgm:t>
        <a:bodyPr/>
        <a:lstStyle/>
        <a:p>
          <a:endParaRPr lang="en-AU" sz="1600"/>
        </a:p>
      </dgm:t>
    </dgm:pt>
    <dgm:pt modelId="{3BCD8CAA-ADCF-4AD8-A959-49CF1B0A5FAF}" type="sibTrans" cxnId="{3EAE26A7-7ECA-4C1D-973D-E8F531CCFA83}">
      <dgm:prSet/>
      <dgm:spPr/>
      <dgm:t>
        <a:bodyPr/>
        <a:lstStyle/>
        <a:p>
          <a:endParaRPr lang="en-AU" sz="1600"/>
        </a:p>
      </dgm:t>
    </dgm:pt>
    <dgm:pt modelId="{6EA6C148-4DAB-4503-88B7-93958E5ED4E7}">
      <dgm:prSet phldrT="[Text]" custT="1"/>
      <dgm:spPr/>
      <dgm:t>
        <a:bodyPr/>
        <a:lstStyle/>
        <a:p>
          <a:pPr marL="228600" lvl="1" indent="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endParaRPr lang="en-AU" sz="2400" dirty="0">
            <a:latin typeface="Verdana" pitchFamily="34" charset="0"/>
          </a:endParaRPr>
        </a:p>
      </dgm:t>
    </dgm:pt>
    <dgm:pt modelId="{5ABB39C6-BFF2-431A-9D93-C3195660CA24}" type="parTrans" cxnId="{924D2445-4EE0-4D8E-9EBC-71216F763DDA}">
      <dgm:prSet/>
      <dgm:spPr/>
      <dgm:t>
        <a:bodyPr/>
        <a:lstStyle/>
        <a:p>
          <a:endParaRPr lang="en-AU" sz="1600"/>
        </a:p>
      </dgm:t>
    </dgm:pt>
    <dgm:pt modelId="{F73D5F21-ED75-4684-99E6-780D42B95D64}" type="sibTrans" cxnId="{924D2445-4EE0-4D8E-9EBC-71216F763DDA}">
      <dgm:prSet/>
      <dgm:spPr/>
      <dgm:t>
        <a:bodyPr/>
        <a:lstStyle/>
        <a:p>
          <a:endParaRPr lang="en-AU" sz="1600"/>
        </a:p>
      </dgm:t>
    </dgm:pt>
    <dgm:pt modelId="{4F1F3CEC-43D0-4C41-B37F-7403EFD86E02}">
      <dgm:prSet phldrT="[Text]" custT="1"/>
      <dgm:spPr/>
      <dgm:t>
        <a:bodyPr/>
        <a:lstStyle/>
        <a:p>
          <a:pPr marL="228600" lvl="1" indent="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AU" sz="2400" dirty="0"/>
            <a:t> E: </a:t>
          </a:r>
          <a:r>
            <a:rPr lang="en-AU" sz="2400" dirty="0" err="1"/>
            <a:t>john.edwards@mq.edu.au</a:t>
          </a:r>
          <a:endParaRPr lang="en-AU" sz="2400" u="none" dirty="0">
            <a:latin typeface="Verdana" pitchFamily="34" charset="0"/>
          </a:endParaRPr>
        </a:p>
      </dgm:t>
    </dgm:pt>
    <dgm:pt modelId="{9E8D03C4-C614-491B-AFF4-7F76BAAA465E}" type="parTrans" cxnId="{B544C95C-7389-4A68-9AC3-9BCED98EB216}">
      <dgm:prSet/>
      <dgm:spPr/>
      <dgm:t>
        <a:bodyPr/>
        <a:lstStyle/>
        <a:p>
          <a:endParaRPr lang="en-AU" sz="1600"/>
        </a:p>
      </dgm:t>
    </dgm:pt>
    <dgm:pt modelId="{6428B485-837C-4965-820B-A99C07A55240}" type="sibTrans" cxnId="{B544C95C-7389-4A68-9AC3-9BCED98EB216}">
      <dgm:prSet/>
      <dgm:spPr/>
      <dgm:t>
        <a:bodyPr/>
        <a:lstStyle/>
        <a:p>
          <a:endParaRPr lang="en-AU" sz="1600"/>
        </a:p>
      </dgm:t>
    </dgm:pt>
    <dgm:pt modelId="{91B541F9-1DE5-BC44-B71B-2C0487864F29}">
      <dgm:prSet phldrT="[Text]" custT="1"/>
      <dgm:spPr/>
      <dgm:t>
        <a:bodyPr/>
        <a:lstStyle/>
        <a:p>
          <a:pPr marL="228600" lvl="1" indent="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endParaRPr lang="en-AU" sz="2400" u="none" dirty="0">
            <a:latin typeface="Verdana" pitchFamily="34" charset="0"/>
          </a:endParaRPr>
        </a:p>
      </dgm:t>
    </dgm:pt>
    <dgm:pt modelId="{31319E70-F41A-A947-AC74-E211929FA982}" type="parTrans" cxnId="{2F17D8B0-F28E-C34A-BEC9-1D110E186836}">
      <dgm:prSet/>
      <dgm:spPr/>
      <dgm:t>
        <a:bodyPr/>
        <a:lstStyle/>
        <a:p>
          <a:endParaRPr lang="en-US"/>
        </a:p>
      </dgm:t>
    </dgm:pt>
    <dgm:pt modelId="{65DC6E7D-DF75-F946-B177-7F3EB0E403C4}" type="sibTrans" cxnId="{2F17D8B0-F28E-C34A-BEC9-1D110E186836}">
      <dgm:prSet/>
      <dgm:spPr/>
      <dgm:t>
        <a:bodyPr/>
        <a:lstStyle/>
        <a:p>
          <a:endParaRPr lang="en-US"/>
        </a:p>
      </dgm:t>
    </dgm:pt>
    <dgm:pt modelId="{343369EC-53CC-4AF1-BBB1-1E4661FCDBBA}" type="pres">
      <dgm:prSet presAssocID="{A5AF0683-E0AD-4A36-93A2-7CD8E5DCCADB}" presName="linear" presStyleCnt="0">
        <dgm:presLayoutVars>
          <dgm:animLvl val="lvl"/>
          <dgm:resizeHandles val="exact"/>
        </dgm:presLayoutVars>
      </dgm:prSet>
      <dgm:spPr/>
    </dgm:pt>
    <dgm:pt modelId="{23576B4E-EB1B-4A4F-BD25-B81178F4A396}" type="pres">
      <dgm:prSet presAssocID="{100503B5-9EB3-47C2-8490-02ED3032E844}" presName="parentText" presStyleLbl="node1" presStyleIdx="0" presStyleCnt="2" custLinFactNeighborX="-1098" custLinFactNeighborY="-11973">
        <dgm:presLayoutVars>
          <dgm:chMax val="0"/>
          <dgm:bulletEnabled val="1"/>
        </dgm:presLayoutVars>
      </dgm:prSet>
      <dgm:spPr/>
    </dgm:pt>
    <dgm:pt modelId="{7F5E45E8-D2C3-B247-B9C3-D4B473522FEF}" type="pres">
      <dgm:prSet presAssocID="{3BCD8CAA-ADCF-4AD8-A959-49CF1B0A5FAF}" presName="spacer" presStyleCnt="0"/>
      <dgm:spPr/>
    </dgm:pt>
    <dgm:pt modelId="{2DEAF6BD-3AFA-EE4E-B749-531A555BD758}" type="pres">
      <dgm:prSet presAssocID="{4F1F3CEC-43D0-4C41-B37F-7403EFD86E02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8777F06-EEBC-EE44-8E31-9448EE8E9773}" type="pres">
      <dgm:prSet presAssocID="{4F1F3CEC-43D0-4C41-B37F-7403EFD86E02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B48FE315-13E4-4E15-93A2-644BF37A90F2}" type="presOf" srcId="{100503B5-9EB3-47C2-8490-02ED3032E844}" destId="{23576B4E-EB1B-4A4F-BD25-B81178F4A396}" srcOrd="0" destOrd="0" presId="urn:microsoft.com/office/officeart/2005/8/layout/vList2"/>
    <dgm:cxn modelId="{924D2445-4EE0-4D8E-9EBC-71216F763DDA}" srcId="{4F1F3CEC-43D0-4C41-B37F-7403EFD86E02}" destId="{6EA6C148-4DAB-4503-88B7-93958E5ED4E7}" srcOrd="1" destOrd="0" parTransId="{5ABB39C6-BFF2-431A-9D93-C3195660CA24}" sibTransId="{F73D5F21-ED75-4684-99E6-780D42B95D64}"/>
    <dgm:cxn modelId="{3A5BC652-DF61-46EF-AA4C-BB78CD393403}" type="presOf" srcId="{A5AF0683-E0AD-4A36-93A2-7CD8E5DCCADB}" destId="{343369EC-53CC-4AF1-BBB1-1E4661FCDBBA}" srcOrd="0" destOrd="0" presId="urn:microsoft.com/office/officeart/2005/8/layout/vList2"/>
    <dgm:cxn modelId="{B544C95C-7389-4A68-9AC3-9BCED98EB216}" srcId="{A5AF0683-E0AD-4A36-93A2-7CD8E5DCCADB}" destId="{4F1F3CEC-43D0-4C41-B37F-7403EFD86E02}" srcOrd="1" destOrd="0" parTransId="{9E8D03C4-C614-491B-AFF4-7F76BAAA465E}" sibTransId="{6428B485-837C-4965-820B-A99C07A55240}"/>
    <dgm:cxn modelId="{76C9B68C-8CF7-E841-8DB6-EDA42D6DD106}" type="presOf" srcId="{4F1F3CEC-43D0-4C41-B37F-7403EFD86E02}" destId="{2DEAF6BD-3AFA-EE4E-B749-531A555BD758}" srcOrd="0" destOrd="0" presId="urn:microsoft.com/office/officeart/2005/8/layout/vList2"/>
    <dgm:cxn modelId="{C62354A2-887D-E149-AA6A-914F0AE075FD}" type="presOf" srcId="{6EA6C148-4DAB-4503-88B7-93958E5ED4E7}" destId="{D8777F06-EEBC-EE44-8E31-9448EE8E9773}" srcOrd="0" destOrd="1" presId="urn:microsoft.com/office/officeart/2005/8/layout/vList2"/>
    <dgm:cxn modelId="{3EAE26A7-7ECA-4C1D-973D-E8F531CCFA83}" srcId="{A5AF0683-E0AD-4A36-93A2-7CD8E5DCCADB}" destId="{100503B5-9EB3-47C2-8490-02ED3032E844}" srcOrd="0" destOrd="0" parTransId="{E782E6D9-E061-44F5-BEAD-7D0D956B6551}" sibTransId="{3BCD8CAA-ADCF-4AD8-A959-49CF1B0A5FAF}"/>
    <dgm:cxn modelId="{2F17D8B0-F28E-C34A-BEC9-1D110E186836}" srcId="{4F1F3CEC-43D0-4C41-B37F-7403EFD86E02}" destId="{91B541F9-1DE5-BC44-B71B-2C0487864F29}" srcOrd="0" destOrd="0" parTransId="{31319E70-F41A-A947-AC74-E211929FA982}" sibTransId="{65DC6E7D-DF75-F946-B177-7F3EB0E403C4}"/>
    <dgm:cxn modelId="{CF9EA0CB-4EE8-8A48-B0DA-778157A8C2E9}" type="presOf" srcId="{91B541F9-1DE5-BC44-B71B-2C0487864F29}" destId="{D8777F06-EEBC-EE44-8E31-9448EE8E9773}" srcOrd="0" destOrd="0" presId="urn:microsoft.com/office/officeart/2005/8/layout/vList2"/>
    <dgm:cxn modelId="{B09DF11F-8799-4070-BD3D-4953F618D1BB}" type="presParOf" srcId="{343369EC-53CC-4AF1-BBB1-1E4661FCDBBA}" destId="{23576B4E-EB1B-4A4F-BD25-B81178F4A396}" srcOrd="0" destOrd="0" presId="urn:microsoft.com/office/officeart/2005/8/layout/vList2"/>
    <dgm:cxn modelId="{3D0C6343-1EBF-0649-B60B-C7CB0F5975E5}" type="presParOf" srcId="{343369EC-53CC-4AF1-BBB1-1E4661FCDBBA}" destId="{7F5E45E8-D2C3-B247-B9C3-D4B473522FEF}" srcOrd="1" destOrd="0" presId="urn:microsoft.com/office/officeart/2005/8/layout/vList2"/>
    <dgm:cxn modelId="{BE477C87-E08A-354A-9A1A-4BCA46DCBD63}" type="presParOf" srcId="{343369EC-53CC-4AF1-BBB1-1E4661FCDBBA}" destId="{2DEAF6BD-3AFA-EE4E-B749-531A555BD758}" srcOrd="2" destOrd="0" presId="urn:microsoft.com/office/officeart/2005/8/layout/vList2"/>
    <dgm:cxn modelId="{775D17FB-0AC3-6E40-8696-379243429830}" type="presParOf" srcId="{343369EC-53CC-4AF1-BBB1-1E4661FCDBBA}" destId="{D8777F06-EEBC-EE44-8E31-9448EE8E9773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576B4E-EB1B-4A4F-BD25-B81178F4A396}">
      <dsp:nvSpPr>
        <dsp:cNvPr id="0" name=""/>
        <dsp:cNvSpPr/>
      </dsp:nvSpPr>
      <dsp:spPr>
        <a:xfrm>
          <a:off x="0" y="73580"/>
          <a:ext cx="7602952" cy="159705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3200" kern="1200" dirty="0"/>
            <a:t>   </a:t>
          </a:r>
        </a:p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4000" kern="1200" dirty="0"/>
            <a:t>Dr John Edwards</a:t>
          </a:r>
        </a:p>
      </dsp:txBody>
      <dsp:txXfrm>
        <a:off x="77962" y="151542"/>
        <a:ext cx="7447028" cy="1441126"/>
      </dsp:txXfrm>
    </dsp:sp>
    <dsp:sp modelId="{2DEAF6BD-3AFA-EE4E-B749-531A555BD758}">
      <dsp:nvSpPr>
        <dsp:cNvPr id="0" name=""/>
        <dsp:cNvSpPr/>
      </dsp:nvSpPr>
      <dsp:spPr>
        <a:xfrm>
          <a:off x="0" y="1880243"/>
          <a:ext cx="7602952" cy="159705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228600" lvl="1" indent="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AU" sz="2400" kern="1200" dirty="0"/>
            <a:t> E: </a:t>
          </a:r>
          <a:r>
            <a:rPr lang="en-AU" sz="2400" kern="1200" dirty="0" err="1"/>
            <a:t>john.edwards@mq.edu.au</a:t>
          </a:r>
          <a:endParaRPr lang="en-AU" sz="2400" u="none" kern="1200" dirty="0">
            <a:latin typeface="Verdana" pitchFamily="34" charset="0"/>
          </a:endParaRPr>
        </a:p>
      </dsp:txBody>
      <dsp:txXfrm>
        <a:off x="77962" y="1958205"/>
        <a:ext cx="7447028" cy="1441126"/>
      </dsp:txXfrm>
    </dsp:sp>
    <dsp:sp modelId="{D8777F06-EEBC-EE44-8E31-9448EE8E9773}">
      <dsp:nvSpPr>
        <dsp:cNvPr id="0" name=""/>
        <dsp:cNvSpPr/>
      </dsp:nvSpPr>
      <dsp:spPr>
        <a:xfrm>
          <a:off x="0" y="3477294"/>
          <a:ext cx="7602952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94" tIns="30480" rIns="170688" bIns="30480" numCol="1" spcCol="1270" anchor="t" anchorCtr="0">
          <a:noAutofit/>
        </a:bodyPr>
        <a:lstStyle/>
        <a:p>
          <a:pPr marL="228600" lvl="1" indent="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endParaRPr lang="en-AU" sz="2400" u="none" kern="1200" dirty="0">
            <a:latin typeface="Verdana" pitchFamily="34" charset="0"/>
          </a:endParaRPr>
        </a:p>
        <a:p>
          <a:pPr marL="228600" lvl="1" indent="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endParaRPr lang="en-AU" sz="2400" kern="1200" dirty="0">
            <a:latin typeface="Verdana" pitchFamily="34" charset="0"/>
          </a:endParaRPr>
        </a:p>
      </dsp:txBody>
      <dsp:txXfrm>
        <a:off x="0" y="3477294"/>
        <a:ext cx="7602952" cy="10764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7F43C82-55BD-F643-BD78-106DC60B4091}" type="datetimeFigureOut">
              <a:rPr lang="en-AU"/>
              <a:pPr>
                <a:defRPr/>
              </a:pPr>
              <a:t>30/7/2026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AU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E3ACB1F-5052-0148-83E2-AFF5C0154AF4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19787167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AU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E3466A07-7039-EE40-B141-0D504266806F}" type="slidenum">
              <a:rPr lang="en-US" altLang="en-US"/>
              <a:pPr eaLnBrk="1" hangingPunct="1"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7484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9pPr>
          </a:lstStyle>
          <a:p>
            <a:pPr>
              <a:spcBef>
                <a:spcPct val="0"/>
              </a:spcBef>
            </a:pPr>
            <a:fld id="{8FED3D4A-D2A8-E249-9614-918E25C0E9F4}" type="slidenum">
              <a:rPr lang="en-US" altLang="en-US">
                <a:latin typeface="Arial" charset="0"/>
                <a:ea typeface="MS PGothic" charset="-128"/>
              </a:rPr>
              <a:pPr>
                <a:spcBef>
                  <a:spcPct val="0"/>
                </a:spcBef>
              </a:pPr>
              <a:t>2</a:t>
            </a:fld>
            <a:endParaRPr lang="en-US" altLang="en-US">
              <a:latin typeface="Arial" charset="0"/>
              <a:ea typeface="MS PGothic" charset="-128"/>
            </a:endParaRPr>
          </a:p>
        </p:txBody>
      </p:sp>
      <p:sp>
        <p:nvSpPr>
          <p:cNvPr id="34819" name="Rectangle 1031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1BF587A-6443-5A4F-BDCF-D407285B4A19}" type="slidenum">
              <a:rPr lang="en-AU" altLang="en-US">
                <a:latin typeface="Arial" charset="0"/>
                <a:ea typeface="MS PGothic" charset="-128"/>
              </a:rPr>
              <a:pPr algn="r" eaLnBrk="1" hangingPunct="1">
                <a:spcBef>
                  <a:spcPct val="0"/>
                </a:spcBef>
              </a:pPr>
              <a:t>2</a:t>
            </a:fld>
            <a:endParaRPr lang="en-AU" altLang="en-US">
              <a:latin typeface="Arial" charset="0"/>
              <a:ea typeface="MS PGothic" charset="-128"/>
            </a:endParaRPr>
          </a:p>
        </p:txBody>
      </p:sp>
      <p:sp>
        <p:nvSpPr>
          <p:cNvPr id="348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482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>
              <a:latin typeface="Arial" charset="0"/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600689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chemeClr val="tx1"/>
                </a:solidFill>
                <a:latin typeface="Calibri" charset="0"/>
              </a:defRPr>
            </a:lvl1pPr>
            <a:lvl2pPr marL="742950" indent="-285750" eaLnBrk="0" hangingPunct="0">
              <a:spcBef>
                <a:spcPct val="300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chemeClr val="tx1"/>
                </a:solidFill>
                <a:latin typeface="Calibri" charset="0"/>
              </a:defRPr>
            </a:lvl2pPr>
            <a:lvl3pPr marL="1143000" indent="-228600" eaLnBrk="0" hangingPunct="0">
              <a:spcBef>
                <a:spcPct val="300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chemeClr val="tx1"/>
                </a:solidFill>
                <a:latin typeface="Calibri" charset="0"/>
              </a:defRPr>
            </a:lvl3pPr>
            <a:lvl4pPr marL="1600200" indent="-228600" eaLnBrk="0" hangingPunct="0">
              <a:spcBef>
                <a:spcPct val="300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chemeClr val="tx1"/>
                </a:solidFill>
                <a:latin typeface="Calibri" charset="0"/>
              </a:defRPr>
            </a:lvl4pPr>
            <a:lvl5pPr marL="2057400" indent="-228600" eaLnBrk="0" hangingPunct="0">
              <a:spcBef>
                <a:spcPct val="300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chemeClr val="tx1"/>
                </a:solidFill>
                <a:latin typeface="Calibri" charset="0"/>
              </a:defRPr>
            </a:lvl9pPr>
          </a:lstStyle>
          <a:p>
            <a:pPr eaLnBrk="1" hangingPunct="1">
              <a:spcBef>
                <a:spcPct val="0"/>
              </a:spcBef>
              <a:buFont typeface="Times New Roman" charset="0"/>
              <a:buNone/>
            </a:pPr>
            <a:fld id="{897F1258-98B5-6340-94C8-2B4E09F78A97}" type="slidenum">
              <a:rPr lang="en-AU" altLang="en-US">
                <a:solidFill>
                  <a:srgbClr val="000000"/>
                </a:solidFill>
                <a:ea typeface="DejaVu Sans" charset="0"/>
                <a:cs typeface="DejaVu Sans" charset="0"/>
              </a:rPr>
              <a:pPr eaLnBrk="1" hangingPunct="1">
                <a:spcBef>
                  <a:spcPct val="0"/>
                </a:spcBef>
                <a:buFont typeface="Times New Roman" charset="0"/>
                <a:buNone/>
              </a:pPr>
              <a:t>3</a:t>
            </a:fld>
            <a:endParaRPr lang="en-AU" altLang="en-US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35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1413" y="685800"/>
            <a:ext cx="4575175" cy="34305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4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73700" cy="41036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5201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chemeClr val="tx1"/>
                </a:solidFill>
                <a:latin typeface="Calibri" charset="0"/>
              </a:defRPr>
            </a:lvl1pPr>
            <a:lvl2pPr marL="742950" indent="-285750" eaLnBrk="0" hangingPunct="0">
              <a:spcBef>
                <a:spcPct val="300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chemeClr val="tx1"/>
                </a:solidFill>
                <a:latin typeface="Calibri" charset="0"/>
              </a:defRPr>
            </a:lvl2pPr>
            <a:lvl3pPr marL="1143000" indent="-228600" eaLnBrk="0" hangingPunct="0">
              <a:spcBef>
                <a:spcPct val="300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chemeClr val="tx1"/>
                </a:solidFill>
                <a:latin typeface="Calibri" charset="0"/>
              </a:defRPr>
            </a:lvl3pPr>
            <a:lvl4pPr marL="1600200" indent="-228600" eaLnBrk="0" hangingPunct="0">
              <a:spcBef>
                <a:spcPct val="300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chemeClr val="tx1"/>
                </a:solidFill>
                <a:latin typeface="Calibri" charset="0"/>
              </a:defRPr>
            </a:lvl4pPr>
            <a:lvl5pPr marL="2057400" indent="-228600" eaLnBrk="0" hangingPunct="0">
              <a:spcBef>
                <a:spcPct val="300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chemeClr val="tx1"/>
                </a:solidFill>
                <a:latin typeface="Calibri" charset="0"/>
              </a:defRPr>
            </a:lvl9pPr>
          </a:lstStyle>
          <a:p>
            <a:pPr eaLnBrk="1" hangingPunct="1">
              <a:spcBef>
                <a:spcPct val="0"/>
              </a:spcBef>
              <a:buFont typeface="Times New Roman" charset="0"/>
              <a:buNone/>
            </a:pPr>
            <a:fld id="{2BB369EB-66E7-5143-B262-1805ADDBD8F3}" type="slidenum">
              <a:rPr lang="en-AU" altLang="en-US">
                <a:solidFill>
                  <a:srgbClr val="000000"/>
                </a:solidFill>
                <a:ea typeface="DejaVu Sans" charset="0"/>
                <a:cs typeface="DejaVu Sans" charset="0"/>
              </a:rPr>
              <a:pPr eaLnBrk="1" hangingPunct="1">
                <a:spcBef>
                  <a:spcPct val="0"/>
                </a:spcBef>
                <a:buFont typeface="Times New Roman" charset="0"/>
                <a:buNone/>
              </a:pPr>
              <a:t>4</a:t>
            </a:fld>
            <a:endParaRPr lang="en-AU" altLang="en-US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36867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1413" y="685800"/>
            <a:ext cx="4575175" cy="34305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73700" cy="41941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868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C4E095-F78B-6743-A742-A7463FB16F56}" type="datetime1">
              <a:rPr lang="en-AU" smtClean="0"/>
              <a:t>30/7/2026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CFEFAF-7B04-D443-9CFF-7244355E7384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627865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4FB0EF-F9E1-2F43-8807-26CD7802FDE1}" type="datetime1">
              <a:rPr lang="en-AU" smtClean="0"/>
              <a:t>30/7/2026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B635FF-7D33-4842-BBB1-D8C0AF74AD0A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590720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6F5DFA-1EB8-9947-87E9-63C140C15082}" type="datetime1">
              <a:rPr lang="en-AU" smtClean="0"/>
              <a:t>30/7/2026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83ADFE-E190-A94A-9431-F711903429A0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414795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32FEFB-9835-9C4E-B719-F4B70E6FD55E}" type="datetime1">
              <a:rPr lang="en-AU" smtClean="0"/>
              <a:t>30/7/2026</a:t>
            </a:fld>
            <a:endParaRPr lang="en-A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F92092-8E4E-2248-A914-07BED19A7580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734235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8A5B32-5B27-814A-83A0-B3C25982468D}" type="datetime1">
              <a:rPr lang="en-AU" smtClean="0"/>
              <a:t>30/7/2026</a:t>
            </a:fld>
            <a:endParaRPr lang="en-AU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CE5932-884F-D145-9D33-6C1CBF92A2A0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849668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8E37F2-0A5A-A646-BB3B-682305BC39A3}" type="datetime1">
              <a:rPr lang="en-AU" smtClean="0"/>
              <a:t>30/7/2026</a:t>
            </a:fld>
            <a:endParaRPr lang="en-A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B06600-FDDB-634D-998C-82ECE81E8AA8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754870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72C39C-463C-2142-AABD-022F75719C9A}" type="datetime1">
              <a:rPr lang="en-AU" smtClean="0"/>
              <a:t>30/7/2026</a:t>
            </a:fld>
            <a:endParaRPr lang="en-AU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791B3E-7B54-DE4B-B8A3-FA62824F15F0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562724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6EC677-D09E-564A-BF58-E9E41F12CD0B}" type="datetime1">
              <a:rPr lang="en-AU" smtClean="0"/>
              <a:t>30/7/2026</a:t>
            </a:fld>
            <a:endParaRPr lang="en-A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6161BC-9F61-4147-89AD-7530C7F8ECD6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87126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4C2574-7F28-4D44-9CFF-C68A0D6B2ADC}" type="datetime1">
              <a:rPr lang="en-AU" smtClean="0"/>
              <a:t>30/7/2026</a:t>
            </a:fld>
            <a:endParaRPr lang="en-A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FF4923-956D-574C-A3F8-4EFB22FCCC45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127345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7ECF09-9514-1E40-A2BD-F4ACEC5C82BD}" type="datetime1">
              <a:rPr lang="en-AU" smtClean="0"/>
              <a:t>30/7/2026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91FBB0-3C02-A84C-BDBB-82090E6E488F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51920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DA1159-9208-7B4C-985C-2C8C002D9461}" type="datetime1">
              <a:rPr lang="en-AU" smtClean="0"/>
              <a:t>30/7/2026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BA6DBD-2490-B843-A636-E09A98E985B8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7481046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180975" y="180975"/>
            <a:ext cx="8772525" cy="6503988"/>
          </a:xfrm>
          <a:prstGeom prst="rect">
            <a:avLst/>
          </a:prstGeom>
          <a:solidFill>
            <a:srgbClr val="D6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457199" y="2170268"/>
            <a:ext cx="7589159" cy="639762"/>
          </a:xfrm>
          <a:prstGeom prst="rect">
            <a:avLst/>
          </a:prstGeom>
          <a:ln>
            <a:noFill/>
          </a:ln>
        </p:spPr>
        <p:txBody>
          <a:bodyPr wrap="none">
            <a:noAutofit/>
          </a:bodyPr>
          <a:lstStyle>
            <a:lvl1pPr marL="0" indent="0" algn="l">
              <a:buNone/>
              <a:defRPr sz="1800" b="0">
                <a:solidFill>
                  <a:srgbClr val="6D0020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1213"/>
            <a:ext cx="7604277" cy="653142"/>
          </a:xfrm>
        </p:spPr>
        <p:txBody>
          <a:bodyPr>
            <a:noAutofit/>
          </a:bodyPr>
          <a:lstStyle>
            <a:lvl1pPr algn="l">
              <a:defRPr sz="3200" b="1"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482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AU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AU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1E5AB53-9CC5-C84C-AF87-99FE73C282C2}" type="datetime1">
              <a:rPr lang="en-AU" smtClean="0"/>
              <a:t>30/7/2026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19AE6FE4-FE26-8D41-A619-8841BF5BC1DE}" type="slidenum">
              <a:rPr lang="en-AU" altLang="en-US"/>
              <a:pPr/>
              <a:t>‹#›</a:t>
            </a:fld>
            <a:endParaRPr lang="en-AU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3.jpeg"/><Relationship Id="rId4" Type="http://schemas.openxmlformats.org/officeDocument/2006/relationships/diagramLayout" Target="../diagrams/layout1.xml"/><Relationship Id="rId9" Type="http://schemas.openxmlformats.org/officeDocument/2006/relationships/hyperlink" Target="http://au.linkedin.com/in/jcpedwards/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11" Type="http://schemas.openxmlformats.org/officeDocument/2006/relationships/image" Target="../media/image12.png"/><Relationship Id="rId5" Type="http://schemas.openxmlformats.org/officeDocument/2006/relationships/image" Target="../media/image6.jpeg"/><Relationship Id="rId10" Type="http://schemas.openxmlformats.org/officeDocument/2006/relationships/image" Target="../media/image11.jpe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Placeholder 2"/>
          <p:cNvSpPr>
            <a:spLocks noGrp="1"/>
          </p:cNvSpPr>
          <p:nvPr>
            <p:ph type="body" idx="13"/>
          </p:nvPr>
        </p:nvSpPr>
        <p:spPr>
          <a:xfrm>
            <a:off x="449263" y="2605088"/>
            <a:ext cx="7589837" cy="639762"/>
          </a:xfrm>
        </p:spPr>
        <p:txBody>
          <a:bodyPr/>
          <a:lstStyle/>
          <a:p>
            <a:r>
              <a:rPr lang="en-US" altLang="en-US" b="1" dirty="0">
                <a:solidFill>
                  <a:srgbClr val="7030A0"/>
                </a:solidFill>
                <a:latin typeface="Verdana" charset="0"/>
                <a:ea typeface="Arial" charset="0"/>
                <a:cs typeface="Arial" charset="0"/>
              </a:rPr>
              <a:t>Introduction</a:t>
            </a:r>
            <a:endParaRPr lang="en-US" altLang="en-US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075" name="Title 8"/>
          <p:cNvSpPr>
            <a:spLocks noGrp="1"/>
          </p:cNvSpPr>
          <p:nvPr>
            <p:ph type="title"/>
          </p:nvPr>
        </p:nvSpPr>
        <p:spPr>
          <a:xfrm>
            <a:off x="457200" y="1550988"/>
            <a:ext cx="7604125" cy="654050"/>
          </a:xfrm>
        </p:spPr>
        <p:txBody>
          <a:bodyPr/>
          <a:lstStyle/>
          <a:p>
            <a:r>
              <a:rPr lang="en-US" altLang="en-US" dirty="0">
                <a:latin typeface="Verdana" charset="0"/>
                <a:ea typeface="Arial" charset="0"/>
                <a:cs typeface="Arial" charset="0"/>
              </a:rPr>
              <a:t>MGMT2094</a:t>
            </a:r>
            <a:br>
              <a:rPr lang="en-US" altLang="en-US" dirty="0">
                <a:latin typeface="Verdana" charset="0"/>
                <a:ea typeface="Arial" charset="0"/>
                <a:cs typeface="Arial" charset="0"/>
              </a:rPr>
            </a:br>
            <a:r>
              <a:rPr lang="en-US" altLang="en-US" dirty="0">
                <a:latin typeface="Verdana" charset="0"/>
                <a:ea typeface="Arial" charset="0"/>
                <a:cs typeface="Arial" charset="0"/>
              </a:rPr>
              <a:t>Strategic Creativity and Innovation</a:t>
            </a:r>
            <a:endParaRPr lang="en-US" altLang="en-US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076" name="Rectangle 3"/>
          <p:cNvSpPr txBox="1">
            <a:spLocks noChangeArrowheads="1"/>
          </p:cNvSpPr>
          <p:nvPr/>
        </p:nvSpPr>
        <p:spPr bwMode="auto">
          <a:xfrm>
            <a:off x="5183188" y="3524250"/>
            <a:ext cx="32766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44000" tIns="144000" rIns="144000" bIns="144000" anchor="b"/>
          <a:lstStyle>
            <a:lvl1pPr defTabSz="457200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charset="0"/>
              </a:defRPr>
            </a:lvl1pPr>
            <a:lvl2pPr marL="742950" indent="-285750" defTabSz="45720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charset="0"/>
              </a:defRPr>
            </a:lvl2pPr>
            <a:lvl3pPr marL="1143000" indent="-228600" defTabSz="4572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</a:defRPr>
            </a:lvl3pPr>
            <a:lvl4pPr marL="1600200" indent="-228600" defTabSz="4572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charset="0"/>
              </a:defRPr>
            </a:lvl4pPr>
            <a:lvl5pPr marL="2057400" indent="-228600" defTabSz="4572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</a:defRPr>
            </a:lvl9pPr>
          </a:lstStyle>
          <a:p>
            <a:pPr algn="r" eaLnBrk="1" hangingPunct="1">
              <a:lnSpc>
                <a:spcPct val="90000"/>
              </a:lnSpc>
              <a:spcBef>
                <a:spcPct val="0"/>
              </a:spcBef>
              <a:spcAft>
                <a:spcPts val="300"/>
              </a:spcAft>
              <a:buFont typeface="Arial" charset="0"/>
              <a:buNone/>
            </a:pPr>
            <a:endParaRPr lang="en-US" altLang="en-US" sz="1600" b="1" dirty="0">
              <a:latin typeface="Verdana" charset="0"/>
            </a:endParaRPr>
          </a:p>
          <a:p>
            <a:pPr algn="r" eaLnBrk="1" hangingPunct="1">
              <a:lnSpc>
                <a:spcPct val="90000"/>
              </a:lnSpc>
              <a:spcBef>
                <a:spcPct val="0"/>
              </a:spcBef>
              <a:spcAft>
                <a:spcPts val="300"/>
              </a:spcAft>
              <a:buFont typeface="Arial" charset="0"/>
              <a:buNone/>
            </a:pPr>
            <a:endParaRPr lang="en-US" altLang="en-US" sz="1600" b="1" dirty="0">
              <a:latin typeface="Verdana" charset="0"/>
            </a:endParaRPr>
          </a:p>
          <a:p>
            <a:pPr algn="r" eaLnBrk="1" hangingPunct="1">
              <a:lnSpc>
                <a:spcPct val="90000"/>
              </a:lnSpc>
              <a:spcBef>
                <a:spcPct val="0"/>
              </a:spcBef>
              <a:spcAft>
                <a:spcPts val="300"/>
              </a:spcAft>
              <a:buFont typeface="Arial" charset="0"/>
              <a:buNone/>
            </a:pPr>
            <a:r>
              <a:rPr lang="en-US" altLang="en-US" sz="1600" b="1" dirty="0">
                <a:latin typeface="Verdana" charset="0"/>
              </a:rPr>
              <a:t>Dr John Edwards</a:t>
            </a: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300"/>
              </a:spcAft>
              <a:buFont typeface="Arial" charset="0"/>
              <a:buNone/>
            </a:pPr>
            <a:r>
              <a:rPr lang="en-US" altLang="en-US" sz="1600" dirty="0">
                <a:latin typeface="Verdana" charset="0"/>
              </a:rPr>
              <a:t>                Tutor </a:t>
            </a:r>
          </a:p>
          <a:p>
            <a:pPr algn="r" eaLnBrk="1" hangingPunct="1">
              <a:lnSpc>
                <a:spcPct val="90000"/>
              </a:lnSpc>
              <a:spcBef>
                <a:spcPct val="0"/>
              </a:spcBef>
              <a:spcAft>
                <a:spcPts val="300"/>
              </a:spcAft>
              <a:buFont typeface="Arial" charset="0"/>
              <a:buNone/>
            </a:pPr>
            <a:endParaRPr lang="en-US" altLang="en-US" sz="1600" b="1" dirty="0">
              <a:latin typeface="Verdana" charset="0"/>
            </a:endParaRPr>
          </a:p>
          <a:p>
            <a:pPr algn="r" eaLnBrk="1" hangingPunct="1">
              <a:lnSpc>
                <a:spcPct val="90000"/>
              </a:lnSpc>
              <a:spcBef>
                <a:spcPct val="0"/>
              </a:spcBef>
              <a:spcAft>
                <a:spcPts val="300"/>
              </a:spcAft>
              <a:buFont typeface="Arial" charset="0"/>
              <a:buNone/>
            </a:pPr>
            <a:r>
              <a:rPr lang="en-US" altLang="en-US" sz="1600" b="1">
                <a:latin typeface="Verdana" charset="0"/>
              </a:rPr>
              <a:t>Semester Two </a:t>
            </a:r>
            <a:r>
              <a:rPr lang="en-US" altLang="en-US" sz="1600" b="1" dirty="0">
                <a:latin typeface="Verdana" charset="0"/>
              </a:rPr>
              <a:t>2026</a:t>
            </a: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300"/>
              </a:spcAft>
              <a:buFont typeface="Arial" charset="0"/>
              <a:buNone/>
            </a:pPr>
            <a:r>
              <a:rPr lang="en-US" altLang="en-US" sz="1600" dirty="0">
                <a:latin typeface="Verdana" charset="0"/>
              </a:rPr>
              <a:t>   </a:t>
            </a:r>
          </a:p>
        </p:txBody>
      </p:sp>
      <p:pic>
        <p:nvPicPr>
          <p:cNvPr id="2" name="Picture 1" descr="2026 AFL Season Previews: Sydney - by Mateo Szlapek-Sewillo">
            <a:extLst>
              <a:ext uri="{FF2B5EF4-FFF2-40B4-BE49-F238E27FC236}">
                <a16:creationId xmlns:a16="http://schemas.microsoft.com/office/drawing/2014/main" id="{549AE4FC-340B-BADB-8F14-54F413248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618" y="3068960"/>
            <a:ext cx="4581128" cy="25768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/>
          </p:cNvSpPr>
          <p:nvPr/>
        </p:nvSpPr>
        <p:spPr bwMode="auto">
          <a:xfrm>
            <a:off x="762000" y="280988"/>
            <a:ext cx="8202613" cy="938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AU" altLang="en-US" b="1" dirty="0">
                <a:solidFill>
                  <a:srgbClr val="000000"/>
                </a:solidFill>
                <a:latin typeface="Verdana" charset="0"/>
              </a:rPr>
              <a:t>Introduction</a:t>
            </a:r>
          </a:p>
        </p:txBody>
      </p:sp>
      <p:sp>
        <p:nvSpPr>
          <p:cNvPr id="4099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8763000" y="762000"/>
            <a:ext cx="381000" cy="381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64CB925-06EA-1640-9355-9F05CC05A288}" type="slidenum">
              <a:rPr lang="en-US" altLang="en-US" sz="1200">
                <a:solidFill>
                  <a:schemeClr val="bg1"/>
                </a:solidFill>
                <a:latin typeface="Arial" charset="0"/>
                <a:ea typeface="MS PGothic" charset="-128"/>
              </a:rPr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200">
              <a:latin typeface="Arial" charset="0"/>
              <a:ea typeface="MS PGothic" charset="-128"/>
            </a:endParaRPr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2952454431"/>
              </p:ext>
            </p:extLst>
          </p:nvPr>
        </p:nvGraphicFramePr>
        <p:xfrm>
          <a:off x="878108" y="1660808"/>
          <a:ext cx="7602952" cy="4649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101" name="Picture 2" descr="C:\Users\John Edwards\Desktop\John E.jp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6615" y="1844824"/>
            <a:ext cx="2664445" cy="2664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Rectangle 1"/>
          <p:cNvSpPr>
            <a:spLocks noChangeArrowheads="1"/>
          </p:cNvSpPr>
          <p:nvPr/>
        </p:nvSpPr>
        <p:spPr bwMode="auto">
          <a:xfrm>
            <a:off x="2195736" y="5821710"/>
            <a:ext cx="33274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AU" altLang="en-US" sz="1800">
                <a:latin typeface="Arial" charset="0"/>
                <a:ea typeface="MS PGothic" charset="-128"/>
                <a:cs typeface="Calibri" charset="0"/>
                <a:hlinkClick r:id="rId9" tooltip="View public profile"/>
              </a:rPr>
              <a:t>au.linkedin.com</a:t>
            </a:r>
            <a:r>
              <a:rPr lang="en-AU" altLang="en-US" sz="1800" dirty="0">
                <a:latin typeface="Arial" charset="0"/>
                <a:ea typeface="MS PGothic" charset="-128"/>
                <a:cs typeface="Calibri" charset="0"/>
                <a:hlinkClick r:id="rId9" tooltip="View public profile"/>
              </a:rPr>
              <a:t>/in/jcpedwards/</a:t>
            </a:r>
            <a:endParaRPr lang="en-AU" altLang="en-US" sz="1800" dirty="0">
              <a:latin typeface="Arial" charset="0"/>
              <a:ea typeface="MS PGothic" charset="-128"/>
              <a:cs typeface="Calibri" charset="0"/>
            </a:endParaRPr>
          </a:p>
        </p:txBody>
      </p:sp>
      <p:pic>
        <p:nvPicPr>
          <p:cNvPr id="4103" name="Picture 6" descr="http://www.schoolhours.com.au/blog/wp-content/uploads/2013/05/linkedin-unlocked.jp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0736" y="4995161"/>
            <a:ext cx="2057400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066800"/>
            <a:ext cx="1004888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5123" name="Picture 19" descr="http://t2.gstatic.com/images?q=tbn:ANd9GcQCw21WKNDB6O3922bXuHcuEQEg165XqMlSrngQCq8cWT8rQENC&amp;t=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566738"/>
            <a:ext cx="22860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21" descr="http://www.homeliquordelivery.com.au/images/9829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590800"/>
            <a:ext cx="2286000" cy="171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23" descr="http://1.bp.blogspot.com/_3cCK0Zy24UY/Sp2r4YOEsiI/AAAAAAAADSo/WgNbCtosS78/s400/Bacardi%2BRum%2BAd%2B1981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38" y="4622800"/>
            <a:ext cx="1103312" cy="145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25" descr="http://www.seeklogo.com/images/A/Advance_Bank-logo-9FB35850E9-seeklogo.com.gif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1975" y="1641475"/>
            <a:ext cx="190500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7" name="Picture 27" descr="http://yipeezone.com/images/finance/westpac_1.jp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7163" y="1801813"/>
            <a:ext cx="2095500" cy="157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8" name="Picture 29" descr="http://www.ekmulakatnews.com/images/ekpics/711_Citibank.jp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3825" y="3259138"/>
            <a:ext cx="1733550" cy="130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9" name="Picture 31" descr="http://t0.gstatic.com/images?q=tbn:ANd9GcTx5xTb5NdzjJn_QbC0FWRHNJR7NuFogdwlhV2aXMCEApdZ5vFT&amp;t=1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788" y="3733800"/>
            <a:ext cx="1685925" cy="1036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0" name="Picture 33" descr="http://www.bcscoach.com.au/SiteMedia/w3svc855/Uploads/Images/George%20Patts_Thumb.gif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013" y="4941888"/>
            <a:ext cx="15240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1" name="Picture 35" descr="http://upload.wikimedia.org/wikipedia/commons/b/b1/MGSM_Logo.jp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0" y="5124450"/>
            <a:ext cx="2282825" cy="1341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2" name="Rectangle 1"/>
          <p:cNvSpPr>
            <a:spLocks noChangeArrowheads="1"/>
          </p:cNvSpPr>
          <p:nvPr/>
        </p:nvSpPr>
        <p:spPr bwMode="auto">
          <a:xfrm>
            <a:off x="4270375" y="481013"/>
            <a:ext cx="447675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</a:defRPr>
            </a:lvl9pPr>
          </a:lstStyle>
          <a:p>
            <a:pPr algn="ctr" eaLnBrk="1" hangingPunct="1">
              <a:spcBef>
                <a:spcPts val="700"/>
              </a:spcBef>
              <a:buClr>
                <a:srgbClr val="DD8047"/>
              </a:buClr>
              <a:buSzPct val="60000"/>
              <a:buFontTx/>
              <a:buNone/>
            </a:pPr>
            <a:r>
              <a:rPr lang="en-AU" altLang="en-US" sz="4000" b="1">
                <a:solidFill>
                  <a:srgbClr val="FF0000"/>
                </a:solidFill>
                <a:ea typeface="DejaVu Sans" charset="0"/>
                <a:cs typeface="DejaVu Sans" charset="0"/>
              </a:rPr>
              <a:t>My Work Background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71F72116-8179-B04D-B3E5-86FE77B3721C}" type="slidenum">
              <a:rPr lang="en-AU" altLang="en-US">
                <a:solidFill>
                  <a:srgbClr val="898989"/>
                </a:solidFill>
              </a:rPr>
              <a:pPr eaLnBrk="1" hangingPunct="1"/>
              <a:t>3</a:t>
            </a:fld>
            <a:endParaRPr lang="en-AU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152400" y="1600200"/>
            <a:ext cx="8613775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tabLst>
                <a:tab pos="304800" algn="l"/>
                <a:tab pos="752475" algn="l"/>
                <a:tab pos="1201738" algn="l"/>
                <a:tab pos="1651000" algn="l"/>
                <a:tab pos="2100263" algn="l"/>
                <a:tab pos="2549525" algn="l"/>
                <a:tab pos="2998788" algn="l"/>
                <a:tab pos="3448050" algn="l"/>
                <a:tab pos="3897313" algn="l"/>
                <a:tab pos="4346575" algn="l"/>
                <a:tab pos="4795838" algn="l"/>
                <a:tab pos="5245100" algn="l"/>
                <a:tab pos="5694363" algn="l"/>
                <a:tab pos="6143625" algn="l"/>
                <a:tab pos="6592888" algn="l"/>
                <a:tab pos="7042150" algn="l"/>
                <a:tab pos="7491413" algn="l"/>
                <a:tab pos="7940675" algn="l"/>
                <a:tab pos="8389938" algn="l"/>
                <a:tab pos="8839200" algn="l"/>
                <a:tab pos="9288463" algn="l"/>
              </a:tabLst>
              <a:defRPr sz="3200">
                <a:solidFill>
                  <a:schemeClr val="tx1"/>
                </a:solidFill>
                <a:latin typeface="Calibri" charset="0"/>
              </a:defRPr>
            </a:lvl1pPr>
            <a:lvl2pPr marL="625475" indent="-265113" eaLnBrk="0" hangingPunct="0">
              <a:spcBef>
                <a:spcPct val="20000"/>
              </a:spcBef>
              <a:buFont typeface="Arial" charset="0"/>
              <a:buChar char="–"/>
              <a:tabLst>
                <a:tab pos="304800" algn="l"/>
                <a:tab pos="752475" algn="l"/>
                <a:tab pos="1201738" algn="l"/>
                <a:tab pos="1651000" algn="l"/>
                <a:tab pos="2100263" algn="l"/>
                <a:tab pos="2549525" algn="l"/>
                <a:tab pos="2998788" algn="l"/>
                <a:tab pos="3448050" algn="l"/>
                <a:tab pos="3897313" algn="l"/>
                <a:tab pos="4346575" algn="l"/>
                <a:tab pos="4795838" algn="l"/>
                <a:tab pos="5245100" algn="l"/>
                <a:tab pos="5694363" algn="l"/>
                <a:tab pos="6143625" algn="l"/>
                <a:tab pos="6592888" algn="l"/>
                <a:tab pos="7042150" algn="l"/>
                <a:tab pos="7491413" algn="l"/>
                <a:tab pos="7940675" algn="l"/>
                <a:tab pos="8389938" algn="l"/>
                <a:tab pos="8839200" algn="l"/>
                <a:tab pos="9288463" algn="l"/>
              </a:tabLst>
              <a:defRPr sz="2800">
                <a:solidFill>
                  <a:schemeClr val="tx1"/>
                </a:solidFill>
                <a:latin typeface="Calibri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tabLst>
                <a:tab pos="304800" algn="l"/>
                <a:tab pos="752475" algn="l"/>
                <a:tab pos="1201738" algn="l"/>
                <a:tab pos="1651000" algn="l"/>
                <a:tab pos="2100263" algn="l"/>
                <a:tab pos="2549525" algn="l"/>
                <a:tab pos="2998788" algn="l"/>
                <a:tab pos="3448050" algn="l"/>
                <a:tab pos="3897313" algn="l"/>
                <a:tab pos="4346575" algn="l"/>
                <a:tab pos="4795838" algn="l"/>
                <a:tab pos="5245100" algn="l"/>
                <a:tab pos="5694363" algn="l"/>
                <a:tab pos="6143625" algn="l"/>
                <a:tab pos="6592888" algn="l"/>
                <a:tab pos="7042150" algn="l"/>
                <a:tab pos="7491413" algn="l"/>
                <a:tab pos="7940675" algn="l"/>
                <a:tab pos="8389938" algn="l"/>
                <a:tab pos="8839200" algn="l"/>
                <a:tab pos="9288463" algn="l"/>
              </a:tabLst>
              <a:defRPr sz="2400">
                <a:solidFill>
                  <a:schemeClr val="tx1"/>
                </a:solidFill>
                <a:latin typeface="Calibri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tabLst>
                <a:tab pos="304800" algn="l"/>
                <a:tab pos="752475" algn="l"/>
                <a:tab pos="1201738" algn="l"/>
                <a:tab pos="1651000" algn="l"/>
                <a:tab pos="2100263" algn="l"/>
                <a:tab pos="2549525" algn="l"/>
                <a:tab pos="2998788" algn="l"/>
                <a:tab pos="3448050" algn="l"/>
                <a:tab pos="3897313" algn="l"/>
                <a:tab pos="4346575" algn="l"/>
                <a:tab pos="4795838" algn="l"/>
                <a:tab pos="5245100" algn="l"/>
                <a:tab pos="5694363" algn="l"/>
                <a:tab pos="6143625" algn="l"/>
                <a:tab pos="6592888" algn="l"/>
                <a:tab pos="7042150" algn="l"/>
                <a:tab pos="7491413" algn="l"/>
                <a:tab pos="7940675" algn="l"/>
                <a:tab pos="8389938" algn="l"/>
                <a:tab pos="8839200" algn="l"/>
                <a:tab pos="9288463" algn="l"/>
              </a:tabLst>
              <a:defRPr sz="2000">
                <a:solidFill>
                  <a:schemeClr val="tx1"/>
                </a:solidFill>
                <a:latin typeface="Calibri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tabLst>
                <a:tab pos="304800" algn="l"/>
                <a:tab pos="752475" algn="l"/>
                <a:tab pos="1201738" algn="l"/>
                <a:tab pos="1651000" algn="l"/>
                <a:tab pos="2100263" algn="l"/>
                <a:tab pos="2549525" algn="l"/>
                <a:tab pos="2998788" algn="l"/>
                <a:tab pos="3448050" algn="l"/>
                <a:tab pos="3897313" algn="l"/>
                <a:tab pos="4346575" algn="l"/>
                <a:tab pos="4795838" algn="l"/>
                <a:tab pos="5245100" algn="l"/>
                <a:tab pos="5694363" algn="l"/>
                <a:tab pos="6143625" algn="l"/>
                <a:tab pos="6592888" algn="l"/>
                <a:tab pos="7042150" algn="l"/>
                <a:tab pos="7491413" algn="l"/>
                <a:tab pos="7940675" algn="l"/>
                <a:tab pos="8389938" algn="l"/>
                <a:tab pos="8839200" algn="l"/>
                <a:tab pos="9288463" algn="l"/>
              </a:tabLst>
              <a:defRPr sz="20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tabLst>
                <a:tab pos="304800" algn="l"/>
                <a:tab pos="752475" algn="l"/>
                <a:tab pos="1201738" algn="l"/>
                <a:tab pos="1651000" algn="l"/>
                <a:tab pos="2100263" algn="l"/>
                <a:tab pos="2549525" algn="l"/>
                <a:tab pos="2998788" algn="l"/>
                <a:tab pos="3448050" algn="l"/>
                <a:tab pos="3897313" algn="l"/>
                <a:tab pos="4346575" algn="l"/>
                <a:tab pos="4795838" algn="l"/>
                <a:tab pos="5245100" algn="l"/>
                <a:tab pos="5694363" algn="l"/>
                <a:tab pos="6143625" algn="l"/>
                <a:tab pos="6592888" algn="l"/>
                <a:tab pos="7042150" algn="l"/>
                <a:tab pos="7491413" algn="l"/>
                <a:tab pos="7940675" algn="l"/>
                <a:tab pos="8389938" algn="l"/>
                <a:tab pos="8839200" algn="l"/>
                <a:tab pos="9288463" algn="l"/>
              </a:tabLst>
              <a:defRPr sz="20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tabLst>
                <a:tab pos="304800" algn="l"/>
                <a:tab pos="752475" algn="l"/>
                <a:tab pos="1201738" algn="l"/>
                <a:tab pos="1651000" algn="l"/>
                <a:tab pos="2100263" algn="l"/>
                <a:tab pos="2549525" algn="l"/>
                <a:tab pos="2998788" algn="l"/>
                <a:tab pos="3448050" algn="l"/>
                <a:tab pos="3897313" algn="l"/>
                <a:tab pos="4346575" algn="l"/>
                <a:tab pos="4795838" algn="l"/>
                <a:tab pos="5245100" algn="l"/>
                <a:tab pos="5694363" algn="l"/>
                <a:tab pos="6143625" algn="l"/>
                <a:tab pos="6592888" algn="l"/>
                <a:tab pos="7042150" algn="l"/>
                <a:tab pos="7491413" algn="l"/>
                <a:tab pos="7940675" algn="l"/>
                <a:tab pos="8389938" algn="l"/>
                <a:tab pos="8839200" algn="l"/>
                <a:tab pos="9288463" algn="l"/>
              </a:tabLst>
              <a:defRPr sz="20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tabLst>
                <a:tab pos="304800" algn="l"/>
                <a:tab pos="752475" algn="l"/>
                <a:tab pos="1201738" algn="l"/>
                <a:tab pos="1651000" algn="l"/>
                <a:tab pos="2100263" algn="l"/>
                <a:tab pos="2549525" algn="l"/>
                <a:tab pos="2998788" algn="l"/>
                <a:tab pos="3448050" algn="l"/>
                <a:tab pos="3897313" algn="l"/>
                <a:tab pos="4346575" algn="l"/>
                <a:tab pos="4795838" algn="l"/>
                <a:tab pos="5245100" algn="l"/>
                <a:tab pos="5694363" algn="l"/>
                <a:tab pos="6143625" algn="l"/>
                <a:tab pos="6592888" algn="l"/>
                <a:tab pos="7042150" algn="l"/>
                <a:tab pos="7491413" algn="l"/>
                <a:tab pos="7940675" algn="l"/>
                <a:tab pos="8389938" algn="l"/>
                <a:tab pos="8839200" algn="l"/>
                <a:tab pos="9288463" algn="l"/>
              </a:tabLst>
              <a:defRPr sz="20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tabLst>
                <a:tab pos="304800" algn="l"/>
                <a:tab pos="752475" algn="l"/>
                <a:tab pos="1201738" algn="l"/>
                <a:tab pos="1651000" algn="l"/>
                <a:tab pos="2100263" algn="l"/>
                <a:tab pos="2549525" algn="l"/>
                <a:tab pos="2998788" algn="l"/>
                <a:tab pos="3448050" algn="l"/>
                <a:tab pos="3897313" algn="l"/>
                <a:tab pos="4346575" algn="l"/>
                <a:tab pos="4795838" algn="l"/>
                <a:tab pos="5245100" algn="l"/>
                <a:tab pos="5694363" algn="l"/>
                <a:tab pos="6143625" algn="l"/>
                <a:tab pos="6592888" algn="l"/>
                <a:tab pos="7042150" algn="l"/>
                <a:tab pos="7491413" algn="l"/>
                <a:tab pos="7940675" algn="l"/>
                <a:tab pos="8389938" algn="l"/>
                <a:tab pos="8839200" algn="l"/>
                <a:tab pos="9288463" algn="l"/>
              </a:tabLst>
              <a:defRPr sz="2000">
                <a:solidFill>
                  <a:schemeClr val="tx1"/>
                </a:solidFill>
                <a:latin typeface="Calibri" charset="0"/>
              </a:defRPr>
            </a:lvl9pPr>
          </a:lstStyle>
          <a:p>
            <a:pPr eaLnBrk="1" hangingPunct="1">
              <a:spcBef>
                <a:spcPts val="700"/>
              </a:spcBef>
              <a:buClr>
                <a:srgbClr val="DD8047"/>
              </a:buClr>
              <a:buSzPct val="60000"/>
              <a:buFontTx/>
              <a:buNone/>
            </a:pPr>
            <a:r>
              <a:rPr lang="en-AU" altLang="en-US" b="1" dirty="0">
                <a:solidFill>
                  <a:srgbClr val="000000"/>
                </a:solidFill>
                <a:ea typeface="DejaVu Sans" charset="0"/>
                <a:cs typeface="DejaVu Sans" charset="0"/>
              </a:rPr>
              <a:t>   </a:t>
            </a:r>
            <a:r>
              <a:rPr lang="en-AU" altLang="en-US" b="1" dirty="0">
                <a:solidFill>
                  <a:srgbClr val="FF0000"/>
                </a:solidFill>
                <a:ea typeface="DejaVu Sans" charset="0"/>
                <a:cs typeface="DejaVu Sans" charset="0"/>
              </a:rPr>
              <a:t>Education</a:t>
            </a:r>
          </a:p>
          <a:p>
            <a:pPr lvl="1" eaLnBrk="1" hangingPunct="1">
              <a:spcBef>
                <a:spcPts val="550"/>
              </a:spcBef>
              <a:buClr>
                <a:srgbClr val="94B6D2"/>
              </a:buClr>
              <a:buSzPct val="70000"/>
              <a:buFont typeface="Arial" charset="0"/>
              <a:buChar char="•"/>
            </a:pPr>
            <a:r>
              <a:rPr lang="en-AU" altLang="en-US" sz="2400" dirty="0">
                <a:solidFill>
                  <a:srgbClr val="000000"/>
                </a:solidFill>
                <a:ea typeface="DejaVu Sans" charset="0"/>
                <a:cs typeface="DejaVu Sans" charset="0"/>
              </a:rPr>
              <a:t>Undergrad Commerce degree in Marketing (UNSW )</a:t>
            </a:r>
          </a:p>
          <a:p>
            <a:pPr lvl="1" eaLnBrk="1" hangingPunct="1">
              <a:spcBef>
                <a:spcPts val="550"/>
              </a:spcBef>
              <a:buClr>
                <a:srgbClr val="94B6D2"/>
              </a:buClr>
              <a:buSzPct val="70000"/>
              <a:buFont typeface="Arial" charset="0"/>
              <a:buChar char="•"/>
            </a:pPr>
            <a:r>
              <a:rPr lang="en-AU" altLang="en-US" sz="2400" dirty="0">
                <a:solidFill>
                  <a:srgbClr val="000000"/>
                </a:solidFill>
                <a:ea typeface="DejaVu Sans" charset="0"/>
                <a:cs typeface="DejaVu Sans" charset="0"/>
              </a:rPr>
              <a:t>MBA - eBusiness (UTS)</a:t>
            </a:r>
          </a:p>
          <a:p>
            <a:pPr lvl="1" eaLnBrk="1" hangingPunct="1">
              <a:spcBef>
                <a:spcPts val="550"/>
              </a:spcBef>
              <a:buClr>
                <a:srgbClr val="94B6D2"/>
              </a:buClr>
              <a:buSzPct val="70000"/>
              <a:buFont typeface="Arial" charset="0"/>
              <a:buChar char="•"/>
            </a:pPr>
            <a:r>
              <a:rPr lang="en-AU" altLang="en-US" sz="2400" dirty="0" err="1">
                <a:solidFill>
                  <a:srgbClr val="000000"/>
                </a:solidFill>
                <a:ea typeface="DejaVu Sans" charset="0"/>
                <a:cs typeface="DejaVu Sans" charset="0"/>
              </a:rPr>
              <a:t>MResearch</a:t>
            </a:r>
            <a:r>
              <a:rPr lang="en-AU" altLang="en-US" sz="2400" dirty="0">
                <a:solidFill>
                  <a:srgbClr val="000000"/>
                </a:solidFill>
                <a:ea typeface="DejaVu Sans" charset="0"/>
                <a:cs typeface="DejaVu Sans" charset="0"/>
              </a:rPr>
              <a:t> (Macquarie)</a:t>
            </a:r>
          </a:p>
          <a:p>
            <a:pPr lvl="1" eaLnBrk="1" hangingPunct="1">
              <a:spcBef>
                <a:spcPts val="550"/>
              </a:spcBef>
              <a:buClr>
                <a:srgbClr val="94B6D2"/>
              </a:buClr>
              <a:buSzPct val="70000"/>
              <a:buFont typeface="Arial" charset="0"/>
              <a:buChar char="•"/>
            </a:pPr>
            <a:r>
              <a:rPr lang="en-AU" altLang="en-US" sz="2400" dirty="0">
                <a:solidFill>
                  <a:srgbClr val="000000"/>
                </a:solidFill>
                <a:ea typeface="DejaVu Sans" charset="0"/>
                <a:cs typeface="DejaVu Sans" charset="0"/>
              </a:rPr>
              <a:t>PhD (CSU) </a:t>
            </a:r>
          </a:p>
          <a:p>
            <a:pPr lvl="1" eaLnBrk="1" hangingPunct="1">
              <a:spcBef>
                <a:spcPts val="550"/>
              </a:spcBef>
              <a:buClr>
                <a:srgbClr val="94B6D2"/>
              </a:buClr>
              <a:buSzPct val="70000"/>
              <a:buFontTx/>
              <a:buNone/>
            </a:pPr>
            <a:endParaRPr lang="en-AU" altLang="en-US" b="1" dirty="0">
              <a:solidFill>
                <a:srgbClr val="FF0000"/>
              </a:solidFill>
              <a:ea typeface="DejaVu Sans" charset="0"/>
              <a:cs typeface="DejaVu Sans" charset="0"/>
            </a:endParaRPr>
          </a:p>
          <a:p>
            <a:pPr lvl="1" eaLnBrk="1" hangingPunct="1">
              <a:spcBef>
                <a:spcPts val="550"/>
              </a:spcBef>
              <a:buClr>
                <a:srgbClr val="94B6D2"/>
              </a:buClr>
              <a:buSzPct val="70000"/>
              <a:buFontTx/>
              <a:buNone/>
            </a:pPr>
            <a:r>
              <a:rPr lang="en-AU" altLang="en-US" sz="3200" b="1" dirty="0">
                <a:solidFill>
                  <a:srgbClr val="FF0000"/>
                </a:solidFill>
                <a:ea typeface="DejaVu Sans" charset="0"/>
                <a:cs typeface="DejaVu Sans" charset="0"/>
              </a:rPr>
              <a:t>Teaching Background</a:t>
            </a:r>
          </a:p>
          <a:p>
            <a:pPr lvl="1" eaLnBrk="1" hangingPunct="1">
              <a:spcBef>
                <a:spcPts val="550"/>
              </a:spcBef>
              <a:buClr>
                <a:srgbClr val="94B6D2"/>
              </a:buClr>
              <a:buSzPct val="70000"/>
              <a:buFont typeface="Arial" charset="0"/>
              <a:buChar char="•"/>
            </a:pPr>
            <a:r>
              <a:rPr lang="en-AU" altLang="en-US" sz="2400" dirty="0">
                <a:solidFill>
                  <a:srgbClr val="000000"/>
                </a:solidFill>
                <a:ea typeface="DejaVu Sans" charset="0"/>
                <a:cs typeface="DejaVu Sans" charset="0"/>
              </a:rPr>
              <a:t>Lecturing Business &amp; Management courses since 2004</a:t>
            </a:r>
          </a:p>
          <a:p>
            <a:pPr lvl="1" eaLnBrk="1" hangingPunct="1">
              <a:spcBef>
                <a:spcPts val="550"/>
              </a:spcBef>
              <a:buClr>
                <a:srgbClr val="94B6D2"/>
              </a:buClr>
              <a:buSzPct val="70000"/>
              <a:buFont typeface="Arial" charset="0"/>
              <a:buChar char="•"/>
            </a:pPr>
            <a:r>
              <a:rPr lang="en-AU" altLang="en-US" sz="2400" dirty="0">
                <a:solidFill>
                  <a:srgbClr val="000000"/>
                </a:solidFill>
                <a:ea typeface="DejaVu Sans" charset="0"/>
                <a:cs typeface="DejaVu Sans" charset="0"/>
              </a:rPr>
              <a:t>Corporate and Executive Education  programs</a:t>
            </a:r>
          </a:p>
        </p:txBody>
      </p:sp>
      <p:sp>
        <p:nvSpPr>
          <p:cNvPr id="6147" name="Rectangle 1"/>
          <p:cNvSpPr>
            <a:spLocks noChangeArrowheads="1"/>
          </p:cNvSpPr>
          <p:nvPr/>
        </p:nvSpPr>
        <p:spPr bwMode="auto">
          <a:xfrm>
            <a:off x="1114425" y="404813"/>
            <a:ext cx="78216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</a:defRPr>
            </a:lvl9pPr>
          </a:lstStyle>
          <a:p>
            <a:pPr eaLnBrk="1" hangingPunct="1">
              <a:spcBef>
                <a:spcPts val="700"/>
              </a:spcBef>
              <a:buClr>
                <a:srgbClr val="DD8047"/>
              </a:buClr>
              <a:buSzPct val="60000"/>
              <a:buFontTx/>
              <a:buNone/>
            </a:pPr>
            <a:r>
              <a:rPr lang="en-AU" altLang="en-US" sz="4000" b="1">
                <a:solidFill>
                  <a:srgbClr val="FF0000"/>
                </a:solidFill>
                <a:ea typeface="MS PGothic" charset="-128"/>
                <a:cs typeface="Calibri" charset="0"/>
              </a:rPr>
              <a:t>My Education/Teaching Background</a:t>
            </a:r>
          </a:p>
        </p:txBody>
      </p:sp>
      <p:pic>
        <p:nvPicPr>
          <p:cNvPr id="6148" name="Picture 2" descr="https://c479107.ssl.cf2.rackcdn.com/files/7626/section/width496/48zg8gzr-132918673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2924944"/>
            <a:ext cx="2065337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CF28EBB5-DEF6-9C44-99F3-57DD825FF8B6}" type="slidenum">
              <a:rPr lang="en-AU" altLang="en-US">
                <a:solidFill>
                  <a:srgbClr val="898989"/>
                </a:solidFill>
              </a:rPr>
              <a:pPr eaLnBrk="1" hangingPunct="1"/>
              <a:t>4</a:t>
            </a:fld>
            <a:endParaRPr lang="en-AU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96566-DA2F-0040-9120-6C17F3AB4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FF0000"/>
                </a:solidFill>
              </a:rPr>
              <a:t>Introductions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409329-230B-8C44-BC68-C7EE37AE9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06600-FDDB-634D-998C-82ECE81E8AA8}" type="slidenum">
              <a:rPr lang="en-AU" altLang="en-US" smtClean="0"/>
              <a:pPr/>
              <a:t>5</a:t>
            </a:fld>
            <a:endParaRPr lang="en-AU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A3982D-9505-324D-A396-FCA2435A946A}"/>
              </a:ext>
            </a:extLst>
          </p:cNvPr>
          <p:cNvSpPr txBox="1"/>
          <p:nvPr/>
        </p:nvSpPr>
        <p:spPr>
          <a:xfrm>
            <a:off x="539552" y="1988840"/>
            <a:ext cx="7902548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What part of the world/city/town you come from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Something interesting about you / Hobbies  ??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/>
              <a:t>Favourite</a:t>
            </a:r>
            <a:r>
              <a:rPr lang="en-US" sz="2800" dirty="0"/>
              <a:t> Mobile App ??</a:t>
            </a:r>
          </a:p>
        </p:txBody>
      </p:sp>
    </p:spTree>
    <p:extLst>
      <p:ext uri="{BB962C8B-B14F-4D97-AF65-F5344CB8AC3E}">
        <p14:creationId xmlns:p14="http://schemas.microsoft.com/office/powerpoint/2010/main" val="3592002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A7C5A-E7DA-6348-AB8D-042B79CE4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4000" b="1" dirty="0">
                <a:solidFill>
                  <a:srgbClr val="FF0000"/>
                </a:solidFill>
                <a:latin typeface="Helvetica" pitchFamily="2" charset="0"/>
              </a:rPr>
              <a:t>Assessment Tasks</a:t>
            </a:r>
            <a:endParaRPr lang="en-AU" sz="4000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D2F51-3C0F-AA4D-9031-AE9FCA5BE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06600-FDDB-634D-998C-82ECE81E8AA8}" type="slidenum">
              <a:rPr lang="en-AU" altLang="en-US" smtClean="0"/>
              <a:pPr/>
              <a:t>6</a:t>
            </a:fld>
            <a:endParaRPr lang="en-AU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E7847A-D48D-F74A-B305-79F57B1B071D}"/>
              </a:ext>
            </a:extLst>
          </p:cNvPr>
          <p:cNvSpPr/>
          <p:nvPr/>
        </p:nvSpPr>
        <p:spPr>
          <a:xfrm>
            <a:off x="68800" y="2132856"/>
            <a:ext cx="896769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AU" sz="2400" dirty="0">
                <a:latin typeface="Helvetica" pitchFamily="2" charset="0"/>
              </a:rPr>
              <a:t> Creative Project (Ind) (40%) 			Weeks 4 and 6. </a:t>
            </a:r>
            <a:endParaRPr lang="en-AU" sz="2400" dirty="0">
              <a:solidFill>
                <a:srgbClr val="FF0000"/>
              </a:solidFill>
              <a:latin typeface="Helvetica" pitchFamily="2" charset="0"/>
            </a:endParaRPr>
          </a:p>
          <a:p>
            <a:endParaRPr lang="en-AU" sz="2400" dirty="0">
              <a:latin typeface="Helvetica" pitchFamily="2" charset="0"/>
            </a:endParaRPr>
          </a:p>
          <a:p>
            <a:r>
              <a:rPr lang="en-AU" sz="2400" dirty="0">
                <a:latin typeface="Helvetica" pitchFamily="2" charset="0"/>
              </a:rPr>
              <a:t>2.  Group Innovation Project (30%) 		Weeks 11</a:t>
            </a:r>
          </a:p>
          <a:p>
            <a:pPr marL="342900" indent="-342900">
              <a:buFont typeface="+mj-lt"/>
              <a:buAutoNum type="arabicPeriod"/>
            </a:pPr>
            <a:endParaRPr lang="en-AU" sz="2400" dirty="0">
              <a:latin typeface="Helvetica" pitchFamily="2" charset="0"/>
            </a:endParaRPr>
          </a:p>
          <a:p>
            <a:pPr marL="457200" indent="-457200">
              <a:buAutoNum type="arabicPeriod" startAt="3"/>
            </a:pPr>
            <a:r>
              <a:rPr lang="en-AU" sz="2400" dirty="0">
                <a:latin typeface="Helvetica" pitchFamily="2" charset="0"/>
              </a:rPr>
              <a:t>Written Task (30%) 	  			Exam Period. </a:t>
            </a:r>
            <a:endParaRPr lang="en-AU" sz="2400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853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E5E75-45F0-9649-A70F-08BB1F64A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92696"/>
            <a:ext cx="8229600" cy="1143000"/>
          </a:xfrm>
        </p:spPr>
        <p:txBody>
          <a:bodyPr/>
          <a:lstStyle/>
          <a:p>
            <a:r>
              <a:rPr lang="en-AU" sz="4000" b="1" dirty="0">
                <a:solidFill>
                  <a:srgbClr val="FF0000"/>
                </a:solidFill>
                <a:latin typeface="Helvetica" pitchFamily="2" charset="0"/>
              </a:rPr>
              <a:t>1. Creative Project 	(40%) 		</a:t>
            </a:r>
            <a:br>
              <a:rPr lang="en-AU" b="1" dirty="0">
                <a:solidFill>
                  <a:srgbClr val="FF0000"/>
                </a:solidFill>
                <a:latin typeface="Helvetica" pitchFamily="2" charset="0"/>
              </a:rPr>
            </a:br>
            <a:endParaRPr lang="en-AU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A04BA5-B9A2-934E-9312-915BEADAC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06600-FDDB-634D-998C-82ECE81E8AA8}" type="slidenum">
              <a:rPr lang="en-AU" altLang="en-US" smtClean="0"/>
              <a:pPr/>
              <a:t>7</a:t>
            </a:fld>
            <a:endParaRPr lang="en-AU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844F96-C728-1444-B504-878882B8DE08}"/>
              </a:ext>
            </a:extLst>
          </p:cNvPr>
          <p:cNvSpPr/>
          <p:nvPr/>
        </p:nvSpPr>
        <p:spPr>
          <a:xfrm>
            <a:off x="457200" y="1555036"/>
            <a:ext cx="836327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/>
              <a:t>Assessment 1 - Creative Project</a:t>
            </a:r>
          </a:p>
          <a:p>
            <a:r>
              <a:rPr lang="en-AU" b="1" dirty="0">
                <a:latin typeface="inherit"/>
              </a:rPr>
              <a:t>Weight:</a:t>
            </a:r>
            <a:r>
              <a:rPr lang="en-AU" dirty="0">
                <a:latin typeface="inherit"/>
              </a:rPr>
              <a:t> 40%</a:t>
            </a:r>
            <a:endParaRPr lang="en-AU" b="1" dirty="0">
              <a:latin typeface="inherit"/>
            </a:endParaRPr>
          </a:p>
          <a:p>
            <a:r>
              <a:rPr lang="en-AU" b="1" dirty="0">
                <a:latin typeface="inherit"/>
              </a:rPr>
              <a:t>Due date: </a:t>
            </a:r>
            <a:r>
              <a:rPr lang="en-AU" b="1" dirty="0">
                <a:highlight>
                  <a:srgbClr val="FFFF00"/>
                </a:highlight>
                <a:latin typeface="inherit"/>
              </a:rPr>
              <a:t>Week 4 and Weeks 6. </a:t>
            </a:r>
            <a:br>
              <a:rPr lang="en-AU" b="1" dirty="0">
                <a:latin typeface="inherit"/>
              </a:rPr>
            </a:br>
            <a:endParaRPr lang="en-AU" b="1" dirty="0">
              <a:latin typeface="inherit"/>
            </a:endParaRPr>
          </a:p>
          <a:p>
            <a:r>
              <a:rPr lang="en-AU" b="1" dirty="0">
                <a:highlight>
                  <a:srgbClr val="FFFF00"/>
                </a:highlight>
                <a:latin typeface="inherit"/>
              </a:rPr>
              <a:t>Individual Project</a:t>
            </a:r>
          </a:p>
          <a:p>
            <a:br>
              <a:rPr lang="en-AU" b="1" dirty="0">
                <a:latin typeface="inherit"/>
              </a:rPr>
            </a:br>
            <a:r>
              <a:rPr lang="en-AU" b="1" dirty="0">
                <a:latin typeface="inherit"/>
              </a:rPr>
              <a:t>Part A:  Mind Map – Week 4 (10%). Exploring ideas</a:t>
            </a:r>
          </a:p>
          <a:p>
            <a:endParaRPr lang="en-AU" b="1" dirty="0">
              <a:latin typeface="inherit"/>
            </a:endParaRPr>
          </a:p>
          <a:p>
            <a:r>
              <a:rPr lang="en-AU" b="1" dirty="0">
                <a:latin typeface="inherit"/>
              </a:rPr>
              <a:t>Part B: Video / Poster – Week 6 (30%). Solutions.</a:t>
            </a:r>
          </a:p>
          <a:p>
            <a:endParaRPr lang="en-AU" b="1" dirty="0">
              <a:latin typeface="inherit"/>
            </a:endParaRPr>
          </a:p>
          <a:p>
            <a:r>
              <a:rPr lang="en-AU" dirty="0">
                <a:latin typeface="inherit"/>
              </a:rPr>
              <a:t>Refer to </a:t>
            </a:r>
            <a:r>
              <a:rPr lang="en-AU" dirty="0" err="1">
                <a:latin typeface="inherit"/>
              </a:rPr>
              <a:t>iLearn</a:t>
            </a:r>
            <a:r>
              <a:rPr lang="en-AU" dirty="0">
                <a:latin typeface="inherit"/>
              </a:rPr>
              <a:t> / Assessments. </a:t>
            </a:r>
          </a:p>
        </p:txBody>
      </p:sp>
      <p:pic>
        <p:nvPicPr>
          <p:cNvPr id="5" name="Picture 4" descr="Australia squad World Cup 2026: Which players will make it to the showpiece  in USA, Mexico and Canada? | Goal.com Australia">
            <a:extLst>
              <a:ext uri="{FF2B5EF4-FFF2-40B4-BE49-F238E27FC236}">
                <a16:creationId xmlns:a16="http://schemas.microsoft.com/office/drawing/2014/main" id="{89684D84-CBEB-E4C0-2588-EE38BA8F2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944" y="4200142"/>
            <a:ext cx="3212976" cy="215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511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E5E75-45F0-9649-A70F-08BB1F64A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92696"/>
            <a:ext cx="8229600" cy="1143000"/>
          </a:xfrm>
        </p:spPr>
        <p:txBody>
          <a:bodyPr/>
          <a:lstStyle/>
          <a:p>
            <a:r>
              <a:rPr lang="en-AU" sz="4000" b="1" dirty="0">
                <a:solidFill>
                  <a:srgbClr val="FF0000"/>
                </a:solidFill>
                <a:latin typeface="Helvetica" pitchFamily="2" charset="0"/>
              </a:rPr>
              <a:t>2. Group Innovation  Project 	(30%) 		</a:t>
            </a:r>
            <a:br>
              <a:rPr lang="en-AU" b="1" dirty="0">
                <a:solidFill>
                  <a:srgbClr val="FF0000"/>
                </a:solidFill>
                <a:latin typeface="Helvetica" pitchFamily="2" charset="0"/>
              </a:rPr>
            </a:br>
            <a:endParaRPr lang="en-AU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A04BA5-B9A2-934E-9312-915BEADAC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06600-FDDB-634D-998C-82ECE81E8AA8}" type="slidenum">
              <a:rPr lang="en-AU" altLang="en-US" smtClean="0"/>
              <a:pPr/>
              <a:t>8</a:t>
            </a:fld>
            <a:endParaRPr lang="en-AU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844F96-C728-1444-B504-878882B8DE08}"/>
              </a:ext>
            </a:extLst>
          </p:cNvPr>
          <p:cNvSpPr/>
          <p:nvPr/>
        </p:nvSpPr>
        <p:spPr>
          <a:xfrm>
            <a:off x="457200" y="1555036"/>
            <a:ext cx="836327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/>
              <a:t>Weight: 30%</a:t>
            </a:r>
            <a:endParaRPr lang="en-AU" dirty="0"/>
          </a:p>
          <a:p>
            <a:endParaRPr lang="en-AU" b="1" dirty="0"/>
          </a:p>
          <a:p>
            <a:r>
              <a:rPr lang="en-AU" b="1" dirty="0"/>
              <a:t>Due Date</a:t>
            </a:r>
            <a:r>
              <a:rPr lang="en-AU" b="1" dirty="0">
                <a:highlight>
                  <a:srgbClr val="FFFF00"/>
                </a:highlight>
              </a:rPr>
              <a:t>: Weeks 11 </a:t>
            </a:r>
            <a:br>
              <a:rPr lang="en-AU" dirty="0"/>
            </a:br>
            <a:endParaRPr lang="en-AU" dirty="0"/>
          </a:p>
          <a:p>
            <a:r>
              <a:rPr lang="en-AU" dirty="0">
                <a:effectLst/>
              </a:rPr>
              <a:t>The film/video presentation will be a creative production that depicts innovative solutions and how you are preparing to lead the change in respect to your solution to the issue.</a:t>
            </a:r>
          </a:p>
          <a:p>
            <a:endParaRPr lang="en-AU" dirty="0"/>
          </a:p>
          <a:p>
            <a:r>
              <a:rPr lang="en-AU" dirty="0">
                <a:effectLst/>
              </a:rPr>
              <a:t>Form groups in Week 4. </a:t>
            </a:r>
          </a:p>
          <a:p>
            <a:endParaRPr lang="en-AU" dirty="0"/>
          </a:p>
          <a:p>
            <a:r>
              <a:rPr lang="en-AU" b="1" dirty="0">
                <a:latin typeface="inherit"/>
              </a:rPr>
              <a:t>Refer to </a:t>
            </a:r>
            <a:r>
              <a:rPr lang="en-AU" b="1" dirty="0" err="1">
                <a:latin typeface="inherit"/>
              </a:rPr>
              <a:t>iLearn</a:t>
            </a:r>
            <a:r>
              <a:rPr lang="en-AU" b="1" dirty="0">
                <a:latin typeface="inherit"/>
              </a:rPr>
              <a:t> / Assessments. </a:t>
            </a:r>
          </a:p>
          <a:p>
            <a:endParaRPr lang="en-AU" dirty="0"/>
          </a:p>
          <a:p>
            <a:endParaRPr lang="en-AU" dirty="0">
              <a:effectLst/>
            </a:endParaRPr>
          </a:p>
        </p:txBody>
      </p:sp>
      <p:pic>
        <p:nvPicPr>
          <p:cNvPr id="3" name="Picture 2" descr="Jakara Anthony's Winter Olympic gold ...">
            <a:extLst>
              <a:ext uri="{FF2B5EF4-FFF2-40B4-BE49-F238E27FC236}">
                <a16:creationId xmlns:a16="http://schemas.microsoft.com/office/drawing/2014/main" id="{04C15221-D85C-BB2B-D24B-C0FCD938A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3947627"/>
            <a:ext cx="38100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9435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E5E75-45F0-9649-A70F-08BB1F64A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92696"/>
            <a:ext cx="8229600" cy="1143000"/>
          </a:xfrm>
        </p:spPr>
        <p:txBody>
          <a:bodyPr/>
          <a:lstStyle/>
          <a:p>
            <a:r>
              <a:rPr lang="en-AU" sz="4000" b="1" dirty="0">
                <a:solidFill>
                  <a:srgbClr val="FF0000"/>
                </a:solidFill>
                <a:latin typeface="Helvetica" pitchFamily="2" charset="0"/>
              </a:rPr>
              <a:t>3. Written Task 	(30%) 		</a:t>
            </a:r>
            <a:br>
              <a:rPr lang="en-AU" b="1" dirty="0">
                <a:solidFill>
                  <a:srgbClr val="FF0000"/>
                </a:solidFill>
                <a:latin typeface="Helvetica" pitchFamily="2" charset="0"/>
              </a:rPr>
            </a:br>
            <a:endParaRPr lang="en-AU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A04BA5-B9A2-934E-9312-915BEADAC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06600-FDDB-634D-998C-82ECE81E8AA8}" type="slidenum">
              <a:rPr lang="en-AU" altLang="en-US" smtClean="0"/>
              <a:pPr/>
              <a:t>9</a:t>
            </a:fld>
            <a:endParaRPr lang="en-AU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844F96-C728-1444-B504-878882B8DE08}"/>
              </a:ext>
            </a:extLst>
          </p:cNvPr>
          <p:cNvSpPr/>
          <p:nvPr/>
        </p:nvSpPr>
        <p:spPr>
          <a:xfrm>
            <a:off x="457200" y="1555036"/>
            <a:ext cx="836327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/>
              <a:t>Weight:  30%</a:t>
            </a:r>
            <a:endParaRPr lang="en-AU" dirty="0"/>
          </a:p>
          <a:p>
            <a:endParaRPr lang="en-AU" b="1" dirty="0"/>
          </a:p>
          <a:p>
            <a:r>
              <a:rPr lang="en-AU" b="1" dirty="0"/>
              <a:t>Due date:  </a:t>
            </a:r>
            <a:r>
              <a:rPr lang="en-AU" b="1" dirty="0">
                <a:highlight>
                  <a:srgbClr val="FFFF00"/>
                </a:highlight>
              </a:rPr>
              <a:t>Exam Period.</a:t>
            </a:r>
          </a:p>
          <a:p>
            <a:endParaRPr lang="en-AU" b="1" dirty="0"/>
          </a:p>
          <a:p>
            <a:endParaRPr lang="en-AU" b="1" dirty="0"/>
          </a:p>
          <a:p>
            <a:r>
              <a:rPr lang="en-AU" b="1" dirty="0"/>
              <a:t>Task Overview:</a:t>
            </a:r>
            <a:r>
              <a:rPr lang="en-AU" dirty="0"/>
              <a:t>  </a:t>
            </a:r>
          </a:p>
          <a:p>
            <a:r>
              <a:rPr lang="en-AU" dirty="0"/>
              <a:t>Assessment 3 is a final exam designed to assess your understanding of key creativity and innovation concepts covered across the unit. The exam emphasizes application: you will answer questions that require you to explain, compare, and apply innovation approaches in organisational contexts.</a:t>
            </a:r>
          </a:p>
          <a:p>
            <a:endParaRPr lang="en-AU" dirty="0"/>
          </a:p>
          <a:p>
            <a:r>
              <a:rPr lang="en-AU" b="1" dirty="0">
                <a:latin typeface="inherit"/>
              </a:rPr>
              <a:t>Refer to </a:t>
            </a:r>
            <a:r>
              <a:rPr lang="en-AU" b="1" dirty="0" err="1">
                <a:latin typeface="inherit"/>
              </a:rPr>
              <a:t>iLearn</a:t>
            </a:r>
            <a:r>
              <a:rPr lang="en-AU" b="1" dirty="0">
                <a:latin typeface="inherit"/>
              </a:rPr>
              <a:t> / Assessments.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2573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A04BA5-B9A2-934E-9312-915BEADAC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06600-FDDB-634D-998C-82ECE81E8AA8}" type="slidenum">
              <a:rPr lang="en-AU" altLang="en-US" smtClean="0"/>
              <a:pPr/>
              <a:t>10</a:t>
            </a:fld>
            <a:endParaRPr lang="en-AU" altLang="en-US"/>
          </a:p>
        </p:txBody>
      </p:sp>
      <p:pic>
        <p:nvPicPr>
          <p:cNvPr id="4098" name="Picture 2" descr="Any questions Royalty Free Vector Image - VectorStock">
            <a:extLst>
              <a:ext uri="{FF2B5EF4-FFF2-40B4-BE49-F238E27FC236}">
                <a16:creationId xmlns:a16="http://schemas.microsoft.com/office/drawing/2014/main" id="{D6155820-76AF-AC48-A6E4-78330F87D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029221"/>
            <a:ext cx="5779429" cy="4799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2359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5183F1-BCA5-31D4-7E9D-04524636A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91B3E-7B54-DE4B-B8A3-FA62824F15F0}" type="slidenum">
              <a:rPr lang="en-AU" altLang="en-US" smtClean="0"/>
              <a:pPr/>
              <a:t>11</a:t>
            </a:fld>
            <a:endParaRPr lang="en-AU" altLang="en-US"/>
          </a:p>
        </p:txBody>
      </p:sp>
      <p:pic>
        <p:nvPicPr>
          <p:cNvPr id="4098" name="Picture 2" descr="Top mind mapping tools for teachers and ...">
            <a:extLst>
              <a:ext uri="{FF2B5EF4-FFF2-40B4-BE49-F238E27FC236}">
                <a16:creationId xmlns:a16="http://schemas.microsoft.com/office/drawing/2014/main" id="{354D676C-E4D1-2D26-D3E2-AD580C204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268760"/>
            <a:ext cx="6984776" cy="4631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4840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1033</TotalTime>
  <Words>380</Words>
  <Application>Microsoft Macintosh PowerPoint</Application>
  <PresentationFormat>On-screen Show (4:3)</PresentationFormat>
  <Paragraphs>83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MS PGothic</vt:lpstr>
      <vt:lpstr>Arial</vt:lpstr>
      <vt:lpstr>Calibri</vt:lpstr>
      <vt:lpstr>DejaVu Sans</vt:lpstr>
      <vt:lpstr>Helvetica</vt:lpstr>
      <vt:lpstr>inherit</vt:lpstr>
      <vt:lpstr>Times New Roman</vt:lpstr>
      <vt:lpstr>Verdana</vt:lpstr>
      <vt:lpstr>Office Theme</vt:lpstr>
      <vt:lpstr>MGMT2094 Strategic Creativity and Innovation</vt:lpstr>
      <vt:lpstr>PowerPoint Presentation</vt:lpstr>
      <vt:lpstr>PowerPoint Presentation</vt:lpstr>
      <vt:lpstr>PowerPoint Presentation</vt:lpstr>
      <vt:lpstr>Introductions</vt:lpstr>
      <vt:lpstr>Assessment Tasks</vt:lpstr>
      <vt:lpstr>1. Creative Project  (40%)    </vt:lpstr>
      <vt:lpstr>2. Group Innovation  Project  (30%)    </vt:lpstr>
      <vt:lpstr>3. Written Task  (30%)   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CAPA Spring 2015</dc:title>
  <dc:creator>John Edwards</dc:creator>
  <cp:keywords>John Edwards</cp:keywords>
  <cp:lastModifiedBy>John Edwards</cp:lastModifiedBy>
  <cp:revision>129</cp:revision>
  <dcterms:created xsi:type="dcterms:W3CDTF">2014-01-06T00:26:28Z</dcterms:created>
  <dcterms:modified xsi:type="dcterms:W3CDTF">2026-07-30T01:55:31Z</dcterms:modified>
</cp:coreProperties>
</file>