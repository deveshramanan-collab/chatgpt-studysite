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93C2-6023-BAB7-AADC-48B68ADCF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Invention Innovation Creativity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58B69-D4FA-63F2-FC25-DB828EF152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2094 Week 7 Tutorial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152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8B3DE-EA36-1E01-6BE4-3942E79D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Invention VS Innovation</a:t>
            </a:r>
            <a:endParaRPr lang="en-CA" sz="2800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8B653-2336-7239-BFF4-AED74304F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262626"/>
                </a:solidFill>
              </a:rPr>
              <a:t>Let’s understand the difference</a:t>
            </a:r>
          </a:p>
          <a:p>
            <a:r>
              <a:rPr lang="en-US" sz="1800" dirty="0">
                <a:solidFill>
                  <a:srgbClr val="262626"/>
                </a:solidFill>
              </a:rPr>
              <a:t>Pay attention to the economic value</a:t>
            </a:r>
            <a:endParaRPr lang="en-CA" sz="1800" dirty="0">
              <a:solidFill>
                <a:srgbClr val="262626"/>
              </a:solidFill>
            </a:endParaRPr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fference Between Invention and Innovation- infographic">
            <a:extLst>
              <a:ext uri="{FF2B5EF4-FFF2-40B4-BE49-F238E27FC236}">
                <a16:creationId xmlns:a16="http://schemas.microsoft.com/office/drawing/2014/main" id="{B1BD7B29-3041-E0D0-8602-38A267F60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2387" y="609602"/>
            <a:ext cx="4065087" cy="5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29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802E9-15C0-FE4D-FF3A-9123C681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Creativity VS Innovation</a:t>
            </a:r>
            <a:endParaRPr lang="en-CA" sz="2800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C56D8-0D92-A1B0-FBFA-43F57AC5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262626"/>
                </a:solidFill>
              </a:rPr>
              <a:t>Remember which one follows the other</a:t>
            </a:r>
          </a:p>
          <a:p>
            <a:r>
              <a:rPr lang="en-CA" sz="1800" dirty="0">
                <a:solidFill>
                  <a:srgbClr val="262626"/>
                </a:solidFill>
              </a:rPr>
              <a:t>In which ways they are useful in organizations?</a:t>
            </a:r>
          </a:p>
        </p:txBody>
      </p:sp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ifference Between Innovation and Creativity – Comparison Summary">
            <a:extLst>
              <a:ext uri="{FF2B5EF4-FFF2-40B4-BE49-F238E27FC236}">
                <a16:creationId xmlns:a16="http://schemas.microsoft.com/office/drawing/2014/main" id="{AD5FE682-FCF1-8B19-D689-F80BB4C3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4798" y="609602"/>
            <a:ext cx="5960265" cy="5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810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Props1.xml><?xml version="1.0" encoding="utf-8"?>
<ds:datastoreItem xmlns:ds="http://schemas.openxmlformats.org/officeDocument/2006/customXml" ds:itemID="{4AD77ED0-D2A8-4071-B4E5-BE3DD7D25138}"/>
</file>

<file path=customXml/itemProps2.xml><?xml version="1.0" encoding="utf-8"?>
<ds:datastoreItem xmlns:ds="http://schemas.openxmlformats.org/officeDocument/2006/customXml" ds:itemID="{7382E0E0-CFD7-41EA-A799-99C0AB02ABC8}"/>
</file>

<file path=customXml/itemProps3.xml><?xml version="1.0" encoding="utf-8"?>
<ds:datastoreItem xmlns:ds="http://schemas.openxmlformats.org/officeDocument/2006/customXml" ds:itemID="{F4056423-07D3-41B9-A3FD-86F9BDCC9E23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38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Invention Innovation Creativity</vt:lpstr>
      <vt:lpstr>Invention VS Innovation</vt:lpstr>
      <vt:lpstr>Creativity VS Innovation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Invention Innovation Creativity</dc:title>
  <dc:creator>Max Ganzin</dc:creator>
  <cp:lastModifiedBy>Max Ganzin</cp:lastModifiedBy>
  <cp:revision>1</cp:revision>
  <dcterms:created xsi:type="dcterms:W3CDTF">2023-08-10T06:37:46Z</dcterms:created>
  <dcterms:modified xsi:type="dcterms:W3CDTF">2023-08-10T06:45:46Z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