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4" r:id="rId5"/>
    <p:sldId id="31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10-Aug-23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 sz="6800" dirty="0"/>
              <a:t>Video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2094 Week 11 Tutorial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8019-4900-F497-C86C-CEBCA613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Video Project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BD4C2-51E7-D1B5-BA9E-F80658F1C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You will have a chance to share your projects with the group</a:t>
            </a:r>
          </a:p>
          <a:p>
            <a:r>
              <a:rPr lang="en-US" sz="2800" dirty="0"/>
              <a:t>Please reflect upon the message and quality of presentation</a:t>
            </a:r>
          </a:p>
          <a:p>
            <a:r>
              <a:rPr lang="en-US" sz="2800" dirty="0"/>
              <a:t>Provide constructive feedback</a:t>
            </a:r>
          </a:p>
          <a:p>
            <a:r>
              <a:rPr lang="en-US" sz="2800" dirty="0"/>
              <a:t>Reflect on you experience with the project and with your team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0427583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6a83b5-6bc7-45fb-849e-d462072e39ad">
      <Terms xmlns="http://schemas.microsoft.com/office/infopath/2007/PartnerControls"/>
    </lcf76f155ced4ddcb4097134ff3c332f>
    <TaxCatchAll xmlns="91a877b2-50d1-4f9d-96d3-99ce904f526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F91421851E31478EE7C53FB6FD1544" ma:contentTypeVersion="13" ma:contentTypeDescription="Create a new document." ma:contentTypeScope="" ma:versionID="e9fbb65b50e0f3d0e0e3d3ad78c5dcd7">
  <xsd:schema xmlns:xsd="http://www.w3.org/2001/XMLSchema" xmlns:xs="http://www.w3.org/2001/XMLSchema" xmlns:p="http://schemas.microsoft.com/office/2006/metadata/properties" xmlns:ns2="5c6a83b5-6bc7-45fb-849e-d462072e39ad" xmlns:ns3="91a877b2-50d1-4f9d-96d3-99ce904f5266" targetNamespace="http://schemas.microsoft.com/office/2006/metadata/properties" ma:root="true" ma:fieldsID="b2286b973f1a264fb2a8fc53dcba742c" ns2:_="" ns3:_="">
    <xsd:import namespace="5c6a83b5-6bc7-45fb-849e-d462072e39ad"/>
    <xsd:import namespace="91a877b2-50d1-4f9d-96d3-99ce904f5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6a83b5-6bc7-45fb-849e-d462072e3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877b2-50d1-4f9d-96d3-99ce904f526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239754f-2fa8-4d5c-a191-686992fc9772}" ma:internalName="TaxCatchAll" ma:showField="CatchAllData" ma:web="91a877b2-50d1-4f9d-96d3-99ce904f5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D990FF9-86E7-457B-9A93-86A6275CF943}"/>
</file>

<file path=docProps/app.xml><?xml version="1.0" encoding="utf-8"?>
<Properties xmlns="http://schemas.openxmlformats.org/officeDocument/2006/extended-properties" xmlns:vt="http://schemas.openxmlformats.org/officeDocument/2006/docPropsVTypes">
  <Template>{A91E6944-5581-43C0-A693-E81D91A5F4B0}tf11531919_win32</Template>
  <TotalTime>9</TotalTime>
  <Words>44</Words>
  <Application>Microsoft Office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Avenir Next LT Pro</vt:lpstr>
      <vt:lpstr>Avenir Next LT Pro Light</vt:lpstr>
      <vt:lpstr>Calibri</vt:lpstr>
      <vt:lpstr>Garamond</vt:lpstr>
      <vt:lpstr>SavonVTI</vt:lpstr>
      <vt:lpstr>Video project</vt:lpstr>
      <vt:lpstr>Video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project</dc:title>
  <dc:creator>Max Ganzin</dc:creator>
  <cp:lastModifiedBy>Max Ganzin</cp:lastModifiedBy>
  <cp:revision>1</cp:revision>
  <dcterms:created xsi:type="dcterms:W3CDTF">2023-08-10T05:48:11Z</dcterms:created>
  <dcterms:modified xsi:type="dcterms:W3CDTF">2023-08-10T05:57:57Z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0x0101003FF91421851E31478EE7C53FB6FD1544</vt:lpwstr>
  </property>
</Properties>
</file>